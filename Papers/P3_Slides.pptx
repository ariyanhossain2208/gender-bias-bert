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  <p:sldMasterId id="2147483697" r:id="rId2"/>
  </p:sldMasterIdLst>
  <p:notesMasterIdLst>
    <p:notesMasterId r:id="rId31"/>
  </p:notes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5143500" type="screen16x9"/>
  <p:notesSz cx="6858000" cy="9144000"/>
  <p:embeddedFontLst>
    <p:embeddedFont>
      <p:font typeface="Anaheim" panose="02000503000000000000" pitchFamily="2" charset="0"/>
      <p:regular r:id="rId32"/>
    </p:embeddedFont>
    <p:embeddedFont>
      <p:font typeface="Bebas Neue" panose="020B0604020202020204" charset="0"/>
      <p:regular r:id="rId33"/>
    </p:embeddedFont>
    <p:embeddedFont>
      <p:font typeface="Libre Baskerville" panose="020B0604020202020204" charset="0"/>
      <p:regular r:id="rId34"/>
      <p:bold r:id="rId35"/>
      <p:italic r:id="rId36"/>
    </p:embeddedFont>
    <p:embeddedFont>
      <p:font typeface="Montserrat" panose="00000500000000000000" pitchFamily="2" charset="0"/>
      <p:regular r:id="rId37"/>
      <p:bold r:id="rId38"/>
      <p:italic r:id="rId39"/>
      <p:boldItalic r:id="rId40"/>
    </p:embeddedFont>
    <p:embeddedFont>
      <p:font typeface="Montserrat ExtraBold" panose="00000900000000000000" pitchFamily="2" charset="0"/>
      <p:bold r:id="rId41"/>
      <p:boldItalic r:id="rId42"/>
    </p:embeddedFont>
    <p:embeddedFont>
      <p:font typeface="Montserrat Medium" panose="00000600000000000000" pitchFamily="2" charset="0"/>
      <p:regular r:id="rId43"/>
      <p:bold r:id="rId44"/>
      <p:italic r:id="rId45"/>
      <p:boldItalic r:id="rId46"/>
    </p:embeddedFont>
    <p:embeddedFont>
      <p:font typeface="Montserrat SemiBold" panose="00000700000000000000" pitchFamily="2" charset="0"/>
      <p:regular r:id="rId47"/>
      <p:bold r:id="rId48"/>
      <p:italic r:id="rId49"/>
      <p:boldItalic r:id="rId50"/>
    </p:embeddedFont>
    <p:embeddedFont>
      <p:font typeface="Roboto Condensed Light" panose="02000000000000000000" pitchFamily="2" charset="0"/>
      <p:regular r:id="rId51"/>
      <p: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F70ADA-63F8-4C94-B3AF-06AAB444B643}">
  <a:tblStyle styleId="{13F70ADA-63F8-4C94-B3AF-06AAB444B6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font" Target="fonts/font2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20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8.xml"/><Relationship Id="rId41" Type="http://schemas.openxmlformats.org/officeDocument/2006/relationships/font" Target="fonts/font10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237ff6c4b9f_0_1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237ff6c4b9f_0_1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12ee89da52b_8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12ee89da52b_8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1c21f876eb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1c21f876eb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25c5aa3f4a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25c5aa3f4a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25c5aa3f4a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25c5aa3f4ad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27df8531e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27df8531e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27f6c7530c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27f6c7530c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g25c5aa3f4ad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4" name="Google Shape;2144;g25c5aa3f4ad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25c91bb645e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25c91bb645e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g25c5aa3f4a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4" name="Google Shape;2194;g25c5aa3f4ad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5c5aa3f4ad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5c5aa3f4ad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g27f6c753d4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1" name="Google Shape;2251;g27f6c753d4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g27f6c7530c5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9" name="Google Shape;2259;g27f6c7530c5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g25c5aa3f4ad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7" name="Google Shape;2267;g25c5aa3f4ad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g27f6c7530c5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5" name="Google Shape;2325;g27f6c7530c5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237fa58cbbc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237fa58cbbc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237fa58cbbc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6" name="Google Shape;2346;g237fa58cbbc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g1c2203aa5ff_2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0" name="Google Shape;2360;g1c2203aa5ff_2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8d74a52998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8d74a52998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g24547b51d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2" name="Google Shape;2402;g24547b51d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g27f6c7530c5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8" name="Google Shape;2408;g27f6c7530c5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g27f6c7530c5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6" name="Google Shape;2416;g27f6c7530c5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g27f6c7530c5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4" name="Google Shape;2424;g27f6c7530c5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27f6c7530c5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27f6c7530c5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g27f6c7530c5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0" name="Google Shape;2440;g27f6c7530c5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g2456a61dcc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6" name="Google Shape;2446;g2456a61dcc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g2456a61dcc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5" name="Google Shape;2455;g2456a61dcc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g1c2203aa5ff_2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4" name="Google Shape;2464;g1c2203aa5ff_2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0" name="Google Shape;10;p2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102861" y="76194"/>
            <a:ext cx="8938264" cy="4168131"/>
            <a:chOff x="8954536" y="76194"/>
            <a:chExt cx="8938264" cy="4168131"/>
          </a:xfrm>
        </p:grpSpPr>
        <p:sp>
          <p:nvSpPr>
            <p:cNvPr id="14" name="Google Shape;14;p2"/>
            <p:cNvSpPr/>
            <p:nvPr/>
          </p:nvSpPr>
          <p:spPr>
            <a:xfrm>
              <a:off x="17699625" y="304512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3976213" y="36901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522575" y="715275"/>
              <a:ext cx="75000" cy="7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3086125" y="1914522"/>
              <a:ext cx="86100" cy="8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9100900" y="3282625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047475" y="76194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6328025" y="200984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546063" y="213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6762838" y="10936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7380788" y="40814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1947413" y="34662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" name="Google Shape;25;p2"/>
            <p:cNvGrpSpPr/>
            <p:nvPr/>
          </p:nvGrpSpPr>
          <p:grpSpPr>
            <a:xfrm>
              <a:off x="8954536" y="211255"/>
              <a:ext cx="8938264" cy="3947185"/>
              <a:chOff x="8954536" y="211255"/>
              <a:chExt cx="8938264" cy="3947185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14139435" y="196307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0" y="1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4062300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4304641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2" y="637"/>
                    </a:ln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7491640" y="36397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7414504" y="37324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7656845" y="37324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7504939" y="303675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7427921" y="211255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7670263" y="211255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5621242" y="7312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5544224" y="6388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5786565" y="6388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1668392" y="7312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1591374" y="6388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833715" y="6388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9031554" y="4083426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954536" y="3991006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9196878" y="3991006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9269954" y="358613"/>
                <a:ext cx="222385" cy="82590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9404604" y="262672"/>
                <a:ext cx="222385" cy="82590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9377712" y="468096"/>
                <a:ext cx="222385" cy="82590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9512458" y="365289"/>
                <a:ext cx="222290" cy="82781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7428007" y="1721843"/>
                <a:ext cx="222385" cy="82590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7562657" y="1625902"/>
                <a:ext cx="222385" cy="82590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7535765" y="1831326"/>
                <a:ext cx="222385" cy="82590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7670510" y="1728519"/>
                <a:ext cx="222290" cy="82781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" name="Google Shape;52;p2"/>
            <p:cNvSpPr/>
            <p:nvPr/>
          </p:nvSpPr>
          <p:spPr>
            <a:xfrm>
              <a:off x="9105475" y="192666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2"/>
          <p:cNvSpPr txBox="1">
            <a:spLocks noGrp="1"/>
          </p:cNvSpPr>
          <p:nvPr>
            <p:ph type="ctrTitle"/>
          </p:nvPr>
        </p:nvSpPr>
        <p:spPr>
          <a:xfrm>
            <a:off x="4114450" y="657013"/>
            <a:ext cx="4318500" cy="30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8500"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subTitle" idx="1"/>
          </p:nvPr>
        </p:nvSpPr>
        <p:spPr>
          <a:xfrm>
            <a:off x="4114450" y="3972138"/>
            <a:ext cx="4318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57" name="Google Shape;57;p3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3"/>
          <p:cNvGrpSpPr/>
          <p:nvPr/>
        </p:nvGrpSpPr>
        <p:grpSpPr>
          <a:xfrm>
            <a:off x="76188" y="198275"/>
            <a:ext cx="8868163" cy="4237025"/>
            <a:chOff x="76188" y="198275"/>
            <a:chExt cx="8868163" cy="4237025"/>
          </a:xfrm>
        </p:grpSpPr>
        <p:sp>
          <p:nvSpPr>
            <p:cNvPr id="61" name="Google Shape;61;p3"/>
            <p:cNvSpPr/>
            <p:nvPr/>
          </p:nvSpPr>
          <p:spPr>
            <a:xfrm>
              <a:off x="5384373" y="662496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0" y="1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5549579" y="7551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691702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7614567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7856908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827693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1793492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1716474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1958815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952800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8499525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010900" y="14900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986350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7235550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" name="Google Shape;75;p3"/>
            <p:cNvGrpSpPr/>
            <p:nvPr/>
          </p:nvGrpSpPr>
          <p:grpSpPr>
            <a:xfrm flipH="1">
              <a:off x="3125984" y="1501415"/>
              <a:ext cx="464798" cy="229499"/>
              <a:chOff x="7696375" y="504975"/>
              <a:chExt cx="561825" cy="277408"/>
            </a:xfrm>
          </p:grpSpPr>
          <p:sp>
            <p:nvSpPr>
              <p:cNvPr id="76" name="Google Shape;76;p3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>
              <a:off x="7272254" y="1762072"/>
              <a:ext cx="464792" cy="288013"/>
              <a:chOff x="2735298" y="809042"/>
              <a:chExt cx="638978" cy="395949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" name="Google Shape;83;p3"/>
            <p:cNvGrpSpPr/>
            <p:nvPr/>
          </p:nvGrpSpPr>
          <p:grpSpPr>
            <a:xfrm>
              <a:off x="4597724" y="1822356"/>
              <a:ext cx="464802" cy="167435"/>
              <a:chOff x="6369974" y="786318"/>
              <a:chExt cx="464802" cy="167435"/>
            </a:xfrm>
          </p:grpSpPr>
          <p:sp>
            <p:nvSpPr>
              <p:cNvPr id="84" name="Google Shape;84;p3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7" name="Google Shape;87;p3"/>
            <p:cNvSpPr/>
            <p:nvPr/>
          </p:nvSpPr>
          <p:spPr>
            <a:xfrm>
              <a:off x="228713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76350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8781450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" name="Google Shape;90;p3"/>
            <p:cNvGrpSpPr/>
            <p:nvPr/>
          </p:nvGrpSpPr>
          <p:grpSpPr>
            <a:xfrm>
              <a:off x="1659604" y="4086172"/>
              <a:ext cx="464792" cy="288013"/>
              <a:chOff x="2735298" y="809042"/>
              <a:chExt cx="638978" cy="395949"/>
            </a:xfrm>
          </p:grpSpPr>
          <p:sp>
            <p:nvSpPr>
              <p:cNvPr id="91" name="Google Shape;91;p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3828286" y="4109706"/>
              <a:ext cx="464802" cy="167435"/>
              <a:chOff x="172186" y="3593631"/>
              <a:chExt cx="464802" cy="167435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" name="Google Shape;99;p3"/>
            <p:cNvSpPr/>
            <p:nvPr/>
          </p:nvSpPr>
          <p:spPr>
            <a:xfrm>
              <a:off x="5772150" y="13429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76188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3680575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6278600" y="2243569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1705338" y="2731238"/>
            <a:ext cx="5299800" cy="621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title" idx="2" hasCustomPrompt="1"/>
          </p:nvPr>
        </p:nvSpPr>
        <p:spPr>
          <a:xfrm>
            <a:off x="1706188" y="918038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5" name="Google Shape;105;p3"/>
          <p:cNvSpPr txBox="1">
            <a:spLocks noGrp="1"/>
          </p:cNvSpPr>
          <p:nvPr>
            <p:ph type="subTitle" idx="1"/>
          </p:nvPr>
        </p:nvSpPr>
        <p:spPr>
          <a:xfrm>
            <a:off x="1701250" y="3385525"/>
            <a:ext cx="5299800" cy="62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4"/>
          <p:cNvGrpSpPr/>
          <p:nvPr/>
        </p:nvGrpSpPr>
        <p:grpSpPr>
          <a:xfrm>
            <a:off x="-10725" y="0"/>
            <a:ext cx="9165425" cy="5244087"/>
            <a:chOff x="-25178" y="0"/>
            <a:chExt cx="9190238" cy="4611403"/>
          </a:xfrm>
        </p:grpSpPr>
        <p:sp>
          <p:nvSpPr>
            <p:cNvPr id="108" name="Google Shape;108;p4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111;p4"/>
          <p:cNvGrpSpPr/>
          <p:nvPr/>
        </p:nvGrpSpPr>
        <p:grpSpPr>
          <a:xfrm>
            <a:off x="217824" y="194021"/>
            <a:ext cx="8779048" cy="4280219"/>
            <a:chOff x="217824" y="194021"/>
            <a:chExt cx="8779048" cy="4280219"/>
          </a:xfrm>
        </p:grpSpPr>
        <p:grpSp>
          <p:nvGrpSpPr>
            <p:cNvPr id="112" name="Google Shape;112;p4"/>
            <p:cNvGrpSpPr/>
            <p:nvPr/>
          </p:nvGrpSpPr>
          <p:grpSpPr>
            <a:xfrm rot="10800000">
              <a:off x="402445" y="4306806"/>
              <a:ext cx="464802" cy="167435"/>
              <a:chOff x="6500449" y="451268"/>
              <a:chExt cx="464802" cy="167435"/>
            </a:xfrm>
          </p:grpSpPr>
          <p:sp>
            <p:nvSpPr>
              <p:cNvPr id="113" name="Google Shape;113;p4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4"/>
            <p:cNvGrpSpPr/>
            <p:nvPr/>
          </p:nvGrpSpPr>
          <p:grpSpPr>
            <a:xfrm rot="10800000">
              <a:off x="7877655" y="4309064"/>
              <a:ext cx="456135" cy="164388"/>
              <a:chOff x="8325332" y="3575419"/>
              <a:chExt cx="456135" cy="164388"/>
            </a:xfrm>
          </p:grpSpPr>
          <p:sp>
            <p:nvSpPr>
              <p:cNvPr id="117" name="Google Shape;117;p4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" name="Google Shape;120;p4"/>
            <p:cNvGrpSpPr/>
            <p:nvPr/>
          </p:nvGrpSpPr>
          <p:grpSpPr>
            <a:xfrm rot="10800000">
              <a:off x="1898470" y="289156"/>
              <a:ext cx="464802" cy="167435"/>
              <a:chOff x="172186" y="3593631"/>
              <a:chExt cx="464802" cy="167435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" name="Google Shape;124;p4"/>
            <p:cNvGrpSpPr/>
            <p:nvPr/>
          </p:nvGrpSpPr>
          <p:grpSpPr>
            <a:xfrm rot="10800000">
              <a:off x="217824" y="1367545"/>
              <a:ext cx="561853" cy="348158"/>
              <a:chOff x="2735298" y="809042"/>
              <a:chExt cx="638978" cy="395949"/>
            </a:xfrm>
          </p:grpSpPr>
          <p:sp>
            <p:nvSpPr>
              <p:cNvPr id="125" name="Google Shape;125;p4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9" name="Google Shape;129;p4"/>
            <p:cNvSpPr/>
            <p:nvPr/>
          </p:nvSpPr>
          <p:spPr>
            <a:xfrm rot="10800000">
              <a:off x="399546" y="19402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 rot="10800000">
              <a:off x="3536521" y="435706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 rot="10800000">
              <a:off x="8671084" y="45660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48659" y="297560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flipH="1">
              <a:off x="8833971" y="389480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6866646" y="4357071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4"/>
          <p:cNvSpPr txBox="1">
            <a:spLocks noGrp="1"/>
          </p:cNvSpPr>
          <p:nvPr>
            <p:ph type="title" hasCustomPrompt="1"/>
          </p:nvPr>
        </p:nvSpPr>
        <p:spPr>
          <a:xfrm>
            <a:off x="715100" y="535000"/>
            <a:ext cx="7717800" cy="8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Font typeface="Montserrat ExtraBold"/>
              <a:buNone/>
              <a:defRPr sz="2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rPr lang="en-US" dirty="0" err="1"/>
              <a:t>asdd</a:t>
            </a:r>
            <a:endParaRPr dirty="0"/>
          </a:p>
        </p:txBody>
      </p:sp>
      <p:sp>
        <p:nvSpPr>
          <p:cNvPr id="136" name="Google Shape;136;p4"/>
          <p:cNvSpPr txBox="1">
            <a:spLocks noGrp="1"/>
          </p:cNvSpPr>
          <p:nvPr>
            <p:ph type="body" idx="1"/>
          </p:nvPr>
        </p:nvSpPr>
        <p:spPr>
          <a:xfrm>
            <a:off x="715100" y="1595675"/>
            <a:ext cx="7717800" cy="24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5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50"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5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139" name="Google Shape;139;p5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5"/>
          <p:cNvGrpSpPr/>
          <p:nvPr/>
        </p:nvGrpSpPr>
        <p:grpSpPr>
          <a:xfrm>
            <a:off x="140625" y="197531"/>
            <a:ext cx="8911725" cy="4111535"/>
            <a:chOff x="140625" y="197531"/>
            <a:chExt cx="8911725" cy="4111535"/>
          </a:xfrm>
        </p:grpSpPr>
        <p:grpSp>
          <p:nvGrpSpPr>
            <p:cNvPr id="143" name="Google Shape;143;p5"/>
            <p:cNvGrpSpPr/>
            <p:nvPr/>
          </p:nvGrpSpPr>
          <p:grpSpPr>
            <a:xfrm>
              <a:off x="8510349" y="197531"/>
              <a:ext cx="464802" cy="167435"/>
              <a:chOff x="6500449" y="451268"/>
              <a:chExt cx="464802" cy="167435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>
              <a:off x="803707" y="289944"/>
              <a:ext cx="456135" cy="164388"/>
              <a:chOff x="8325332" y="3575419"/>
              <a:chExt cx="456135" cy="164388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" name="Google Shape;151;p5"/>
            <p:cNvGrpSpPr/>
            <p:nvPr/>
          </p:nvGrpSpPr>
          <p:grpSpPr>
            <a:xfrm>
              <a:off x="2643561" y="4141631"/>
              <a:ext cx="464802" cy="167435"/>
              <a:chOff x="172186" y="3593631"/>
              <a:chExt cx="464802" cy="167435"/>
            </a:xfrm>
          </p:grpSpPr>
          <p:sp>
            <p:nvSpPr>
              <p:cNvPr id="152" name="Google Shape;152;p5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" name="Google Shape;155;p5"/>
            <p:cNvGrpSpPr/>
            <p:nvPr/>
          </p:nvGrpSpPr>
          <p:grpSpPr>
            <a:xfrm>
              <a:off x="7116475" y="613071"/>
              <a:ext cx="561853" cy="348158"/>
              <a:chOff x="2735298" y="809042"/>
              <a:chExt cx="638978" cy="395949"/>
            </a:xfrm>
          </p:grpSpPr>
          <p:sp>
            <p:nvSpPr>
              <p:cNvPr id="156" name="Google Shape;156;p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" name="Google Shape;160;p5"/>
            <p:cNvGrpSpPr/>
            <p:nvPr/>
          </p:nvGrpSpPr>
          <p:grpSpPr>
            <a:xfrm>
              <a:off x="5600970" y="1507817"/>
              <a:ext cx="561853" cy="348158"/>
              <a:chOff x="2735298" y="809042"/>
              <a:chExt cx="638978" cy="395949"/>
            </a:xfrm>
          </p:grpSpPr>
          <p:sp>
            <p:nvSpPr>
              <p:cNvPr id="161" name="Google Shape;161;p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5" name="Google Shape;165;p5"/>
            <p:cNvSpPr/>
            <p:nvPr/>
          </p:nvSpPr>
          <p:spPr>
            <a:xfrm>
              <a:off x="8795550" y="3516125"/>
              <a:ext cx="256800" cy="256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5269475" y="74885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303513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8175988" y="19567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 rot="10800000" flipH="1">
              <a:off x="140625" y="7056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2203950" y="3394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5"/>
          <p:cNvSpPr txBox="1">
            <a:spLocks noGrp="1"/>
          </p:cNvSpPr>
          <p:nvPr>
            <p:ph type="subTitle" idx="1"/>
          </p:nvPr>
        </p:nvSpPr>
        <p:spPr>
          <a:xfrm>
            <a:off x="3165144" y="2263600"/>
            <a:ext cx="26319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subTitle" idx="2"/>
          </p:nvPr>
        </p:nvSpPr>
        <p:spPr>
          <a:xfrm>
            <a:off x="5797074" y="2263600"/>
            <a:ext cx="26319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subTitle" idx="3"/>
          </p:nvPr>
        </p:nvSpPr>
        <p:spPr>
          <a:xfrm>
            <a:off x="3165144" y="2742350"/>
            <a:ext cx="2631900" cy="12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subTitle" idx="4"/>
          </p:nvPr>
        </p:nvSpPr>
        <p:spPr>
          <a:xfrm>
            <a:off x="5797074" y="2742350"/>
            <a:ext cx="2631900" cy="12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title" hasCustomPrompt="1"/>
          </p:nvPr>
        </p:nvSpPr>
        <p:spPr>
          <a:xfrm>
            <a:off x="715100" y="535000"/>
            <a:ext cx="4750200" cy="4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 dirty="0" err="1"/>
              <a:t>sadsad</a:t>
            </a:r>
            <a:endParaRPr dirty="0"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5"/>
          </p:nvPr>
        </p:nvSpPr>
        <p:spPr>
          <a:xfrm>
            <a:off x="715100" y="2254075"/>
            <a:ext cx="2087100" cy="12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6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179" name="Google Shape;179;p6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124274" y="134988"/>
            <a:ext cx="8990538" cy="4214113"/>
            <a:chOff x="124274" y="134988"/>
            <a:chExt cx="8990538" cy="4214113"/>
          </a:xfrm>
        </p:grpSpPr>
        <p:grpSp>
          <p:nvGrpSpPr>
            <p:cNvPr id="183" name="Google Shape;183;p6"/>
            <p:cNvGrpSpPr/>
            <p:nvPr/>
          </p:nvGrpSpPr>
          <p:grpSpPr>
            <a:xfrm>
              <a:off x="8649892" y="3542653"/>
              <a:ext cx="464920" cy="167552"/>
              <a:chOff x="8157492" y="3553378"/>
              <a:chExt cx="464920" cy="167552"/>
            </a:xfrm>
          </p:grpSpPr>
          <p:sp>
            <p:nvSpPr>
              <p:cNvPr id="184" name="Google Shape;184;p6"/>
              <p:cNvSpPr/>
              <p:nvPr/>
            </p:nvSpPr>
            <p:spPr>
              <a:xfrm>
                <a:off x="8234627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8157492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8399833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187;p6"/>
            <p:cNvGrpSpPr/>
            <p:nvPr/>
          </p:nvGrpSpPr>
          <p:grpSpPr>
            <a:xfrm>
              <a:off x="8534121" y="211255"/>
              <a:ext cx="464802" cy="167435"/>
              <a:chOff x="8457096" y="1657430"/>
              <a:chExt cx="464802" cy="167435"/>
            </a:xfrm>
          </p:grpSpPr>
          <p:sp>
            <p:nvSpPr>
              <p:cNvPr id="188" name="Google Shape;188;p6"/>
              <p:cNvSpPr/>
              <p:nvPr/>
            </p:nvSpPr>
            <p:spPr>
              <a:xfrm>
                <a:off x="8534114" y="1749850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>
                <a:off x="8457096" y="1657430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6"/>
              <p:cNvSpPr/>
              <p:nvPr/>
            </p:nvSpPr>
            <p:spPr>
              <a:xfrm>
                <a:off x="8699438" y="1657430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902674" y="187043"/>
              <a:ext cx="464802" cy="167435"/>
              <a:chOff x="2697574" y="638868"/>
              <a:chExt cx="464802" cy="16743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2774592" y="7312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6"/>
              <p:cNvSpPr/>
              <p:nvPr/>
            </p:nvSpPr>
            <p:spPr>
              <a:xfrm>
                <a:off x="2697574" y="6388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6"/>
              <p:cNvSpPr/>
              <p:nvPr/>
            </p:nvSpPr>
            <p:spPr>
              <a:xfrm>
                <a:off x="2939915" y="6388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5" name="Google Shape;195;p6"/>
            <p:cNvSpPr/>
            <p:nvPr/>
          </p:nvSpPr>
          <p:spPr>
            <a:xfrm>
              <a:off x="7434225" y="1349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1628775" y="715275"/>
              <a:ext cx="75000" cy="7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8912825" y="2076747"/>
              <a:ext cx="86100" cy="8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26175" y="23777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1391300" y="187044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259675" y="1349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6071613" y="1349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426175" y="115737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8620463" y="41862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4" name="Google Shape;204;p6"/>
            <p:cNvGrpSpPr/>
            <p:nvPr/>
          </p:nvGrpSpPr>
          <p:grpSpPr>
            <a:xfrm>
              <a:off x="124274" y="3710206"/>
              <a:ext cx="464802" cy="167435"/>
              <a:chOff x="172186" y="3593631"/>
              <a:chExt cx="464802" cy="167435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6"/>
            <p:cNvGrpSpPr/>
            <p:nvPr/>
          </p:nvGrpSpPr>
          <p:grpSpPr>
            <a:xfrm>
              <a:off x="7872329" y="998972"/>
              <a:ext cx="464792" cy="288013"/>
              <a:chOff x="2735298" y="809042"/>
              <a:chExt cx="638978" cy="395949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3" name="Google Shape;213;p6"/>
          <p:cNvSpPr txBox="1">
            <a:spLocks noGrp="1"/>
          </p:cNvSpPr>
          <p:nvPr>
            <p:ph type="title" hasCustomPrompt="1"/>
          </p:nvPr>
        </p:nvSpPr>
        <p:spPr>
          <a:xfrm>
            <a:off x="711050" y="5339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 dirty="0" err="1"/>
              <a:t>asdasdsda</a:t>
            </a: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7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216" name="Google Shape;216;p7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7"/>
          <p:cNvGrpSpPr/>
          <p:nvPr/>
        </p:nvGrpSpPr>
        <p:grpSpPr>
          <a:xfrm>
            <a:off x="217824" y="289156"/>
            <a:ext cx="8779048" cy="4185085"/>
            <a:chOff x="217824" y="289156"/>
            <a:chExt cx="8779048" cy="4185085"/>
          </a:xfrm>
        </p:grpSpPr>
        <p:grpSp>
          <p:nvGrpSpPr>
            <p:cNvPr id="220" name="Google Shape;220;p7"/>
            <p:cNvGrpSpPr/>
            <p:nvPr/>
          </p:nvGrpSpPr>
          <p:grpSpPr>
            <a:xfrm>
              <a:off x="8347448" y="289156"/>
              <a:ext cx="464802" cy="167435"/>
              <a:chOff x="6500449" y="451268"/>
              <a:chExt cx="464802" cy="167435"/>
            </a:xfrm>
          </p:grpSpPr>
          <p:sp>
            <p:nvSpPr>
              <p:cNvPr id="221" name="Google Shape;221;p7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7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7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7"/>
            <p:cNvGrpSpPr/>
            <p:nvPr/>
          </p:nvGrpSpPr>
          <p:grpSpPr>
            <a:xfrm>
              <a:off x="880905" y="289944"/>
              <a:ext cx="456135" cy="164388"/>
              <a:chOff x="8325332" y="3575419"/>
              <a:chExt cx="456135" cy="164388"/>
            </a:xfrm>
          </p:grpSpPr>
          <p:sp>
            <p:nvSpPr>
              <p:cNvPr id="225" name="Google Shape;225;p7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7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7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7"/>
            <p:cNvGrpSpPr/>
            <p:nvPr/>
          </p:nvGrpSpPr>
          <p:grpSpPr>
            <a:xfrm>
              <a:off x="6851423" y="4306806"/>
              <a:ext cx="464802" cy="167435"/>
              <a:chOff x="172186" y="3593631"/>
              <a:chExt cx="464802" cy="167435"/>
            </a:xfrm>
          </p:grpSpPr>
          <p:sp>
            <p:nvSpPr>
              <p:cNvPr id="229" name="Google Shape;229;p7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7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7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7"/>
            <p:cNvGrpSpPr/>
            <p:nvPr/>
          </p:nvGrpSpPr>
          <p:grpSpPr>
            <a:xfrm>
              <a:off x="4291074" y="1507821"/>
              <a:ext cx="561853" cy="348158"/>
              <a:chOff x="2735298" y="809042"/>
              <a:chExt cx="638978" cy="395949"/>
            </a:xfrm>
          </p:grpSpPr>
          <p:sp>
            <p:nvSpPr>
              <p:cNvPr id="233" name="Google Shape;233;p7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7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7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7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" name="Google Shape;237;p7"/>
            <p:cNvGrpSpPr/>
            <p:nvPr/>
          </p:nvGrpSpPr>
          <p:grpSpPr>
            <a:xfrm>
              <a:off x="8435018" y="3047692"/>
              <a:ext cx="561853" cy="348158"/>
              <a:chOff x="2735298" y="809042"/>
              <a:chExt cx="638978" cy="395949"/>
            </a:xfrm>
          </p:grpSpPr>
          <p:sp>
            <p:nvSpPr>
              <p:cNvPr id="238" name="Google Shape;238;p7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2" name="Google Shape;242;p7"/>
            <p:cNvSpPr/>
            <p:nvPr/>
          </p:nvSpPr>
          <p:spPr>
            <a:xfrm>
              <a:off x="4443599" y="3344875"/>
              <a:ext cx="256800" cy="256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8347449" y="42540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5611274" y="33943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380711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8803136" y="1624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 rot="10800000" flipH="1">
              <a:off x="217824" y="7056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2281149" y="3394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" name="Google Shape;249;p7"/>
          <p:cNvSpPr txBox="1">
            <a:spLocks noGrp="1"/>
          </p:cNvSpPr>
          <p:nvPr>
            <p:ph type="title" hasCustomPrompt="1"/>
          </p:nvPr>
        </p:nvSpPr>
        <p:spPr>
          <a:xfrm>
            <a:off x="720000" y="925575"/>
            <a:ext cx="3048000" cy="18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 dirty="0" err="1"/>
              <a:t>asdasd</a:t>
            </a:r>
            <a:endParaRPr dirty="0"/>
          </a:p>
        </p:txBody>
      </p:sp>
      <p:sp>
        <p:nvSpPr>
          <p:cNvPr id="250" name="Google Shape;250;p7"/>
          <p:cNvSpPr txBox="1">
            <a:spLocks noGrp="1"/>
          </p:cNvSpPr>
          <p:nvPr>
            <p:ph type="subTitle" idx="1"/>
          </p:nvPr>
        </p:nvSpPr>
        <p:spPr>
          <a:xfrm>
            <a:off x="720000" y="3100550"/>
            <a:ext cx="3048000" cy="10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8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253" name="Google Shape;253;p8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" name="Google Shape;256;p8"/>
          <p:cNvGrpSpPr/>
          <p:nvPr/>
        </p:nvGrpSpPr>
        <p:grpSpPr>
          <a:xfrm>
            <a:off x="175029" y="174256"/>
            <a:ext cx="8803855" cy="4132532"/>
            <a:chOff x="175029" y="174256"/>
            <a:chExt cx="8803855" cy="4132532"/>
          </a:xfrm>
        </p:grpSpPr>
        <p:grpSp>
          <p:nvGrpSpPr>
            <p:cNvPr id="257" name="Google Shape;257;p8"/>
            <p:cNvGrpSpPr/>
            <p:nvPr/>
          </p:nvGrpSpPr>
          <p:grpSpPr>
            <a:xfrm>
              <a:off x="7002558" y="174256"/>
              <a:ext cx="464802" cy="167435"/>
              <a:chOff x="6500449" y="451268"/>
              <a:chExt cx="464802" cy="167435"/>
            </a:xfrm>
          </p:grpSpPr>
          <p:sp>
            <p:nvSpPr>
              <p:cNvPr id="258" name="Google Shape;258;p8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1" name="Google Shape;261;p8"/>
            <p:cNvGrpSpPr/>
            <p:nvPr/>
          </p:nvGrpSpPr>
          <p:grpSpPr>
            <a:xfrm>
              <a:off x="487028" y="290682"/>
              <a:ext cx="456135" cy="164388"/>
              <a:chOff x="8325332" y="3575419"/>
              <a:chExt cx="456135" cy="164388"/>
            </a:xfrm>
          </p:grpSpPr>
          <p:sp>
            <p:nvSpPr>
              <p:cNvPr id="262" name="Google Shape;262;p8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" name="Google Shape;265;p8"/>
            <p:cNvGrpSpPr/>
            <p:nvPr/>
          </p:nvGrpSpPr>
          <p:grpSpPr>
            <a:xfrm>
              <a:off x="5063208" y="4120506"/>
              <a:ext cx="464802" cy="167435"/>
              <a:chOff x="172186" y="3593631"/>
              <a:chExt cx="464802" cy="167435"/>
            </a:xfrm>
          </p:grpSpPr>
          <p:sp>
            <p:nvSpPr>
              <p:cNvPr id="266" name="Google Shape;266;p8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8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" name="Google Shape;269;p8"/>
            <p:cNvGrpSpPr/>
            <p:nvPr/>
          </p:nvGrpSpPr>
          <p:grpSpPr>
            <a:xfrm>
              <a:off x="8068409" y="2264321"/>
              <a:ext cx="561853" cy="348158"/>
              <a:chOff x="2735298" y="809042"/>
              <a:chExt cx="638978" cy="395949"/>
            </a:xfrm>
          </p:grpSpPr>
          <p:sp>
            <p:nvSpPr>
              <p:cNvPr id="270" name="Google Shape;270;p8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8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8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8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" name="Google Shape;274;p8"/>
            <p:cNvGrpSpPr/>
            <p:nvPr/>
          </p:nvGrpSpPr>
          <p:grpSpPr>
            <a:xfrm>
              <a:off x="175029" y="3088330"/>
              <a:ext cx="561853" cy="348158"/>
              <a:chOff x="2735298" y="809042"/>
              <a:chExt cx="638978" cy="395949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8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9" name="Google Shape;279;p8"/>
            <p:cNvSpPr/>
            <p:nvPr/>
          </p:nvSpPr>
          <p:spPr>
            <a:xfrm>
              <a:off x="8815984" y="38195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5262159" y="9207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374496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8815971" y="2914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 rot="10800000" flipH="1">
              <a:off x="374509" y="22180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2274934" y="2245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8911984" y="16729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 rot="10800000" flipH="1">
              <a:off x="3047484" y="41438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3844009" y="7886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8" name="Google Shape;288;p8"/>
          <p:cNvSpPr txBox="1">
            <a:spLocks noGrp="1"/>
          </p:cNvSpPr>
          <p:nvPr>
            <p:ph type="title"/>
          </p:nvPr>
        </p:nvSpPr>
        <p:spPr>
          <a:xfrm>
            <a:off x="682888" y="1173750"/>
            <a:ext cx="777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9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291" name="Google Shape;291;p9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" name="Google Shape;294;p9"/>
          <p:cNvGrpSpPr/>
          <p:nvPr/>
        </p:nvGrpSpPr>
        <p:grpSpPr>
          <a:xfrm>
            <a:off x="154786" y="242917"/>
            <a:ext cx="8670314" cy="4170573"/>
            <a:chOff x="154786" y="242917"/>
            <a:chExt cx="8670314" cy="4170573"/>
          </a:xfrm>
        </p:grpSpPr>
        <p:sp>
          <p:nvSpPr>
            <p:cNvPr id="295" name="Google Shape;295;p9"/>
            <p:cNvSpPr/>
            <p:nvPr/>
          </p:nvSpPr>
          <p:spPr>
            <a:xfrm>
              <a:off x="4149900" y="2350163"/>
              <a:ext cx="844200" cy="102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6" name="Google Shape;296;p9"/>
            <p:cNvGrpSpPr/>
            <p:nvPr/>
          </p:nvGrpSpPr>
          <p:grpSpPr>
            <a:xfrm>
              <a:off x="5986284" y="357180"/>
              <a:ext cx="464802" cy="167435"/>
              <a:chOff x="8605659" y="1657430"/>
              <a:chExt cx="464802" cy="167435"/>
            </a:xfrm>
          </p:grpSpPr>
          <p:sp>
            <p:nvSpPr>
              <p:cNvPr id="297" name="Google Shape;297;p9"/>
              <p:cNvSpPr/>
              <p:nvPr/>
            </p:nvSpPr>
            <p:spPr>
              <a:xfrm>
                <a:off x="8682677" y="1749850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9"/>
              <p:cNvSpPr/>
              <p:nvPr/>
            </p:nvSpPr>
            <p:spPr>
              <a:xfrm>
                <a:off x="8605659" y="1657430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9"/>
              <p:cNvSpPr/>
              <p:nvPr/>
            </p:nvSpPr>
            <p:spPr>
              <a:xfrm>
                <a:off x="8848000" y="1657430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0" name="Google Shape;300;p9"/>
            <p:cNvGrpSpPr/>
            <p:nvPr/>
          </p:nvGrpSpPr>
          <p:grpSpPr>
            <a:xfrm>
              <a:off x="154786" y="4246056"/>
              <a:ext cx="464802" cy="167435"/>
              <a:chOff x="172186" y="3593631"/>
              <a:chExt cx="464802" cy="167435"/>
            </a:xfrm>
          </p:grpSpPr>
          <p:sp>
            <p:nvSpPr>
              <p:cNvPr id="301" name="Google Shape;301;p9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9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4" name="Google Shape;304;p9"/>
            <p:cNvGrpSpPr/>
            <p:nvPr/>
          </p:nvGrpSpPr>
          <p:grpSpPr>
            <a:xfrm>
              <a:off x="296948" y="242917"/>
              <a:ext cx="638978" cy="395949"/>
              <a:chOff x="2735298" y="809042"/>
              <a:chExt cx="638978" cy="395949"/>
            </a:xfrm>
          </p:grpSpPr>
          <p:sp>
            <p:nvSpPr>
              <p:cNvPr id="305" name="Google Shape;305;p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" name="Google Shape;309;p9"/>
            <p:cNvGrpSpPr/>
            <p:nvPr/>
          </p:nvGrpSpPr>
          <p:grpSpPr>
            <a:xfrm>
              <a:off x="2643550" y="813521"/>
              <a:ext cx="464920" cy="167552"/>
              <a:chOff x="5168500" y="1963071"/>
              <a:chExt cx="464920" cy="167552"/>
            </a:xfrm>
          </p:grpSpPr>
          <p:sp>
            <p:nvSpPr>
              <p:cNvPr id="310" name="Google Shape;310;p9"/>
              <p:cNvSpPr/>
              <p:nvPr/>
            </p:nvSpPr>
            <p:spPr>
              <a:xfrm>
                <a:off x="5245635" y="196307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0" y="1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9"/>
              <p:cNvSpPr/>
              <p:nvPr/>
            </p:nvSpPr>
            <p:spPr>
              <a:xfrm>
                <a:off x="5168500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9"/>
              <p:cNvSpPr/>
              <p:nvPr/>
            </p:nvSpPr>
            <p:spPr>
              <a:xfrm>
                <a:off x="5410841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2" y="637"/>
                    </a:ln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" name="Google Shape;313;p9"/>
            <p:cNvGrpSpPr/>
            <p:nvPr/>
          </p:nvGrpSpPr>
          <p:grpSpPr>
            <a:xfrm>
              <a:off x="7498542" y="4078503"/>
              <a:ext cx="464920" cy="167552"/>
              <a:chOff x="8157492" y="3553378"/>
              <a:chExt cx="464920" cy="167552"/>
            </a:xfrm>
          </p:grpSpPr>
          <p:sp>
            <p:nvSpPr>
              <p:cNvPr id="314" name="Google Shape;314;p9"/>
              <p:cNvSpPr/>
              <p:nvPr/>
            </p:nvSpPr>
            <p:spPr>
              <a:xfrm>
                <a:off x="8234627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9"/>
              <p:cNvSpPr/>
              <p:nvPr/>
            </p:nvSpPr>
            <p:spPr>
              <a:xfrm>
                <a:off x="8157492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9"/>
              <p:cNvSpPr/>
              <p:nvPr/>
            </p:nvSpPr>
            <p:spPr>
              <a:xfrm>
                <a:off x="8399833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" name="Google Shape;317;p9"/>
            <p:cNvGrpSpPr/>
            <p:nvPr/>
          </p:nvGrpSpPr>
          <p:grpSpPr>
            <a:xfrm>
              <a:off x="935929" y="2962828"/>
              <a:ext cx="464920" cy="167552"/>
              <a:chOff x="4278429" y="4134403"/>
              <a:chExt cx="464920" cy="167552"/>
            </a:xfrm>
          </p:grpSpPr>
          <p:sp>
            <p:nvSpPr>
              <p:cNvPr id="318" name="Google Shape;318;p9"/>
              <p:cNvSpPr/>
              <p:nvPr/>
            </p:nvSpPr>
            <p:spPr>
              <a:xfrm>
                <a:off x="4355565" y="413440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9"/>
              <p:cNvSpPr/>
              <p:nvPr/>
            </p:nvSpPr>
            <p:spPr>
              <a:xfrm>
                <a:off x="4278429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9"/>
              <p:cNvSpPr/>
              <p:nvPr/>
            </p:nvSpPr>
            <p:spPr>
              <a:xfrm>
                <a:off x="4520770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1" name="Google Shape;321;p9"/>
            <p:cNvSpPr/>
            <p:nvPr/>
          </p:nvSpPr>
          <p:spPr>
            <a:xfrm>
              <a:off x="5082413" y="36901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8758200" y="207674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8107163" y="108585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354888" y="207673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5" name="Google Shape;325;p9"/>
            <p:cNvGrpSpPr/>
            <p:nvPr/>
          </p:nvGrpSpPr>
          <p:grpSpPr>
            <a:xfrm>
              <a:off x="8186123" y="2962817"/>
              <a:ext cx="638978" cy="395949"/>
              <a:chOff x="2735298" y="809042"/>
              <a:chExt cx="638978" cy="395949"/>
            </a:xfrm>
          </p:grpSpPr>
          <p:sp>
            <p:nvSpPr>
              <p:cNvPr id="326" name="Google Shape;326;p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0" name="Google Shape;330;p9"/>
            <p:cNvSpPr/>
            <p:nvPr/>
          </p:nvSpPr>
          <p:spPr>
            <a:xfrm>
              <a:off x="7498550" y="29027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1333950" y="91417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1578550" y="412882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" name="Google Shape;333;p9"/>
          <p:cNvSpPr txBox="1">
            <a:spLocks noGrp="1"/>
          </p:cNvSpPr>
          <p:nvPr>
            <p:ph type="title" hasCustomPrompt="1"/>
          </p:nvPr>
        </p:nvSpPr>
        <p:spPr>
          <a:xfrm>
            <a:off x="1798200" y="756075"/>
            <a:ext cx="55476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 dirty="0" err="1"/>
              <a:t>asdasd</a:t>
            </a:r>
            <a:endParaRPr dirty="0"/>
          </a:p>
        </p:txBody>
      </p:sp>
      <p:sp>
        <p:nvSpPr>
          <p:cNvPr id="334" name="Google Shape;334;p9"/>
          <p:cNvSpPr txBox="1">
            <a:spLocks noGrp="1"/>
          </p:cNvSpPr>
          <p:nvPr>
            <p:ph type="subTitle" idx="1"/>
          </p:nvPr>
        </p:nvSpPr>
        <p:spPr>
          <a:xfrm>
            <a:off x="1798200" y="2763750"/>
            <a:ext cx="55476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/>
          <p:nvPr/>
        </p:nvSpPr>
        <p:spPr>
          <a:xfrm>
            <a:off x="-9525" y="-19050"/>
            <a:ext cx="9144000" cy="516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0"/>
          <p:cNvSpPr txBox="1">
            <a:spLocks noGrp="1"/>
          </p:cNvSpPr>
          <p:nvPr>
            <p:ph type="title"/>
          </p:nvPr>
        </p:nvSpPr>
        <p:spPr>
          <a:xfrm>
            <a:off x="3952900" y="3486200"/>
            <a:ext cx="4476000" cy="1122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endParaRPr/>
          </a:p>
        </p:txBody>
      </p:sp>
      <p:grpSp>
        <p:nvGrpSpPr>
          <p:cNvPr id="338" name="Google Shape;338;p10"/>
          <p:cNvGrpSpPr/>
          <p:nvPr/>
        </p:nvGrpSpPr>
        <p:grpSpPr>
          <a:xfrm>
            <a:off x="223029" y="86238"/>
            <a:ext cx="8755855" cy="3311180"/>
            <a:chOff x="223029" y="86238"/>
            <a:chExt cx="8755855" cy="3311180"/>
          </a:xfrm>
        </p:grpSpPr>
        <p:grpSp>
          <p:nvGrpSpPr>
            <p:cNvPr id="339" name="Google Shape;339;p10"/>
            <p:cNvGrpSpPr/>
            <p:nvPr/>
          </p:nvGrpSpPr>
          <p:grpSpPr>
            <a:xfrm rot="10800000">
              <a:off x="8417031" y="1046812"/>
              <a:ext cx="561853" cy="348158"/>
              <a:chOff x="2735298" y="809042"/>
              <a:chExt cx="638978" cy="395949"/>
            </a:xfrm>
          </p:grpSpPr>
          <p:sp>
            <p:nvSpPr>
              <p:cNvPr id="340" name="Google Shape;340;p10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0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0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0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4" name="Google Shape;344;p10"/>
            <p:cNvSpPr/>
            <p:nvPr/>
          </p:nvSpPr>
          <p:spPr>
            <a:xfrm rot="10800000">
              <a:off x="8047841" y="3416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0"/>
            <p:cNvSpPr/>
            <p:nvPr/>
          </p:nvSpPr>
          <p:spPr>
            <a:xfrm rot="10800000">
              <a:off x="432216" y="8623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0"/>
            <p:cNvSpPr/>
            <p:nvPr/>
          </p:nvSpPr>
          <p:spPr>
            <a:xfrm flipH="1">
              <a:off x="8616504" y="21023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0"/>
            <p:cNvSpPr/>
            <p:nvPr/>
          </p:nvSpPr>
          <p:spPr>
            <a:xfrm rot="10800000">
              <a:off x="7421679" y="137247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0"/>
            <p:cNvSpPr/>
            <p:nvPr/>
          </p:nvSpPr>
          <p:spPr>
            <a:xfrm rot="10800000">
              <a:off x="223029" y="3330517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11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351" name="Google Shape;351;p11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" name="Google Shape;354;p11"/>
          <p:cNvGrpSpPr/>
          <p:nvPr/>
        </p:nvGrpSpPr>
        <p:grpSpPr>
          <a:xfrm flipH="1">
            <a:off x="1771720" y="451281"/>
            <a:ext cx="464802" cy="167435"/>
            <a:chOff x="6500449" y="451268"/>
            <a:chExt cx="464802" cy="167435"/>
          </a:xfrm>
        </p:grpSpPr>
        <p:sp>
          <p:nvSpPr>
            <p:cNvPr id="355" name="Google Shape;355;p11"/>
            <p:cNvSpPr/>
            <p:nvPr/>
          </p:nvSpPr>
          <p:spPr>
            <a:xfrm>
              <a:off x="6577467" y="54368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1"/>
            <p:cNvSpPr/>
            <p:nvPr/>
          </p:nvSpPr>
          <p:spPr>
            <a:xfrm>
              <a:off x="6500449" y="451268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6742790" y="451268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11"/>
          <p:cNvGrpSpPr/>
          <p:nvPr/>
        </p:nvGrpSpPr>
        <p:grpSpPr>
          <a:xfrm flipH="1">
            <a:off x="8004530" y="479157"/>
            <a:ext cx="456135" cy="164388"/>
            <a:chOff x="8325332" y="3575419"/>
            <a:chExt cx="456135" cy="164388"/>
          </a:xfrm>
        </p:grpSpPr>
        <p:sp>
          <p:nvSpPr>
            <p:cNvPr id="359" name="Google Shape;359;p11"/>
            <p:cNvSpPr/>
            <p:nvPr/>
          </p:nvSpPr>
          <p:spPr>
            <a:xfrm>
              <a:off x="8401008" y="3575419"/>
              <a:ext cx="218376" cy="73598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1"/>
            <p:cNvSpPr/>
            <p:nvPr/>
          </p:nvSpPr>
          <p:spPr>
            <a:xfrm>
              <a:off x="8325332" y="3666324"/>
              <a:ext cx="218376" cy="73483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1"/>
            <p:cNvSpPr/>
            <p:nvPr/>
          </p:nvSpPr>
          <p:spPr>
            <a:xfrm>
              <a:off x="8563090" y="3666324"/>
              <a:ext cx="218376" cy="73483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11"/>
          <p:cNvGrpSpPr/>
          <p:nvPr/>
        </p:nvGrpSpPr>
        <p:grpSpPr>
          <a:xfrm flipH="1">
            <a:off x="6812595" y="4080631"/>
            <a:ext cx="464802" cy="167435"/>
            <a:chOff x="172186" y="3593631"/>
            <a:chExt cx="464802" cy="167435"/>
          </a:xfrm>
        </p:grpSpPr>
        <p:sp>
          <p:nvSpPr>
            <p:cNvPr id="363" name="Google Shape;363;p11"/>
            <p:cNvSpPr/>
            <p:nvPr/>
          </p:nvSpPr>
          <p:spPr>
            <a:xfrm>
              <a:off x="249204" y="3686051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1"/>
            <p:cNvSpPr/>
            <p:nvPr/>
          </p:nvSpPr>
          <p:spPr>
            <a:xfrm>
              <a:off x="172186" y="3593631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1"/>
            <p:cNvSpPr/>
            <p:nvPr/>
          </p:nvSpPr>
          <p:spPr>
            <a:xfrm>
              <a:off x="414528" y="3593631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" name="Google Shape;366;p11"/>
          <p:cNvGrpSpPr/>
          <p:nvPr/>
        </p:nvGrpSpPr>
        <p:grpSpPr>
          <a:xfrm flipH="1">
            <a:off x="5162468" y="526846"/>
            <a:ext cx="561853" cy="348158"/>
            <a:chOff x="2735298" y="809042"/>
            <a:chExt cx="638978" cy="395949"/>
          </a:xfrm>
        </p:grpSpPr>
        <p:sp>
          <p:nvSpPr>
            <p:cNvPr id="367" name="Google Shape;367;p11"/>
            <p:cNvSpPr/>
            <p:nvPr/>
          </p:nvSpPr>
          <p:spPr>
            <a:xfrm>
              <a:off x="2735298" y="940937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4"/>
                  </a:moveTo>
                  <a:lnTo>
                    <a:pt x="2208" y="742"/>
                  </a:lnTo>
                  <a:lnTo>
                    <a:pt x="124" y="742"/>
                  </a:lnTo>
                  <a:lnTo>
                    <a:pt x="124" y="124"/>
                  </a:lnTo>
                  <a:close/>
                  <a:moveTo>
                    <a:pt x="1" y="1"/>
                  </a:moveTo>
                  <a:lnTo>
                    <a:pt x="1" y="866"/>
                  </a:lnTo>
                  <a:lnTo>
                    <a:pt x="2331" y="866"/>
                  </a:lnTo>
                  <a:lnTo>
                    <a:pt x="2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2920409" y="809042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4"/>
                  </a:moveTo>
                  <a:lnTo>
                    <a:pt x="2208" y="741"/>
                  </a:lnTo>
                  <a:lnTo>
                    <a:pt x="125" y="741"/>
                  </a:lnTo>
                  <a:lnTo>
                    <a:pt x="125" y="124"/>
                  </a:lnTo>
                  <a:close/>
                  <a:moveTo>
                    <a:pt x="1" y="0"/>
                  </a:moveTo>
                  <a:lnTo>
                    <a:pt x="1" y="865"/>
                  </a:lnTo>
                  <a:lnTo>
                    <a:pt x="2332" y="865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2883439" y="1091450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3"/>
                  </a:moveTo>
                  <a:lnTo>
                    <a:pt x="2208" y="742"/>
                  </a:lnTo>
                  <a:lnTo>
                    <a:pt x="125" y="742"/>
                  </a:lnTo>
                  <a:lnTo>
                    <a:pt x="125" y="123"/>
                  </a:lnTo>
                  <a:close/>
                  <a:moveTo>
                    <a:pt x="1" y="1"/>
                  </a:moveTo>
                  <a:lnTo>
                    <a:pt x="1" y="866"/>
                  </a:lnTo>
                  <a:lnTo>
                    <a:pt x="2332" y="866"/>
                  </a:lnTo>
                  <a:lnTo>
                    <a:pt x="23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3068681" y="950115"/>
              <a:ext cx="305594" cy="113803"/>
            </a:xfrm>
            <a:custGeom>
              <a:avLst/>
              <a:gdLst/>
              <a:ahLst/>
              <a:cxnLst/>
              <a:rect l="l" t="t" r="r" b="b"/>
              <a:pathLst>
                <a:path w="2331" h="868" extrusionOk="0">
                  <a:moveTo>
                    <a:pt x="2207" y="125"/>
                  </a:moveTo>
                  <a:lnTo>
                    <a:pt x="2207" y="743"/>
                  </a:lnTo>
                  <a:lnTo>
                    <a:pt x="124" y="743"/>
                  </a:lnTo>
                  <a:lnTo>
                    <a:pt x="124" y="125"/>
                  </a:lnTo>
                  <a:close/>
                  <a:moveTo>
                    <a:pt x="0" y="1"/>
                  </a:moveTo>
                  <a:lnTo>
                    <a:pt x="0" y="867"/>
                  </a:lnTo>
                  <a:lnTo>
                    <a:pt x="2331" y="867"/>
                  </a:lnTo>
                  <a:lnTo>
                    <a:pt x="2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" name="Google Shape;371;p11"/>
          <p:cNvGrpSpPr/>
          <p:nvPr/>
        </p:nvGrpSpPr>
        <p:grpSpPr>
          <a:xfrm flipH="1">
            <a:off x="127024" y="3471367"/>
            <a:ext cx="561853" cy="348158"/>
            <a:chOff x="2735298" y="809042"/>
            <a:chExt cx="638978" cy="395949"/>
          </a:xfrm>
        </p:grpSpPr>
        <p:sp>
          <p:nvSpPr>
            <p:cNvPr id="372" name="Google Shape;372;p11"/>
            <p:cNvSpPr/>
            <p:nvPr/>
          </p:nvSpPr>
          <p:spPr>
            <a:xfrm>
              <a:off x="2735298" y="940937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4"/>
                  </a:moveTo>
                  <a:lnTo>
                    <a:pt x="2208" y="742"/>
                  </a:lnTo>
                  <a:lnTo>
                    <a:pt x="124" y="742"/>
                  </a:lnTo>
                  <a:lnTo>
                    <a:pt x="124" y="124"/>
                  </a:lnTo>
                  <a:close/>
                  <a:moveTo>
                    <a:pt x="1" y="1"/>
                  </a:moveTo>
                  <a:lnTo>
                    <a:pt x="1" y="866"/>
                  </a:lnTo>
                  <a:lnTo>
                    <a:pt x="2331" y="866"/>
                  </a:lnTo>
                  <a:lnTo>
                    <a:pt x="2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2920409" y="809042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4"/>
                  </a:moveTo>
                  <a:lnTo>
                    <a:pt x="2208" y="741"/>
                  </a:lnTo>
                  <a:lnTo>
                    <a:pt x="125" y="741"/>
                  </a:lnTo>
                  <a:lnTo>
                    <a:pt x="125" y="124"/>
                  </a:lnTo>
                  <a:close/>
                  <a:moveTo>
                    <a:pt x="1" y="0"/>
                  </a:moveTo>
                  <a:lnTo>
                    <a:pt x="1" y="865"/>
                  </a:lnTo>
                  <a:lnTo>
                    <a:pt x="2332" y="865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2883439" y="1091450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3"/>
                  </a:moveTo>
                  <a:lnTo>
                    <a:pt x="2208" y="742"/>
                  </a:lnTo>
                  <a:lnTo>
                    <a:pt x="125" y="742"/>
                  </a:lnTo>
                  <a:lnTo>
                    <a:pt x="125" y="123"/>
                  </a:lnTo>
                  <a:close/>
                  <a:moveTo>
                    <a:pt x="1" y="1"/>
                  </a:moveTo>
                  <a:lnTo>
                    <a:pt x="1" y="866"/>
                  </a:lnTo>
                  <a:lnTo>
                    <a:pt x="2332" y="866"/>
                  </a:lnTo>
                  <a:lnTo>
                    <a:pt x="23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3068681" y="950115"/>
              <a:ext cx="305594" cy="113803"/>
            </a:xfrm>
            <a:custGeom>
              <a:avLst/>
              <a:gdLst/>
              <a:ahLst/>
              <a:cxnLst/>
              <a:rect l="l" t="t" r="r" b="b"/>
              <a:pathLst>
                <a:path w="2331" h="868" extrusionOk="0">
                  <a:moveTo>
                    <a:pt x="2207" y="125"/>
                  </a:moveTo>
                  <a:lnTo>
                    <a:pt x="2207" y="743"/>
                  </a:lnTo>
                  <a:lnTo>
                    <a:pt x="124" y="743"/>
                  </a:lnTo>
                  <a:lnTo>
                    <a:pt x="124" y="125"/>
                  </a:lnTo>
                  <a:close/>
                  <a:moveTo>
                    <a:pt x="0" y="1"/>
                  </a:moveTo>
                  <a:lnTo>
                    <a:pt x="0" y="867"/>
                  </a:lnTo>
                  <a:lnTo>
                    <a:pt x="2331" y="867"/>
                  </a:lnTo>
                  <a:lnTo>
                    <a:pt x="2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" name="Google Shape;376;p11"/>
          <p:cNvSpPr/>
          <p:nvPr/>
        </p:nvSpPr>
        <p:spPr>
          <a:xfrm flipH="1">
            <a:off x="925734" y="3948925"/>
            <a:ext cx="162900" cy="16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1"/>
          <p:cNvSpPr/>
          <p:nvPr/>
        </p:nvSpPr>
        <p:spPr>
          <a:xfrm flipH="1">
            <a:off x="3890971" y="339433"/>
            <a:ext cx="66900" cy="66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1"/>
          <p:cNvSpPr/>
          <p:nvPr/>
        </p:nvSpPr>
        <p:spPr>
          <a:xfrm flipH="1">
            <a:off x="8428909" y="3948913"/>
            <a:ext cx="162900" cy="1629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1"/>
          <p:cNvSpPr/>
          <p:nvPr/>
        </p:nvSpPr>
        <p:spPr>
          <a:xfrm flipH="1">
            <a:off x="374509" y="291413"/>
            <a:ext cx="162900" cy="1629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1"/>
          <p:cNvSpPr/>
          <p:nvPr/>
        </p:nvSpPr>
        <p:spPr>
          <a:xfrm rot="10800000">
            <a:off x="8780046" y="1038213"/>
            <a:ext cx="162900" cy="16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1"/>
          <p:cNvSpPr/>
          <p:nvPr/>
        </p:nvSpPr>
        <p:spPr>
          <a:xfrm flipH="1">
            <a:off x="7011546" y="224525"/>
            <a:ext cx="66900" cy="66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1"/>
          <p:cNvSpPr/>
          <p:nvPr/>
        </p:nvSpPr>
        <p:spPr>
          <a:xfrm rot="10800000">
            <a:off x="5361946" y="3819513"/>
            <a:ext cx="162900" cy="16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1"/>
          <p:cNvSpPr/>
          <p:nvPr/>
        </p:nvSpPr>
        <p:spPr>
          <a:xfrm flipH="1">
            <a:off x="6748471" y="2227770"/>
            <a:ext cx="66900" cy="66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1"/>
          <p:cNvSpPr txBox="1">
            <a:spLocks noGrp="1"/>
          </p:cNvSpPr>
          <p:nvPr>
            <p:ph type="title" hasCustomPrompt="1"/>
          </p:nvPr>
        </p:nvSpPr>
        <p:spPr>
          <a:xfrm>
            <a:off x="1792000" y="1381113"/>
            <a:ext cx="5638800" cy="16272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5" name="Google Shape;385;p11"/>
          <p:cNvSpPr txBox="1">
            <a:spLocks noGrp="1"/>
          </p:cNvSpPr>
          <p:nvPr>
            <p:ph type="subTitle" idx="1"/>
          </p:nvPr>
        </p:nvSpPr>
        <p:spPr>
          <a:xfrm>
            <a:off x="3022300" y="3164863"/>
            <a:ext cx="3000300" cy="5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13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389" name="Google Shape;389;p13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13"/>
          <p:cNvGrpSpPr/>
          <p:nvPr/>
        </p:nvGrpSpPr>
        <p:grpSpPr>
          <a:xfrm>
            <a:off x="312384" y="255520"/>
            <a:ext cx="8692188" cy="4110969"/>
            <a:chOff x="312384" y="255520"/>
            <a:chExt cx="8692188" cy="4110969"/>
          </a:xfrm>
        </p:grpSpPr>
        <p:grpSp>
          <p:nvGrpSpPr>
            <p:cNvPr id="393" name="Google Shape;393;p13"/>
            <p:cNvGrpSpPr/>
            <p:nvPr/>
          </p:nvGrpSpPr>
          <p:grpSpPr>
            <a:xfrm>
              <a:off x="406499" y="375081"/>
              <a:ext cx="464802" cy="167435"/>
              <a:chOff x="1487874" y="749193"/>
              <a:chExt cx="464802" cy="167435"/>
            </a:xfrm>
          </p:grpSpPr>
          <p:sp>
            <p:nvSpPr>
              <p:cNvPr id="394" name="Google Shape;394;p13"/>
              <p:cNvSpPr/>
              <p:nvPr/>
            </p:nvSpPr>
            <p:spPr>
              <a:xfrm>
                <a:off x="1564892" y="8416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>
                <a:off x="1487874" y="7491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3"/>
              <p:cNvSpPr/>
              <p:nvPr/>
            </p:nvSpPr>
            <p:spPr>
              <a:xfrm>
                <a:off x="1730215" y="7491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7" name="Google Shape;397;p13"/>
            <p:cNvGrpSpPr/>
            <p:nvPr/>
          </p:nvGrpSpPr>
          <p:grpSpPr>
            <a:xfrm flipH="1">
              <a:off x="8196503" y="267199"/>
              <a:ext cx="464800" cy="388458"/>
              <a:chOff x="5871443" y="2651058"/>
              <a:chExt cx="713540" cy="596342"/>
            </a:xfrm>
          </p:grpSpPr>
          <p:sp>
            <p:nvSpPr>
              <p:cNvPr id="398" name="Google Shape;398;p13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3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3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" name="Google Shape;401;p13"/>
            <p:cNvGrpSpPr/>
            <p:nvPr/>
          </p:nvGrpSpPr>
          <p:grpSpPr>
            <a:xfrm flipH="1">
              <a:off x="312384" y="4136990"/>
              <a:ext cx="464798" cy="229499"/>
              <a:chOff x="7696375" y="504975"/>
              <a:chExt cx="561825" cy="277408"/>
            </a:xfrm>
          </p:grpSpPr>
          <p:sp>
            <p:nvSpPr>
              <p:cNvPr id="402" name="Google Shape;402;p13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4" name="Google Shape;404;p13"/>
            <p:cNvSpPr/>
            <p:nvPr/>
          </p:nvSpPr>
          <p:spPr>
            <a:xfrm>
              <a:off x="6755375" y="255520"/>
              <a:ext cx="66900" cy="66900"/>
            </a:xfrm>
            <a:prstGeom prst="ellipse">
              <a:avLst/>
            </a:pr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8841663" y="40410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rgbClr val="FDD3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8529888" y="10105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rgbClr val="FDD3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 rot="10800000">
              <a:off x="8841671" y="705688"/>
              <a:ext cx="162900" cy="162900"/>
            </a:xfrm>
            <a:prstGeom prst="ellipse">
              <a:avLst/>
            </a:pr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 rot="10800000">
              <a:off x="4042521" y="267200"/>
              <a:ext cx="162900" cy="162900"/>
            </a:xfrm>
            <a:prstGeom prst="ellipse">
              <a:avLst/>
            </a:pr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13"/>
          <p:cNvSpPr txBox="1">
            <a:spLocks noGrp="1"/>
          </p:cNvSpPr>
          <p:nvPr>
            <p:ph type="title" hasCustomPrompt="1"/>
          </p:nvPr>
        </p:nvSpPr>
        <p:spPr>
          <a:xfrm>
            <a:off x="711050" y="533975"/>
            <a:ext cx="72045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 dirty="0" err="1"/>
              <a:t>asdsad</a:t>
            </a:r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14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412" name="Google Shape;412;p14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5" name="Google Shape;415;p14"/>
          <p:cNvGrpSpPr/>
          <p:nvPr/>
        </p:nvGrpSpPr>
        <p:grpSpPr>
          <a:xfrm>
            <a:off x="158724" y="106419"/>
            <a:ext cx="8802572" cy="4308069"/>
            <a:chOff x="158724" y="106419"/>
            <a:chExt cx="8802572" cy="4308069"/>
          </a:xfrm>
        </p:grpSpPr>
        <p:grpSp>
          <p:nvGrpSpPr>
            <p:cNvPr id="416" name="Google Shape;416;p14"/>
            <p:cNvGrpSpPr/>
            <p:nvPr/>
          </p:nvGrpSpPr>
          <p:grpSpPr>
            <a:xfrm rot="10800000" flipH="1">
              <a:off x="158724" y="4068336"/>
              <a:ext cx="464802" cy="167435"/>
              <a:chOff x="1564074" y="825393"/>
              <a:chExt cx="464802" cy="167435"/>
            </a:xfrm>
          </p:grpSpPr>
          <p:sp>
            <p:nvSpPr>
              <p:cNvPr id="417" name="Google Shape;417;p14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4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4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0" name="Google Shape;420;p14"/>
            <p:cNvGrpSpPr/>
            <p:nvPr/>
          </p:nvGrpSpPr>
          <p:grpSpPr>
            <a:xfrm rot="10800000">
              <a:off x="6220203" y="106419"/>
              <a:ext cx="637550" cy="246295"/>
              <a:chOff x="7626125" y="3229063"/>
              <a:chExt cx="978738" cy="378101"/>
            </a:xfrm>
          </p:grpSpPr>
          <p:sp>
            <p:nvSpPr>
              <p:cNvPr id="421" name="Google Shape;421;p14"/>
              <p:cNvSpPr/>
              <p:nvPr/>
            </p:nvSpPr>
            <p:spPr>
              <a:xfrm>
                <a:off x="7626125" y="3235441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4"/>
              <p:cNvSpPr/>
              <p:nvPr/>
            </p:nvSpPr>
            <p:spPr>
              <a:xfrm>
                <a:off x="8174636" y="3229063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4"/>
              <p:cNvSpPr/>
              <p:nvPr/>
            </p:nvSpPr>
            <p:spPr>
              <a:xfrm>
                <a:off x="7828043" y="3447326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4" name="Google Shape;424;p14"/>
            <p:cNvGrpSpPr/>
            <p:nvPr/>
          </p:nvGrpSpPr>
          <p:grpSpPr>
            <a:xfrm rot="10800000">
              <a:off x="225609" y="267199"/>
              <a:ext cx="464798" cy="229499"/>
              <a:chOff x="7696375" y="504975"/>
              <a:chExt cx="561825" cy="277408"/>
            </a:xfrm>
          </p:grpSpPr>
          <p:sp>
            <p:nvSpPr>
              <p:cNvPr id="425" name="Google Shape;425;p14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4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7" name="Google Shape;427;p14"/>
            <p:cNvSpPr/>
            <p:nvPr/>
          </p:nvSpPr>
          <p:spPr>
            <a:xfrm rot="10800000" flipH="1">
              <a:off x="3428988" y="729226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rgbClr val="FDD3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4"/>
            <p:cNvSpPr/>
            <p:nvPr/>
          </p:nvSpPr>
          <p:spPr>
            <a:xfrm rot="10800000" flipH="1">
              <a:off x="8631313" y="333743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rgbClr val="FDD3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4"/>
            <p:cNvSpPr/>
            <p:nvPr/>
          </p:nvSpPr>
          <p:spPr>
            <a:xfrm flipH="1">
              <a:off x="8631321" y="300501"/>
              <a:ext cx="162900" cy="162900"/>
            </a:xfrm>
            <a:prstGeom prst="ellipse">
              <a:avLst/>
            </a:pr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4"/>
            <p:cNvSpPr/>
            <p:nvPr/>
          </p:nvSpPr>
          <p:spPr>
            <a:xfrm flipH="1">
              <a:off x="8798396" y="4251588"/>
              <a:ext cx="162900" cy="162900"/>
            </a:xfrm>
            <a:prstGeom prst="ellipse">
              <a:avLst/>
            </a:pr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4"/>
            <p:cNvSpPr/>
            <p:nvPr/>
          </p:nvSpPr>
          <p:spPr>
            <a:xfrm rot="10800000" flipH="1">
              <a:off x="2576900" y="267193"/>
              <a:ext cx="66900" cy="66900"/>
            </a:xfrm>
            <a:prstGeom prst="ellipse">
              <a:avLst/>
            </a:pr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4"/>
            <p:cNvSpPr/>
            <p:nvPr/>
          </p:nvSpPr>
          <p:spPr>
            <a:xfrm rot="10800000" flipH="1">
              <a:off x="158725" y="1618943"/>
              <a:ext cx="66900" cy="66900"/>
            </a:xfrm>
            <a:prstGeom prst="ellipse">
              <a:avLst/>
            </a:pr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3" name="Google Shape;433;p14"/>
          <p:cNvSpPr txBox="1">
            <a:spLocks noGrp="1"/>
          </p:cNvSpPr>
          <p:nvPr>
            <p:ph type="title" hasCustomPrompt="1"/>
          </p:nvPr>
        </p:nvSpPr>
        <p:spPr>
          <a:xfrm>
            <a:off x="711050" y="5339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 dirty="0" err="1"/>
              <a:t>asdsad</a:t>
            </a:r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oogle Shape;435;p15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436" name="Google Shape;436;p15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15"/>
          <p:cNvGrpSpPr/>
          <p:nvPr/>
        </p:nvGrpSpPr>
        <p:grpSpPr>
          <a:xfrm>
            <a:off x="158725" y="92361"/>
            <a:ext cx="8765813" cy="4226143"/>
            <a:chOff x="158725" y="92361"/>
            <a:chExt cx="8765813" cy="4226143"/>
          </a:xfrm>
        </p:grpSpPr>
        <p:grpSp>
          <p:nvGrpSpPr>
            <p:cNvPr id="440" name="Google Shape;440;p15"/>
            <p:cNvGrpSpPr/>
            <p:nvPr/>
          </p:nvGrpSpPr>
          <p:grpSpPr>
            <a:xfrm flipH="1">
              <a:off x="4486526" y="3862953"/>
              <a:ext cx="464920" cy="167552"/>
              <a:chOff x="7900317" y="3553378"/>
              <a:chExt cx="464920" cy="167552"/>
            </a:xfrm>
          </p:grpSpPr>
          <p:sp>
            <p:nvSpPr>
              <p:cNvPr id="441" name="Google Shape;441;p15"/>
              <p:cNvSpPr/>
              <p:nvPr/>
            </p:nvSpPr>
            <p:spPr>
              <a:xfrm>
                <a:off x="7977452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5"/>
              <p:cNvSpPr/>
              <p:nvPr/>
            </p:nvSpPr>
            <p:spPr>
              <a:xfrm>
                <a:off x="7900317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8142658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4" name="Google Shape;444;p15"/>
            <p:cNvSpPr/>
            <p:nvPr/>
          </p:nvSpPr>
          <p:spPr>
            <a:xfrm flipH="1">
              <a:off x="169213" y="1266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5"/>
            <p:cNvSpPr/>
            <p:nvPr/>
          </p:nvSpPr>
          <p:spPr>
            <a:xfrm flipH="1">
              <a:off x="158725" y="4062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6" name="Google Shape;446;p15"/>
            <p:cNvGrpSpPr/>
            <p:nvPr/>
          </p:nvGrpSpPr>
          <p:grpSpPr>
            <a:xfrm flipH="1">
              <a:off x="8368150" y="4030490"/>
              <a:ext cx="464792" cy="288013"/>
              <a:chOff x="2735298" y="809042"/>
              <a:chExt cx="638978" cy="395949"/>
            </a:xfrm>
          </p:grpSpPr>
          <p:sp>
            <p:nvSpPr>
              <p:cNvPr id="447" name="Google Shape;447;p1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1" name="Google Shape;451;p15"/>
            <p:cNvSpPr/>
            <p:nvPr/>
          </p:nvSpPr>
          <p:spPr>
            <a:xfrm flipH="1">
              <a:off x="8443875" y="2791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2" name="Google Shape;452;p15"/>
            <p:cNvGrpSpPr/>
            <p:nvPr/>
          </p:nvGrpSpPr>
          <p:grpSpPr>
            <a:xfrm rot="10800000">
              <a:off x="3670561" y="92361"/>
              <a:ext cx="464802" cy="167435"/>
              <a:chOff x="1564074" y="825393"/>
              <a:chExt cx="464802" cy="167435"/>
            </a:xfrm>
          </p:grpSpPr>
          <p:sp>
            <p:nvSpPr>
              <p:cNvPr id="453" name="Google Shape;453;p15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5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5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15"/>
            <p:cNvGrpSpPr/>
            <p:nvPr/>
          </p:nvGrpSpPr>
          <p:grpSpPr>
            <a:xfrm rot="10800000" flipH="1">
              <a:off x="1046260" y="106419"/>
              <a:ext cx="464800" cy="388458"/>
              <a:chOff x="5871443" y="2651058"/>
              <a:chExt cx="713540" cy="596342"/>
            </a:xfrm>
          </p:grpSpPr>
          <p:sp>
            <p:nvSpPr>
              <p:cNvPr id="457" name="Google Shape;457;p15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5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0" name="Google Shape;460;p15"/>
            <p:cNvSpPr/>
            <p:nvPr/>
          </p:nvSpPr>
          <p:spPr>
            <a:xfrm rot="10800000">
              <a:off x="4323650" y="2895501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289041" y="30050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572916" y="21560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5"/>
            <p:cNvSpPr/>
            <p:nvPr/>
          </p:nvSpPr>
          <p:spPr>
            <a:xfrm rot="10800000">
              <a:off x="6439463" y="26719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5"/>
            <p:cNvSpPr/>
            <p:nvPr/>
          </p:nvSpPr>
          <p:spPr>
            <a:xfrm rot="10800000">
              <a:off x="8857638" y="161894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p16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467" name="Google Shape;467;p16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16"/>
          <p:cNvGrpSpPr/>
          <p:nvPr/>
        </p:nvGrpSpPr>
        <p:grpSpPr>
          <a:xfrm>
            <a:off x="158725" y="92361"/>
            <a:ext cx="8765813" cy="4226143"/>
            <a:chOff x="158725" y="92361"/>
            <a:chExt cx="8765813" cy="4226143"/>
          </a:xfrm>
        </p:grpSpPr>
        <p:grpSp>
          <p:nvGrpSpPr>
            <p:cNvPr id="471" name="Google Shape;471;p16"/>
            <p:cNvGrpSpPr/>
            <p:nvPr/>
          </p:nvGrpSpPr>
          <p:grpSpPr>
            <a:xfrm rot="10800000">
              <a:off x="4486526" y="380358"/>
              <a:ext cx="464920" cy="167552"/>
              <a:chOff x="7900317" y="3553378"/>
              <a:chExt cx="464920" cy="167552"/>
            </a:xfrm>
          </p:grpSpPr>
          <p:sp>
            <p:nvSpPr>
              <p:cNvPr id="472" name="Google Shape;472;p16"/>
              <p:cNvSpPr/>
              <p:nvPr/>
            </p:nvSpPr>
            <p:spPr>
              <a:xfrm>
                <a:off x="7977452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6"/>
              <p:cNvSpPr/>
              <p:nvPr/>
            </p:nvSpPr>
            <p:spPr>
              <a:xfrm>
                <a:off x="7900317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6"/>
              <p:cNvSpPr/>
              <p:nvPr/>
            </p:nvSpPr>
            <p:spPr>
              <a:xfrm>
                <a:off x="8142658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5" name="Google Shape;475;p16"/>
            <p:cNvSpPr/>
            <p:nvPr/>
          </p:nvSpPr>
          <p:spPr>
            <a:xfrm rot="10800000">
              <a:off x="321613" y="4064869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10800000">
              <a:off x="158725" y="185451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7" name="Google Shape;477;p16"/>
            <p:cNvGrpSpPr/>
            <p:nvPr/>
          </p:nvGrpSpPr>
          <p:grpSpPr>
            <a:xfrm rot="10800000">
              <a:off x="8368150" y="92361"/>
              <a:ext cx="464792" cy="288013"/>
              <a:chOff x="2735298" y="809042"/>
              <a:chExt cx="638978" cy="395949"/>
            </a:xfrm>
          </p:grpSpPr>
          <p:sp>
            <p:nvSpPr>
              <p:cNvPr id="478" name="Google Shape;478;p16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6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6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6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2" name="Google Shape;482;p16"/>
            <p:cNvSpPr/>
            <p:nvPr/>
          </p:nvSpPr>
          <p:spPr>
            <a:xfrm rot="10800000">
              <a:off x="8443875" y="3968864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3" name="Google Shape;483;p16"/>
            <p:cNvGrpSpPr/>
            <p:nvPr/>
          </p:nvGrpSpPr>
          <p:grpSpPr>
            <a:xfrm flipH="1">
              <a:off x="3670561" y="4151069"/>
              <a:ext cx="464802" cy="167435"/>
              <a:chOff x="1564074" y="825393"/>
              <a:chExt cx="464802" cy="167435"/>
            </a:xfrm>
          </p:grpSpPr>
          <p:sp>
            <p:nvSpPr>
              <p:cNvPr id="484" name="Google Shape;484;p16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6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6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" name="Google Shape;487;p16"/>
            <p:cNvGrpSpPr/>
            <p:nvPr/>
          </p:nvGrpSpPr>
          <p:grpSpPr>
            <a:xfrm>
              <a:off x="2178760" y="535012"/>
              <a:ext cx="464800" cy="388458"/>
              <a:chOff x="5871443" y="2651058"/>
              <a:chExt cx="713540" cy="596342"/>
            </a:xfrm>
          </p:grpSpPr>
          <p:sp>
            <p:nvSpPr>
              <p:cNvPr id="488" name="Google Shape;488;p16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6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6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" name="Google Shape;491;p16"/>
            <p:cNvSpPr/>
            <p:nvPr/>
          </p:nvSpPr>
          <p:spPr>
            <a:xfrm flipH="1">
              <a:off x="4323650" y="135246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 rot="10800000" flipH="1">
              <a:off x="289041" y="3947463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 rot="10800000" flipH="1">
              <a:off x="572916" y="209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 flipH="1">
              <a:off x="6439463" y="4076771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 flipH="1">
              <a:off x="8857638" y="2725021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p18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501" name="Google Shape;501;p18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4" name="Google Shape;504;p18"/>
          <p:cNvGrpSpPr/>
          <p:nvPr/>
        </p:nvGrpSpPr>
        <p:grpSpPr>
          <a:xfrm>
            <a:off x="60736" y="76194"/>
            <a:ext cx="8938263" cy="4225761"/>
            <a:chOff x="60736" y="76194"/>
            <a:chExt cx="8938263" cy="4225761"/>
          </a:xfrm>
        </p:grpSpPr>
        <p:grpSp>
          <p:nvGrpSpPr>
            <p:cNvPr id="505" name="Google Shape;505;p18"/>
            <p:cNvGrpSpPr/>
            <p:nvPr/>
          </p:nvGrpSpPr>
          <p:grpSpPr>
            <a:xfrm>
              <a:off x="5168500" y="1963071"/>
              <a:ext cx="464920" cy="167552"/>
              <a:chOff x="5168500" y="1963071"/>
              <a:chExt cx="464920" cy="167552"/>
            </a:xfrm>
          </p:grpSpPr>
          <p:sp>
            <p:nvSpPr>
              <p:cNvPr id="506" name="Google Shape;506;p18"/>
              <p:cNvSpPr/>
              <p:nvPr/>
            </p:nvSpPr>
            <p:spPr>
              <a:xfrm>
                <a:off x="5245635" y="196307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0" y="1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8"/>
              <p:cNvSpPr/>
              <p:nvPr/>
            </p:nvSpPr>
            <p:spPr>
              <a:xfrm>
                <a:off x="5168500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8"/>
              <p:cNvSpPr/>
              <p:nvPr/>
            </p:nvSpPr>
            <p:spPr>
              <a:xfrm>
                <a:off x="5410841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2" y="637"/>
                    </a:ln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9" name="Google Shape;509;p18"/>
            <p:cNvGrpSpPr/>
            <p:nvPr/>
          </p:nvGrpSpPr>
          <p:grpSpPr>
            <a:xfrm>
              <a:off x="8157492" y="3553378"/>
              <a:ext cx="464920" cy="167552"/>
              <a:chOff x="8157492" y="3553378"/>
              <a:chExt cx="464920" cy="167552"/>
            </a:xfrm>
          </p:grpSpPr>
          <p:sp>
            <p:nvSpPr>
              <p:cNvPr id="510" name="Google Shape;510;p18"/>
              <p:cNvSpPr/>
              <p:nvPr/>
            </p:nvSpPr>
            <p:spPr>
              <a:xfrm>
                <a:off x="8234627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8"/>
              <p:cNvSpPr/>
              <p:nvPr/>
            </p:nvSpPr>
            <p:spPr>
              <a:xfrm>
                <a:off x="8157492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8"/>
              <p:cNvSpPr/>
              <p:nvPr/>
            </p:nvSpPr>
            <p:spPr>
              <a:xfrm>
                <a:off x="8399833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3" name="Google Shape;513;p18"/>
            <p:cNvGrpSpPr/>
            <p:nvPr/>
          </p:nvGrpSpPr>
          <p:grpSpPr>
            <a:xfrm>
              <a:off x="8534121" y="211255"/>
              <a:ext cx="464802" cy="167435"/>
              <a:chOff x="8457096" y="1657430"/>
              <a:chExt cx="464802" cy="167435"/>
            </a:xfrm>
          </p:grpSpPr>
          <p:sp>
            <p:nvSpPr>
              <p:cNvPr id="514" name="Google Shape;514;p18"/>
              <p:cNvSpPr/>
              <p:nvPr/>
            </p:nvSpPr>
            <p:spPr>
              <a:xfrm>
                <a:off x="8534114" y="1749850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8"/>
              <p:cNvSpPr/>
              <p:nvPr/>
            </p:nvSpPr>
            <p:spPr>
              <a:xfrm>
                <a:off x="8457096" y="1657430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8"/>
              <p:cNvSpPr/>
              <p:nvPr/>
            </p:nvSpPr>
            <p:spPr>
              <a:xfrm>
                <a:off x="8699438" y="1657430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7" name="Google Shape;517;p18"/>
            <p:cNvGrpSpPr/>
            <p:nvPr/>
          </p:nvGrpSpPr>
          <p:grpSpPr>
            <a:xfrm>
              <a:off x="6650424" y="638868"/>
              <a:ext cx="464802" cy="167435"/>
              <a:chOff x="6650424" y="638868"/>
              <a:chExt cx="464802" cy="167435"/>
            </a:xfrm>
          </p:grpSpPr>
          <p:sp>
            <p:nvSpPr>
              <p:cNvPr id="518" name="Google Shape;518;p18"/>
              <p:cNvSpPr/>
              <p:nvPr/>
            </p:nvSpPr>
            <p:spPr>
              <a:xfrm>
                <a:off x="6727442" y="7312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8"/>
              <p:cNvSpPr/>
              <p:nvPr/>
            </p:nvSpPr>
            <p:spPr>
              <a:xfrm>
                <a:off x="6650424" y="6388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8"/>
              <p:cNvSpPr/>
              <p:nvPr/>
            </p:nvSpPr>
            <p:spPr>
              <a:xfrm>
                <a:off x="6892765" y="6388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1" name="Google Shape;521;p18"/>
            <p:cNvGrpSpPr/>
            <p:nvPr/>
          </p:nvGrpSpPr>
          <p:grpSpPr>
            <a:xfrm>
              <a:off x="2697574" y="638868"/>
              <a:ext cx="464802" cy="167435"/>
              <a:chOff x="2697574" y="638868"/>
              <a:chExt cx="464802" cy="167435"/>
            </a:xfrm>
          </p:grpSpPr>
          <p:sp>
            <p:nvSpPr>
              <p:cNvPr id="522" name="Google Shape;522;p18"/>
              <p:cNvSpPr/>
              <p:nvPr/>
            </p:nvSpPr>
            <p:spPr>
              <a:xfrm>
                <a:off x="2774592" y="7312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18"/>
              <p:cNvSpPr/>
              <p:nvPr/>
            </p:nvSpPr>
            <p:spPr>
              <a:xfrm>
                <a:off x="2697574" y="6388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18"/>
              <p:cNvSpPr/>
              <p:nvPr/>
            </p:nvSpPr>
            <p:spPr>
              <a:xfrm>
                <a:off x="2939915" y="6388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5" name="Google Shape;525;p18"/>
            <p:cNvGrpSpPr/>
            <p:nvPr/>
          </p:nvGrpSpPr>
          <p:grpSpPr>
            <a:xfrm>
              <a:off x="4278429" y="4134403"/>
              <a:ext cx="464920" cy="167552"/>
              <a:chOff x="4278429" y="4134403"/>
              <a:chExt cx="464920" cy="167552"/>
            </a:xfrm>
          </p:grpSpPr>
          <p:sp>
            <p:nvSpPr>
              <p:cNvPr id="526" name="Google Shape;526;p18"/>
              <p:cNvSpPr/>
              <p:nvPr/>
            </p:nvSpPr>
            <p:spPr>
              <a:xfrm>
                <a:off x="4355565" y="413440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8"/>
              <p:cNvSpPr/>
              <p:nvPr/>
            </p:nvSpPr>
            <p:spPr>
              <a:xfrm>
                <a:off x="4278429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8"/>
              <p:cNvSpPr/>
              <p:nvPr/>
            </p:nvSpPr>
            <p:spPr>
              <a:xfrm>
                <a:off x="4520770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9" name="Google Shape;529;p18"/>
            <p:cNvSpPr/>
            <p:nvPr/>
          </p:nvSpPr>
          <p:spPr>
            <a:xfrm>
              <a:off x="8805825" y="304512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5082413" y="36901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1628775" y="715275"/>
              <a:ext cx="75000" cy="7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4192325" y="1914522"/>
              <a:ext cx="86100" cy="8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207100" y="3282625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5153675" y="76194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7434225" y="200984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3652263" y="213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7869038" y="10936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8486988" y="40814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3053613" y="34662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0" name="Google Shape;540;p18"/>
            <p:cNvGrpSpPr/>
            <p:nvPr/>
          </p:nvGrpSpPr>
          <p:grpSpPr>
            <a:xfrm>
              <a:off x="60736" y="3991006"/>
              <a:ext cx="464802" cy="167435"/>
              <a:chOff x="172186" y="3593631"/>
              <a:chExt cx="464802" cy="167435"/>
            </a:xfrm>
          </p:grpSpPr>
          <p:sp>
            <p:nvSpPr>
              <p:cNvPr id="541" name="Google Shape;541;p18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8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8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4" name="Google Shape;544;p18"/>
            <p:cNvGrpSpPr/>
            <p:nvPr/>
          </p:nvGrpSpPr>
          <p:grpSpPr>
            <a:xfrm>
              <a:off x="376154" y="262672"/>
              <a:ext cx="464792" cy="288013"/>
              <a:chOff x="2735298" y="809042"/>
              <a:chExt cx="638978" cy="395949"/>
            </a:xfrm>
          </p:grpSpPr>
          <p:sp>
            <p:nvSpPr>
              <p:cNvPr id="545" name="Google Shape;545;p18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18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8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8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9" name="Google Shape;549;p18"/>
            <p:cNvGrpSpPr/>
            <p:nvPr/>
          </p:nvGrpSpPr>
          <p:grpSpPr>
            <a:xfrm>
              <a:off x="8534207" y="1625902"/>
              <a:ext cx="464792" cy="288013"/>
              <a:chOff x="2735298" y="809042"/>
              <a:chExt cx="638978" cy="395949"/>
            </a:xfrm>
          </p:grpSpPr>
          <p:sp>
            <p:nvSpPr>
              <p:cNvPr id="550" name="Google Shape;550;p18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8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8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8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4" name="Google Shape;554;p18"/>
            <p:cNvSpPr/>
            <p:nvPr/>
          </p:nvSpPr>
          <p:spPr>
            <a:xfrm>
              <a:off x="211675" y="192666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18"/>
          <p:cNvSpPr txBox="1">
            <a:spLocks noGrp="1"/>
          </p:cNvSpPr>
          <p:nvPr>
            <p:ph type="ctrTitle" hasCustomPrompt="1"/>
          </p:nvPr>
        </p:nvSpPr>
        <p:spPr>
          <a:xfrm>
            <a:off x="727925" y="942975"/>
            <a:ext cx="4318500" cy="268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85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Font typeface="Montserrat ExtraBold"/>
              <a:buNone/>
              <a:defRPr sz="52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rPr lang="en-US" dirty="0" err="1"/>
              <a:t>asd</a:t>
            </a:r>
            <a:endParaRPr dirty="0"/>
          </a:p>
        </p:txBody>
      </p:sp>
      <p:sp>
        <p:nvSpPr>
          <p:cNvPr id="556" name="Google Shape;556;p18"/>
          <p:cNvSpPr txBox="1">
            <a:spLocks noGrp="1"/>
          </p:cNvSpPr>
          <p:nvPr>
            <p:ph type="subTitle" idx="1"/>
          </p:nvPr>
        </p:nvSpPr>
        <p:spPr>
          <a:xfrm>
            <a:off x="715100" y="3781838"/>
            <a:ext cx="2466900" cy="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p19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559" name="Google Shape;559;p19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9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9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9"/>
          <p:cNvGrpSpPr/>
          <p:nvPr/>
        </p:nvGrpSpPr>
        <p:grpSpPr>
          <a:xfrm>
            <a:off x="76188" y="198275"/>
            <a:ext cx="8868163" cy="4237025"/>
            <a:chOff x="76188" y="198275"/>
            <a:chExt cx="8868163" cy="4237025"/>
          </a:xfrm>
        </p:grpSpPr>
        <p:sp>
          <p:nvSpPr>
            <p:cNvPr id="563" name="Google Shape;563;p19"/>
            <p:cNvSpPr/>
            <p:nvPr/>
          </p:nvSpPr>
          <p:spPr>
            <a:xfrm>
              <a:off x="5384373" y="662496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0" y="1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5549579" y="7551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7691702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7614567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7856908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827693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1793492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9"/>
            <p:cNvSpPr/>
            <p:nvPr/>
          </p:nvSpPr>
          <p:spPr>
            <a:xfrm>
              <a:off x="1716474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1958815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5952800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8499525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9"/>
            <p:cNvSpPr/>
            <p:nvPr/>
          </p:nvSpPr>
          <p:spPr>
            <a:xfrm>
              <a:off x="1010900" y="14900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986350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7235550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577;p19"/>
            <p:cNvGrpSpPr/>
            <p:nvPr/>
          </p:nvGrpSpPr>
          <p:grpSpPr>
            <a:xfrm flipH="1">
              <a:off x="3125984" y="1501415"/>
              <a:ext cx="464798" cy="229499"/>
              <a:chOff x="7696375" y="504975"/>
              <a:chExt cx="561825" cy="277408"/>
            </a:xfrm>
          </p:grpSpPr>
          <p:sp>
            <p:nvSpPr>
              <p:cNvPr id="578" name="Google Shape;578;p19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9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580;p19"/>
            <p:cNvGrpSpPr/>
            <p:nvPr/>
          </p:nvGrpSpPr>
          <p:grpSpPr>
            <a:xfrm>
              <a:off x="7272254" y="1762072"/>
              <a:ext cx="464792" cy="288013"/>
              <a:chOff x="2735298" y="809042"/>
              <a:chExt cx="638978" cy="395949"/>
            </a:xfrm>
          </p:grpSpPr>
          <p:sp>
            <p:nvSpPr>
              <p:cNvPr id="581" name="Google Shape;581;p1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1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1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1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5" name="Google Shape;585;p19"/>
            <p:cNvGrpSpPr/>
            <p:nvPr/>
          </p:nvGrpSpPr>
          <p:grpSpPr>
            <a:xfrm>
              <a:off x="4597724" y="1822356"/>
              <a:ext cx="464802" cy="167435"/>
              <a:chOff x="6369974" y="786318"/>
              <a:chExt cx="464802" cy="167435"/>
            </a:xfrm>
          </p:grpSpPr>
          <p:sp>
            <p:nvSpPr>
              <p:cNvPr id="586" name="Google Shape;586;p19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19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19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9" name="Google Shape;589;p19"/>
            <p:cNvSpPr/>
            <p:nvPr/>
          </p:nvSpPr>
          <p:spPr>
            <a:xfrm>
              <a:off x="228713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9"/>
            <p:cNvSpPr/>
            <p:nvPr/>
          </p:nvSpPr>
          <p:spPr>
            <a:xfrm>
              <a:off x="276350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9"/>
            <p:cNvSpPr/>
            <p:nvPr/>
          </p:nvSpPr>
          <p:spPr>
            <a:xfrm>
              <a:off x="8781450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2" name="Google Shape;592;p19"/>
            <p:cNvGrpSpPr/>
            <p:nvPr/>
          </p:nvGrpSpPr>
          <p:grpSpPr>
            <a:xfrm>
              <a:off x="1659604" y="4086172"/>
              <a:ext cx="464792" cy="288013"/>
              <a:chOff x="2735298" y="809042"/>
              <a:chExt cx="638978" cy="395949"/>
            </a:xfrm>
          </p:grpSpPr>
          <p:sp>
            <p:nvSpPr>
              <p:cNvPr id="593" name="Google Shape;593;p1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1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7" name="Google Shape;597;p19"/>
            <p:cNvGrpSpPr/>
            <p:nvPr/>
          </p:nvGrpSpPr>
          <p:grpSpPr>
            <a:xfrm>
              <a:off x="3828286" y="4109706"/>
              <a:ext cx="464802" cy="167435"/>
              <a:chOff x="172186" y="3593631"/>
              <a:chExt cx="464802" cy="167435"/>
            </a:xfrm>
          </p:grpSpPr>
          <p:sp>
            <p:nvSpPr>
              <p:cNvPr id="598" name="Google Shape;598;p19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9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19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1" name="Google Shape;601;p19"/>
            <p:cNvSpPr/>
            <p:nvPr/>
          </p:nvSpPr>
          <p:spPr>
            <a:xfrm>
              <a:off x="5772150" y="13429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76188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9"/>
            <p:cNvSpPr/>
            <p:nvPr/>
          </p:nvSpPr>
          <p:spPr>
            <a:xfrm>
              <a:off x="3680575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9"/>
            <p:cNvSpPr/>
            <p:nvPr/>
          </p:nvSpPr>
          <p:spPr>
            <a:xfrm>
              <a:off x="6278600" y="2243569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5" name="Google Shape;605;p19"/>
          <p:cNvSpPr txBox="1">
            <a:spLocks noGrp="1"/>
          </p:cNvSpPr>
          <p:nvPr>
            <p:ph type="title"/>
          </p:nvPr>
        </p:nvSpPr>
        <p:spPr>
          <a:xfrm>
            <a:off x="1705338" y="2731238"/>
            <a:ext cx="5299800" cy="621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 dirty="0"/>
          </a:p>
        </p:txBody>
      </p:sp>
      <p:sp>
        <p:nvSpPr>
          <p:cNvPr id="606" name="Google Shape;606;p19"/>
          <p:cNvSpPr txBox="1">
            <a:spLocks noGrp="1"/>
          </p:cNvSpPr>
          <p:nvPr>
            <p:ph type="title" idx="2" hasCustomPrompt="1"/>
          </p:nvPr>
        </p:nvSpPr>
        <p:spPr>
          <a:xfrm>
            <a:off x="1706188" y="918038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 dirty="0" err="1"/>
              <a:t>fasd</a:t>
            </a:r>
            <a:endParaRPr dirty="0"/>
          </a:p>
        </p:txBody>
      </p:sp>
      <p:sp>
        <p:nvSpPr>
          <p:cNvPr id="607" name="Google Shape;607;p19"/>
          <p:cNvSpPr txBox="1">
            <a:spLocks noGrp="1"/>
          </p:cNvSpPr>
          <p:nvPr>
            <p:ph type="subTitle" idx="1"/>
          </p:nvPr>
        </p:nvSpPr>
        <p:spPr>
          <a:xfrm>
            <a:off x="1701250" y="3385525"/>
            <a:ext cx="5299800" cy="62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20"/>
          <p:cNvGrpSpPr/>
          <p:nvPr/>
        </p:nvGrpSpPr>
        <p:grpSpPr>
          <a:xfrm>
            <a:off x="-10725" y="0"/>
            <a:ext cx="9165425" cy="5143559"/>
            <a:chOff x="-25178" y="0"/>
            <a:chExt cx="9190238" cy="4611403"/>
          </a:xfrm>
        </p:grpSpPr>
        <p:sp>
          <p:nvSpPr>
            <p:cNvPr id="610" name="Google Shape;610;p20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20"/>
          <p:cNvGrpSpPr/>
          <p:nvPr/>
        </p:nvGrpSpPr>
        <p:grpSpPr>
          <a:xfrm>
            <a:off x="217824" y="194021"/>
            <a:ext cx="8779048" cy="4280219"/>
            <a:chOff x="217824" y="194021"/>
            <a:chExt cx="8779048" cy="4280219"/>
          </a:xfrm>
        </p:grpSpPr>
        <p:grpSp>
          <p:nvGrpSpPr>
            <p:cNvPr id="614" name="Google Shape;614;p20"/>
            <p:cNvGrpSpPr/>
            <p:nvPr/>
          </p:nvGrpSpPr>
          <p:grpSpPr>
            <a:xfrm rot="10800000">
              <a:off x="402445" y="4306806"/>
              <a:ext cx="464802" cy="167435"/>
              <a:chOff x="6500449" y="451268"/>
              <a:chExt cx="464802" cy="167435"/>
            </a:xfrm>
          </p:grpSpPr>
          <p:sp>
            <p:nvSpPr>
              <p:cNvPr id="615" name="Google Shape;615;p20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20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0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8" name="Google Shape;618;p20"/>
            <p:cNvGrpSpPr/>
            <p:nvPr/>
          </p:nvGrpSpPr>
          <p:grpSpPr>
            <a:xfrm rot="10800000">
              <a:off x="7877655" y="4309064"/>
              <a:ext cx="456135" cy="164388"/>
              <a:chOff x="8325332" y="3575419"/>
              <a:chExt cx="456135" cy="164388"/>
            </a:xfrm>
          </p:grpSpPr>
          <p:sp>
            <p:nvSpPr>
              <p:cNvPr id="619" name="Google Shape;619;p20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0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20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20"/>
            <p:cNvGrpSpPr/>
            <p:nvPr/>
          </p:nvGrpSpPr>
          <p:grpSpPr>
            <a:xfrm rot="10800000">
              <a:off x="1898470" y="289156"/>
              <a:ext cx="464802" cy="167435"/>
              <a:chOff x="172186" y="3593631"/>
              <a:chExt cx="464802" cy="16743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0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0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6" name="Google Shape;626;p20"/>
            <p:cNvGrpSpPr/>
            <p:nvPr/>
          </p:nvGrpSpPr>
          <p:grpSpPr>
            <a:xfrm rot="10800000">
              <a:off x="217824" y="1367545"/>
              <a:ext cx="561853" cy="348158"/>
              <a:chOff x="2735298" y="809042"/>
              <a:chExt cx="638978" cy="395949"/>
            </a:xfrm>
          </p:grpSpPr>
          <p:sp>
            <p:nvSpPr>
              <p:cNvPr id="627" name="Google Shape;627;p20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0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0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0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1" name="Google Shape;631;p20"/>
            <p:cNvSpPr/>
            <p:nvPr/>
          </p:nvSpPr>
          <p:spPr>
            <a:xfrm rot="10800000">
              <a:off x="399546" y="19402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 rot="10800000">
              <a:off x="3536521" y="435706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 rot="10800000">
              <a:off x="8671084" y="45660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 rot="10800000">
              <a:off x="248659" y="297560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 flipH="1">
              <a:off x="8833971" y="389480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 rot="10800000">
              <a:off x="6866646" y="4357071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7" name="Google Shape;637;p20"/>
          <p:cNvSpPr txBox="1">
            <a:spLocks noGrp="1"/>
          </p:cNvSpPr>
          <p:nvPr>
            <p:ph type="title" hasCustomPrompt="1"/>
          </p:nvPr>
        </p:nvSpPr>
        <p:spPr>
          <a:xfrm>
            <a:off x="715100" y="535006"/>
            <a:ext cx="2509500" cy="8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rPr lang="en-US" dirty="0"/>
              <a:t>sad</a:t>
            </a:r>
            <a:endParaRPr dirty="0"/>
          </a:p>
        </p:txBody>
      </p:sp>
      <p:sp>
        <p:nvSpPr>
          <p:cNvPr id="638" name="Google Shape;638;p20"/>
          <p:cNvSpPr txBox="1">
            <a:spLocks noGrp="1"/>
          </p:cNvSpPr>
          <p:nvPr>
            <p:ph type="body" idx="1"/>
          </p:nvPr>
        </p:nvSpPr>
        <p:spPr>
          <a:xfrm>
            <a:off x="715100" y="1853450"/>
            <a:ext cx="4374600" cy="24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" name="Google Shape;640;p21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641" name="Google Shape;641;p21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1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1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4" name="Google Shape;644;p21"/>
          <p:cNvGrpSpPr/>
          <p:nvPr/>
        </p:nvGrpSpPr>
        <p:grpSpPr>
          <a:xfrm>
            <a:off x="140625" y="197531"/>
            <a:ext cx="8911725" cy="4111535"/>
            <a:chOff x="140625" y="197531"/>
            <a:chExt cx="8911725" cy="4111535"/>
          </a:xfrm>
        </p:grpSpPr>
        <p:grpSp>
          <p:nvGrpSpPr>
            <p:cNvPr id="645" name="Google Shape;645;p21"/>
            <p:cNvGrpSpPr/>
            <p:nvPr/>
          </p:nvGrpSpPr>
          <p:grpSpPr>
            <a:xfrm>
              <a:off x="8510349" y="197531"/>
              <a:ext cx="464802" cy="167435"/>
              <a:chOff x="6500449" y="451268"/>
              <a:chExt cx="464802" cy="167435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9" name="Google Shape;649;p21"/>
            <p:cNvGrpSpPr/>
            <p:nvPr/>
          </p:nvGrpSpPr>
          <p:grpSpPr>
            <a:xfrm>
              <a:off x="803707" y="289944"/>
              <a:ext cx="456135" cy="164388"/>
              <a:chOff x="8325332" y="3575419"/>
              <a:chExt cx="456135" cy="164388"/>
            </a:xfrm>
          </p:grpSpPr>
          <p:sp>
            <p:nvSpPr>
              <p:cNvPr id="650" name="Google Shape;650;p21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1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1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21"/>
            <p:cNvGrpSpPr/>
            <p:nvPr/>
          </p:nvGrpSpPr>
          <p:grpSpPr>
            <a:xfrm>
              <a:off x="2643561" y="4141631"/>
              <a:ext cx="464802" cy="167435"/>
              <a:chOff x="172186" y="3593631"/>
              <a:chExt cx="464802" cy="167435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1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7" name="Google Shape;657;p21"/>
            <p:cNvGrpSpPr/>
            <p:nvPr/>
          </p:nvGrpSpPr>
          <p:grpSpPr>
            <a:xfrm>
              <a:off x="7116475" y="613071"/>
              <a:ext cx="561853" cy="348158"/>
              <a:chOff x="2735298" y="809042"/>
              <a:chExt cx="638978" cy="395949"/>
            </a:xfrm>
          </p:grpSpPr>
          <p:sp>
            <p:nvSpPr>
              <p:cNvPr id="658" name="Google Shape;658;p21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1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1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21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2" name="Google Shape;662;p21"/>
            <p:cNvGrpSpPr/>
            <p:nvPr/>
          </p:nvGrpSpPr>
          <p:grpSpPr>
            <a:xfrm>
              <a:off x="5600970" y="1507817"/>
              <a:ext cx="561853" cy="348158"/>
              <a:chOff x="2735298" y="809042"/>
              <a:chExt cx="638978" cy="395949"/>
            </a:xfrm>
          </p:grpSpPr>
          <p:sp>
            <p:nvSpPr>
              <p:cNvPr id="663" name="Google Shape;663;p21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1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1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1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7" name="Google Shape;667;p21"/>
            <p:cNvSpPr/>
            <p:nvPr/>
          </p:nvSpPr>
          <p:spPr>
            <a:xfrm>
              <a:off x="8795550" y="3516125"/>
              <a:ext cx="256800" cy="256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1"/>
            <p:cNvSpPr/>
            <p:nvPr/>
          </p:nvSpPr>
          <p:spPr>
            <a:xfrm>
              <a:off x="5269475" y="74885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1"/>
            <p:cNvSpPr/>
            <p:nvPr/>
          </p:nvSpPr>
          <p:spPr>
            <a:xfrm>
              <a:off x="303513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1"/>
            <p:cNvSpPr/>
            <p:nvPr/>
          </p:nvSpPr>
          <p:spPr>
            <a:xfrm>
              <a:off x="8175988" y="19567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1"/>
            <p:cNvSpPr/>
            <p:nvPr/>
          </p:nvSpPr>
          <p:spPr>
            <a:xfrm rot="10800000" flipH="1">
              <a:off x="140625" y="7056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1"/>
            <p:cNvSpPr/>
            <p:nvPr/>
          </p:nvSpPr>
          <p:spPr>
            <a:xfrm>
              <a:off x="2203950" y="3394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3" name="Google Shape;673;p21"/>
          <p:cNvSpPr txBox="1">
            <a:spLocks noGrp="1"/>
          </p:cNvSpPr>
          <p:nvPr>
            <p:ph type="subTitle" idx="1"/>
          </p:nvPr>
        </p:nvSpPr>
        <p:spPr>
          <a:xfrm>
            <a:off x="3165144" y="2263600"/>
            <a:ext cx="26319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674" name="Google Shape;674;p21"/>
          <p:cNvSpPr txBox="1">
            <a:spLocks noGrp="1"/>
          </p:cNvSpPr>
          <p:nvPr>
            <p:ph type="subTitle" idx="2"/>
          </p:nvPr>
        </p:nvSpPr>
        <p:spPr>
          <a:xfrm>
            <a:off x="5797074" y="2263600"/>
            <a:ext cx="26319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675" name="Google Shape;675;p21"/>
          <p:cNvSpPr txBox="1">
            <a:spLocks noGrp="1"/>
          </p:cNvSpPr>
          <p:nvPr>
            <p:ph type="subTitle" idx="3"/>
          </p:nvPr>
        </p:nvSpPr>
        <p:spPr>
          <a:xfrm>
            <a:off x="3165144" y="2742350"/>
            <a:ext cx="2631900" cy="12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1"/>
          <p:cNvSpPr txBox="1">
            <a:spLocks noGrp="1"/>
          </p:cNvSpPr>
          <p:nvPr>
            <p:ph type="subTitle" idx="4"/>
          </p:nvPr>
        </p:nvSpPr>
        <p:spPr>
          <a:xfrm>
            <a:off x="5797074" y="2742350"/>
            <a:ext cx="2631900" cy="12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1"/>
          <p:cNvSpPr txBox="1">
            <a:spLocks noGrp="1"/>
          </p:cNvSpPr>
          <p:nvPr>
            <p:ph type="title" hasCustomPrompt="1"/>
          </p:nvPr>
        </p:nvSpPr>
        <p:spPr>
          <a:xfrm>
            <a:off x="715100" y="535000"/>
            <a:ext cx="4750200" cy="4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 dirty="0" err="1"/>
              <a:t>asd</a:t>
            </a:r>
            <a:endParaRPr dirty="0"/>
          </a:p>
        </p:txBody>
      </p:sp>
      <p:sp>
        <p:nvSpPr>
          <p:cNvPr id="678" name="Google Shape;678;p21"/>
          <p:cNvSpPr txBox="1">
            <a:spLocks noGrp="1"/>
          </p:cNvSpPr>
          <p:nvPr>
            <p:ph type="subTitle" idx="5"/>
          </p:nvPr>
        </p:nvSpPr>
        <p:spPr>
          <a:xfrm>
            <a:off x="715100" y="2254075"/>
            <a:ext cx="2087100" cy="12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Google Shape;680;p22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681" name="Google Shape;681;p22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2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22"/>
          <p:cNvGrpSpPr/>
          <p:nvPr/>
        </p:nvGrpSpPr>
        <p:grpSpPr>
          <a:xfrm>
            <a:off x="312384" y="267199"/>
            <a:ext cx="8692188" cy="4099290"/>
            <a:chOff x="312384" y="267199"/>
            <a:chExt cx="8692188" cy="4099290"/>
          </a:xfrm>
        </p:grpSpPr>
        <p:grpSp>
          <p:nvGrpSpPr>
            <p:cNvPr id="685" name="Google Shape;685;p22"/>
            <p:cNvGrpSpPr/>
            <p:nvPr/>
          </p:nvGrpSpPr>
          <p:grpSpPr>
            <a:xfrm>
              <a:off x="482699" y="451281"/>
              <a:ext cx="464802" cy="167435"/>
              <a:chOff x="1564074" y="825393"/>
              <a:chExt cx="464802" cy="167435"/>
            </a:xfrm>
          </p:grpSpPr>
          <p:sp>
            <p:nvSpPr>
              <p:cNvPr id="686" name="Google Shape;686;p22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22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2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9" name="Google Shape;689;p22"/>
            <p:cNvGrpSpPr/>
            <p:nvPr/>
          </p:nvGrpSpPr>
          <p:grpSpPr>
            <a:xfrm flipH="1">
              <a:off x="8196503" y="267199"/>
              <a:ext cx="464800" cy="388458"/>
              <a:chOff x="5871443" y="2651058"/>
              <a:chExt cx="713540" cy="596342"/>
            </a:xfrm>
          </p:grpSpPr>
          <p:sp>
            <p:nvSpPr>
              <p:cNvPr id="690" name="Google Shape;690;p22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2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2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" name="Google Shape;693;p22"/>
            <p:cNvGrpSpPr/>
            <p:nvPr/>
          </p:nvGrpSpPr>
          <p:grpSpPr>
            <a:xfrm flipH="1">
              <a:off x="312384" y="4136990"/>
              <a:ext cx="464798" cy="229499"/>
              <a:chOff x="7696375" y="504975"/>
              <a:chExt cx="561825" cy="277408"/>
            </a:xfrm>
          </p:grpSpPr>
          <p:sp>
            <p:nvSpPr>
              <p:cNvPr id="694" name="Google Shape;694;p22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2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6" name="Google Shape;696;p22"/>
            <p:cNvSpPr/>
            <p:nvPr/>
          </p:nvSpPr>
          <p:spPr>
            <a:xfrm>
              <a:off x="6755375" y="48412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2"/>
            <p:cNvSpPr/>
            <p:nvPr/>
          </p:nvSpPr>
          <p:spPr>
            <a:xfrm>
              <a:off x="3618538" y="29261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2"/>
            <p:cNvSpPr/>
            <p:nvPr/>
          </p:nvSpPr>
          <p:spPr>
            <a:xfrm>
              <a:off x="7463088" y="7057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2"/>
            <p:cNvSpPr/>
            <p:nvPr/>
          </p:nvSpPr>
          <p:spPr>
            <a:xfrm rot="10800000">
              <a:off x="8841671" y="7056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2"/>
            <p:cNvSpPr/>
            <p:nvPr/>
          </p:nvSpPr>
          <p:spPr>
            <a:xfrm rot="10800000">
              <a:off x="4042521" y="2672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1" name="Google Shape;701;p22"/>
          <p:cNvSpPr txBox="1">
            <a:spLocks noGrp="1"/>
          </p:cNvSpPr>
          <p:nvPr>
            <p:ph type="title" hasCustomPrompt="1"/>
          </p:nvPr>
        </p:nvSpPr>
        <p:spPr>
          <a:xfrm>
            <a:off x="720000" y="1143000"/>
            <a:ext cx="3232800" cy="16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 dirty="0" err="1"/>
              <a:t>asd</a:t>
            </a:r>
            <a:endParaRPr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3" name="Google Shape;703;p23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704" name="Google Shape;704;p23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3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3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23"/>
          <p:cNvGrpSpPr/>
          <p:nvPr/>
        </p:nvGrpSpPr>
        <p:grpSpPr>
          <a:xfrm>
            <a:off x="217824" y="289156"/>
            <a:ext cx="8779048" cy="4185085"/>
            <a:chOff x="217824" y="289156"/>
            <a:chExt cx="8779048" cy="4185085"/>
          </a:xfrm>
        </p:grpSpPr>
        <p:grpSp>
          <p:nvGrpSpPr>
            <p:cNvPr id="708" name="Google Shape;708;p23"/>
            <p:cNvGrpSpPr/>
            <p:nvPr/>
          </p:nvGrpSpPr>
          <p:grpSpPr>
            <a:xfrm>
              <a:off x="8347448" y="289156"/>
              <a:ext cx="464802" cy="167435"/>
              <a:chOff x="6500449" y="451268"/>
              <a:chExt cx="464802" cy="167435"/>
            </a:xfrm>
          </p:grpSpPr>
          <p:sp>
            <p:nvSpPr>
              <p:cNvPr id="709" name="Google Shape;709;p23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3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3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2" name="Google Shape;712;p23"/>
            <p:cNvGrpSpPr/>
            <p:nvPr/>
          </p:nvGrpSpPr>
          <p:grpSpPr>
            <a:xfrm>
              <a:off x="880905" y="289944"/>
              <a:ext cx="456135" cy="164388"/>
              <a:chOff x="8325332" y="3575419"/>
              <a:chExt cx="456135" cy="164388"/>
            </a:xfrm>
          </p:grpSpPr>
          <p:sp>
            <p:nvSpPr>
              <p:cNvPr id="713" name="Google Shape;713;p23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3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3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6" name="Google Shape;716;p23"/>
            <p:cNvGrpSpPr/>
            <p:nvPr/>
          </p:nvGrpSpPr>
          <p:grpSpPr>
            <a:xfrm>
              <a:off x="6851423" y="4306806"/>
              <a:ext cx="464802" cy="167435"/>
              <a:chOff x="172186" y="3593631"/>
              <a:chExt cx="464802" cy="167435"/>
            </a:xfrm>
          </p:grpSpPr>
          <p:sp>
            <p:nvSpPr>
              <p:cNvPr id="717" name="Google Shape;717;p23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3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3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0" name="Google Shape;720;p23"/>
            <p:cNvGrpSpPr/>
            <p:nvPr/>
          </p:nvGrpSpPr>
          <p:grpSpPr>
            <a:xfrm>
              <a:off x="4291074" y="1507821"/>
              <a:ext cx="561853" cy="348158"/>
              <a:chOff x="2735298" y="809042"/>
              <a:chExt cx="638978" cy="395949"/>
            </a:xfrm>
          </p:grpSpPr>
          <p:sp>
            <p:nvSpPr>
              <p:cNvPr id="721" name="Google Shape;721;p2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2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2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2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5" name="Google Shape;725;p23"/>
            <p:cNvGrpSpPr/>
            <p:nvPr/>
          </p:nvGrpSpPr>
          <p:grpSpPr>
            <a:xfrm>
              <a:off x="8435018" y="3047692"/>
              <a:ext cx="561853" cy="348158"/>
              <a:chOff x="2735298" y="809042"/>
              <a:chExt cx="638978" cy="395949"/>
            </a:xfrm>
          </p:grpSpPr>
          <p:sp>
            <p:nvSpPr>
              <p:cNvPr id="726" name="Google Shape;726;p2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2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2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2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0" name="Google Shape;730;p23"/>
            <p:cNvSpPr/>
            <p:nvPr/>
          </p:nvSpPr>
          <p:spPr>
            <a:xfrm>
              <a:off x="4443599" y="3344875"/>
              <a:ext cx="256800" cy="256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3"/>
            <p:cNvSpPr/>
            <p:nvPr/>
          </p:nvSpPr>
          <p:spPr>
            <a:xfrm>
              <a:off x="8347449" y="42540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3"/>
            <p:cNvSpPr/>
            <p:nvPr/>
          </p:nvSpPr>
          <p:spPr>
            <a:xfrm>
              <a:off x="5611274" y="33943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3"/>
            <p:cNvSpPr/>
            <p:nvPr/>
          </p:nvSpPr>
          <p:spPr>
            <a:xfrm>
              <a:off x="380711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3"/>
            <p:cNvSpPr/>
            <p:nvPr/>
          </p:nvSpPr>
          <p:spPr>
            <a:xfrm>
              <a:off x="8803136" y="1624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3"/>
            <p:cNvSpPr/>
            <p:nvPr/>
          </p:nvSpPr>
          <p:spPr>
            <a:xfrm rot="10800000" flipH="1">
              <a:off x="217824" y="7056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3"/>
            <p:cNvSpPr/>
            <p:nvPr/>
          </p:nvSpPr>
          <p:spPr>
            <a:xfrm>
              <a:off x="2281149" y="3394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7" name="Google Shape;737;p23"/>
          <p:cNvSpPr txBox="1">
            <a:spLocks noGrp="1"/>
          </p:cNvSpPr>
          <p:nvPr>
            <p:ph type="title" hasCustomPrompt="1"/>
          </p:nvPr>
        </p:nvSpPr>
        <p:spPr>
          <a:xfrm>
            <a:off x="720000" y="925575"/>
            <a:ext cx="3048000" cy="18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 dirty="0" err="1"/>
              <a:t>asd</a:t>
            </a:r>
            <a:endParaRPr dirty="0"/>
          </a:p>
        </p:txBody>
      </p:sp>
      <p:sp>
        <p:nvSpPr>
          <p:cNvPr id="738" name="Google Shape;738;p23"/>
          <p:cNvSpPr txBox="1">
            <a:spLocks noGrp="1"/>
          </p:cNvSpPr>
          <p:nvPr>
            <p:ph type="subTitle" idx="1"/>
          </p:nvPr>
        </p:nvSpPr>
        <p:spPr>
          <a:xfrm>
            <a:off x="720000" y="3100550"/>
            <a:ext cx="3048000" cy="10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oogle Shape;740;p24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741" name="Google Shape;741;p24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4" name="Google Shape;744;p24"/>
          <p:cNvGrpSpPr/>
          <p:nvPr/>
        </p:nvGrpSpPr>
        <p:grpSpPr>
          <a:xfrm>
            <a:off x="175029" y="174256"/>
            <a:ext cx="8803855" cy="4132532"/>
            <a:chOff x="175029" y="174256"/>
            <a:chExt cx="8803855" cy="4132532"/>
          </a:xfrm>
        </p:grpSpPr>
        <p:grpSp>
          <p:nvGrpSpPr>
            <p:cNvPr id="745" name="Google Shape;745;p24"/>
            <p:cNvGrpSpPr/>
            <p:nvPr/>
          </p:nvGrpSpPr>
          <p:grpSpPr>
            <a:xfrm>
              <a:off x="7002558" y="174256"/>
              <a:ext cx="464802" cy="167435"/>
              <a:chOff x="6500449" y="451268"/>
              <a:chExt cx="464802" cy="167435"/>
            </a:xfrm>
          </p:grpSpPr>
          <p:sp>
            <p:nvSpPr>
              <p:cNvPr id="746" name="Google Shape;746;p24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24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24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9" name="Google Shape;749;p24"/>
            <p:cNvGrpSpPr/>
            <p:nvPr/>
          </p:nvGrpSpPr>
          <p:grpSpPr>
            <a:xfrm>
              <a:off x="487028" y="290682"/>
              <a:ext cx="456135" cy="164388"/>
              <a:chOff x="8325332" y="3575419"/>
              <a:chExt cx="456135" cy="164388"/>
            </a:xfrm>
          </p:grpSpPr>
          <p:sp>
            <p:nvSpPr>
              <p:cNvPr id="750" name="Google Shape;750;p24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24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24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3" name="Google Shape;753;p24"/>
            <p:cNvGrpSpPr/>
            <p:nvPr/>
          </p:nvGrpSpPr>
          <p:grpSpPr>
            <a:xfrm>
              <a:off x="5063208" y="4120506"/>
              <a:ext cx="464802" cy="167435"/>
              <a:chOff x="172186" y="3593631"/>
              <a:chExt cx="464802" cy="167435"/>
            </a:xfrm>
          </p:grpSpPr>
          <p:sp>
            <p:nvSpPr>
              <p:cNvPr id="754" name="Google Shape;754;p24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24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24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7" name="Google Shape;757;p24"/>
            <p:cNvGrpSpPr/>
            <p:nvPr/>
          </p:nvGrpSpPr>
          <p:grpSpPr>
            <a:xfrm>
              <a:off x="8068409" y="2264321"/>
              <a:ext cx="561853" cy="348158"/>
              <a:chOff x="2735298" y="809042"/>
              <a:chExt cx="638978" cy="395949"/>
            </a:xfrm>
          </p:grpSpPr>
          <p:sp>
            <p:nvSpPr>
              <p:cNvPr id="758" name="Google Shape;758;p24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24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24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24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2" name="Google Shape;762;p24"/>
            <p:cNvGrpSpPr/>
            <p:nvPr/>
          </p:nvGrpSpPr>
          <p:grpSpPr>
            <a:xfrm>
              <a:off x="175029" y="3088330"/>
              <a:ext cx="561853" cy="348158"/>
              <a:chOff x="2735298" y="809042"/>
              <a:chExt cx="638978" cy="395949"/>
            </a:xfrm>
          </p:grpSpPr>
          <p:sp>
            <p:nvSpPr>
              <p:cNvPr id="763" name="Google Shape;763;p24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24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4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24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7" name="Google Shape;767;p24"/>
            <p:cNvSpPr/>
            <p:nvPr/>
          </p:nvSpPr>
          <p:spPr>
            <a:xfrm>
              <a:off x="8815984" y="38195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5262159" y="9207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374496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8815971" y="2914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 rot="10800000" flipH="1">
              <a:off x="374509" y="22180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2274934" y="2245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8911984" y="16729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 rot="10800000" flipH="1">
              <a:off x="3047484" y="41438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3844009" y="7886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6" name="Google Shape;776;p24"/>
          <p:cNvSpPr txBox="1">
            <a:spLocks noGrp="1"/>
          </p:cNvSpPr>
          <p:nvPr>
            <p:ph type="title" hasCustomPrompt="1"/>
          </p:nvPr>
        </p:nvSpPr>
        <p:spPr>
          <a:xfrm>
            <a:off x="682888" y="1173750"/>
            <a:ext cx="777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 dirty="0" err="1"/>
              <a:t>asdas</a:t>
            </a:r>
            <a:endParaRPr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oogle Shape;778;p25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779" name="Google Shape;779;p25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5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5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25"/>
          <p:cNvGrpSpPr/>
          <p:nvPr/>
        </p:nvGrpSpPr>
        <p:grpSpPr>
          <a:xfrm>
            <a:off x="154786" y="242917"/>
            <a:ext cx="8670314" cy="4170573"/>
            <a:chOff x="154786" y="242917"/>
            <a:chExt cx="8670314" cy="4170573"/>
          </a:xfrm>
        </p:grpSpPr>
        <p:sp>
          <p:nvSpPr>
            <p:cNvPr id="783" name="Google Shape;783;p25"/>
            <p:cNvSpPr/>
            <p:nvPr/>
          </p:nvSpPr>
          <p:spPr>
            <a:xfrm>
              <a:off x="4149900" y="2350163"/>
              <a:ext cx="844200" cy="102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4" name="Google Shape;784;p25"/>
            <p:cNvGrpSpPr/>
            <p:nvPr/>
          </p:nvGrpSpPr>
          <p:grpSpPr>
            <a:xfrm>
              <a:off x="5986284" y="357180"/>
              <a:ext cx="464802" cy="167435"/>
              <a:chOff x="8605659" y="1657430"/>
              <a:chExt cx="464802" cy="167435"/>
            </a:xfrm>
          </p:grpSpPr>
          <p:sp>
            <p:nvSpPr>
              <p:cNvPr id="785" name="Google Shape;785;p25"/>
              <p:cNvSpPr/>
              <p:nvPr/>
            </p:nvSpPr>
            <p:spPr>
              <a:xfrm>
                <a:off x="8682677" y="1749850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25"/>
              <p:cNvSpPr/>
              <p:nvPr/>
            </p:nvSpPr>
            <p:spPr>
              <a:xfrm>
                <a:off x="8605659" y="1657430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25"/>
              <p:cNvSpPr/>
              <p:nvPr/>
            </p:nvSpPr>
            <p:spPr>
              <a:xfrm>
                <a:off x="8848000" y="1657430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8" name="Google Shape;788;p25"/>
            <p:cNvGrpSpPr/>
            <p:nvPr/>
          </p:nvGrpSpPr>
          <p:grpSpPr>
            <a:xfrm>
              <a:off x="154786" y="4246056"/>
              <a:ext cx="464802" cy="167435"/>
              <a:chOff x="172186" y="3593631"/>
              <a:chExt cx="464802" cy="167435"/>
            </a:xfrm>
          </p:grpSpPr>
          <p:sp>
            <p:nvSpPr>
              <p:cNvPr id="789" name="Google Shape;789;p25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25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25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2" name="Google Shape;792;p25"/>
            <p:cNvGrpSpPr/>
            <p:nvPr/>
          </p:nvGrpSpPr>
          <p:grpSpPr>
            <a:xfrm>
              <a:off x="296948" y="242917"/>
              <a:ext cx="638978" cy="395949"/>
              <a:chOff x="2735298" y="809042"/>
              <a:chExt cx="638978" cy="395949"/>
            </a:xfrm>
          </p:grpSpPr>
          <p:sp>
            <p:nvSpPr>
              <p:cNvPr id="793" name="Google Shape;793;p2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2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2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2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7" name="Google Shape;797;p25"/>
            <p:cNvGrpSpPr/>
            <p:nvPr/>
          </p:nvGrpSpPr>
          <p:grpSpPr>
            <a:xfrm>
              <a:off x="2643550" y="813521"/>
              <a:ext cx="464920" cy="167552"/>
              <a:chOff x="5168500" y="1963071"/>
              <a:chExt cx="464920" cy="167552"/>
            </a:xfrm>
          </p:grpSpPr>
          <p:sp>
            <p:nvSpPr>
              <p:cNvPr id="798" name="Google Shape;798;p25"/>
              <p:cNvSpPr/>
              <p:nvPr/>
            </p:nvSpPr>
            <p:spPr>
              <a:xfrm>
                <a:off x="5245635" y="196307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0" y="1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25"/>
              <p:cNvSpPr/>
              <p:nvPr/>
            </p:nvSpPr>
            <p:spPr>
              <a:xfrm>
                <a:off x="5168500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25"/>
              <p:cNvSpPr/>
              <p:nvPr/>
            </p:nvSpPr>
            <p:spPr>
              <a:xfrm>
                <a:off x="5410841" y="2055726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2" y="637"/>
                    </a:ln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1" name="Google Shape;801;p25"/>
            <p:cNvGrpSpPr/>
            <p:nvPr/>
          </p:nvGrpSpPr>
          <p:grpSpPr>
            <a:xfrm>
              <a:off x="7498542" y="4078503"/>
              <a:ext cx="464920" cy="167552"/>
              <a:chOff x="8157492" y="3553378"/>
              <a:chExt cx="464920" cy="167552"/>
            </a:xfrm>
          </p:grpSpPr>
          <p:sp>
            <p:nvSpPr>
              <p:cNvPr id="802" name="Google Shape;802;p25"/>
              <p:cNvSpPr/>
              <p:nvPr/>
            </p:nvSpPr>
            <p:spPr>
              <a:xfrm>
                <a:off x="8234627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25"/>
              <p:cNvSpPr/>
              <p:nvPr/>
            </p:nvSpPr>
            <p:spPr>
              <a:xfrm>
                <a:off x="8157492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25"/>
              <p:cNvSpPr/>
              <p:nvPr/>
            </p:nvSpPr>
            <p:spPr>
              <a:xfrm>
                <a:off x="8399833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5" name="Google Shape;805;p25"/>
            <p:cNvGrpSpPr/>
            <p:nvPr/>
          </p:nvGrpSpPr>
          <p:grpSpPr>
            <a:xfrm>
              <a:off x="935929" y="2962828"/>
              <a:ext cx="464920" cy="167552"/>
              <a:chOff x="4278429" y="4134403"/>
              <a:chExt cx="464920" cy="167552"/>
            </a:xfrm>
          </p:grpSpPr>
          <p:sp>
            <p:nvSpPr>
              <p:cNvPr id="806" name="Google Shape;806;p25"/>
              <p:cNvSpPr/>
              <p:nvPr/>
            </p:nvSpPr>
            <p:spPr>
              <a:xfrm>
                <a:off x="4355565" y="413440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5"/>
              <p:cNvSpPr/>
              <p:nvPr/>
            </p:nvSpPr>
            <p:spPr>
              <a:xfrm>
                <a:off x="4278429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5"/>
              <p:cNvSpPr/>
              <p:nvPr/>
            </p:nvSpPr>
            <p:spPr>
              <a:xfrm>
                <a:off x="4520770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9" name="Google Shape;809;p25"/>
            <p:cNvSpPr/>
            <p:nvPr/>
          </p:nvSpPr>
          <p:spPr>
            <a:xfrm>
              <a:off x="5082413" y="36901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5"/>
            <p:cNvSpPr/>
            <p:nvPr/>
          </p:nvSpPr>
          <p:spPr>
            <a:xfrm>
              <a:off x="8758200" y="207674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5"/>
            <p:cNvSpPr/>
            <p:nvPr/>
          </p:nvSpPr>
          <p:spPr>
            <a:xfrm>
              <a:off x="8107163" y="108585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5"/>
            <p:cNvSpPr/>
            <p:nvPr/>
          </p:nvSpPr>
          <p:spPr>
            <a:xfrm>
              <a:off x="354888" y="207673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3" name="Google Shape;813;p25"/>
            <p:cNvGrpSpPr/>
            <p:nvPr/>
          </p:nvGrpSpPr>
          <p:grpSpPr>
            <a:xfrm>
              <a:off x="8186123" y="2962817"/>
              <a:ext cx="638978" cy="395949"/>
              <a:chOff x="2735298" y="809042"/>
              <a:chExt cx="638978" cy="395949"/>
            </a:xfrm>
          </p:grpSpPr>
          <p:sp>
            <p:nvSpPr>
              <p:cNvPr id="814" name="Google Shape;814;p2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2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2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2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8" name="Google Shape;818;p25"/>
            <p:cNvSpPr/>
            <p:nvPr/>
          </p:nvSpPr>
          <p:spPr>
            <a:xfrm>
              <a:off x="7498550" y="29027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5"/>
            <p:cNvSpPr/>
            <p:nvPr/>
          </p:nvSpPr>
          <p:spPr>
            <a:xfrm>
              <a:off x="1333950" y="91417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5"/>
            <p:cNvSpPr/>
            <p:nvPr/>
          </p:nvSpPr>
          <p:spPr>
            <a:xfrm>
              <a:off x="1578550" y="412882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1" name="Google Shape;821;p25"/>
          <p:cNvSpPr txBox="1">
            <a:spLocks noGrp="1"/>
          </p:cNvSpPr>
          <p:nvPr>
            <p:ph type="title" hasCustomPrompt="1"/>
          </p:nvPr>
        </p:nvSpPr>
        <p:spPr>
          <a:xfrm>
            <a:off x="1798200" y="756075"/>
            <a:ext cx="55476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 dirty="0" err="1"/>
              <a:t>asd</a:t>
            </a:r>
            <a:endParaRPr dirty="0"/>
          </a:p>
        </p:txBody>
      </p:sp>
      <p:sp>
        <p:nvSpPr>
          <p:cNvPr id="822" name="Google Shape;822;p25"/>
          <p:cNvSpPr txBox="1">
            <a:spLocks noGrp="1"/>
          </p:cNvSpPr>
          <p:nvPr>
            <p:ph type="subTitle" idx="1"/>
          </p:nvPr>
        </p:nvSpPr>
        <p:spPr>
          <a:xfrm>
            <a:off x="1798200" y="2763750"/>
            <a:ext cx="55476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6"/>
          <p:cNvSpPr/>
          <p:nvPr/>
        </p:nvSpPr>
        <p:spPr>
          <a:xfrm>
            <a:off x="-9525" y="-19050"/>
            <a:ext cx="9144000" cy="5162700"/>
          </a:xfrm>
          <a:prstGeom prst="rect">
            <a:avLst/>
          </a:prstGeom>
          <a:solidFill>
            <a:srgbClr val="FFEAD3">
              <a:alpha val="156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6"/>
          <p:cNvSpPr txBox="1">
            <a:spLocks noGrp="1"/>
          </p:cNvSpPr>
          <p:nvPr>
            <p:ph type="title" hasCustomPrompt="1"/>
          </p:nvPr>
        </p:nvSpPr>
        <p:spPr>
          <a:xfrm>
            <a:off x="3952900" y="3486200"/>
            <a:ext cx="4476000" cy="1122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 dirty="0" err="1"/>
              <a:t>asdsad</a:t>
            </a:r>
            <a:endParaRPr dirty="0"/>
          </a:p>
        </p:txBody>
      </p:sp>
      <p:grpSp>
        <p:nvGrpSpPr>
          <p:cNvPr id="826" name="Google Shape;826;p26"/>
          <p:cNvGrpSpPr/>
          <p:nvPr/>
        </p:nvGrpSpPr>
        <p:grpSpPr>
          <a:xfrm>
            <a:off x="223029" y="86238"/>
            <a:ext cx="8755855" cy="3311180"/>
            <a:chOff x="223029" y="86238"/>
            <a:chExt cx="8755855" cy="3311180"/>
          </a:xfrm>
        </p:grpSpPr>
        <p:grpSp>
          <p:nvGrpSpPr>
            <p:cNvPr id="827" name="Google Shape;827;p26"/>
            <p:cNvGrpSpPr/>
            <p:nvPr/>
          </p:nvGrpSpPr>
          <p:grpSpPr>
            <a:xfrm rot="10800000">
              <a:off x="8417031" y="1046812"/>
              <a:ext cx="561853" cy="348158"/>
              <a:chOff x="2735298" y="809042"/>
              <a:chExt cx="638978" cy="395949"/>
            </a:xfrm>
          </p:grpSpPr>
          <p:sp>
            <p:nvSpPr>
              <p:cNvPr id="828" name="Google Shape;828;p26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26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26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26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32" name="Google Shape;832;p26"/>
            <p:cNvSpPr/>
            <p:nvPr/>
          </p:nvSpPr>
          <p:spPr>
            <a:xfrm rot="10800000">
              <a:off x="8047841" y="3416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6"/>
            <p:cNvSpPr/>
            <p:nvPr/>
          </p:nvSpPr>
          <p:spPr>
            <a:xfrm rot="10800000">
              <a:off x="432216" y="8623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6"/>
            <p:cNvSpPr/>
            <p:nvPr/>
          </p:nvSpPr>
          <p:spPr>
            <a:xfrm flipH="1">
              <a:off x="8616504" y="21023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6"/>
            <p:cNvSpPr/>
            <p:nvPr/>
          </p:nvSpPr>
          <p:spPr>
            <a:xfrm rot="10800000">
              <a:off x="7421679" y="137247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6"/>
            <p:cNvSpPr/>
            <p:nvPr/>
          </p:nvSpPr>
          <p:spPr>
            <a:xfrm rot="10800000">
              <a:off x="223029" y="3330517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8" name="Google Shape;838;p27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839" name="Google Shape;839;p27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7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2" name="Google Shape;842;p27"/>
          <p:cNvGrpSpPr/>
          <p:nvPr/>
        </p:nvGrpSpPr>
        <p:grpSpPr>
          <a:xfrm flipH="1">
            <a:off x="1771720" y="451281"/>
            <a:ext cx="464802" cy="167435"/>
            <a:chOff x="6500449" y="451268"/>
            <a:chExt cx="464802" cy="167435"/>
          </a:xfrm>
        </p:grpSpPr>
        <p:sp>
          <p:nvSpPr>
            <p:cNvPr id="843" name="Google Shape;843;p27"/>
            <p:cNvSpPr/>
            <p:nvPr/>
          </p:nvSpPr>
          <p:spPr>
            <a:xfrm>
              <a:off x="6577467" y="54368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6500449" y="451268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6742790" y="451268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6" name="Google Shape;846;p27"/>
          <p:cNvGrpSpPr/>
          <p:nvPr/>
        </p:nvGrpSpPr>
        <p:grpSpPr>
          <a:xfrm flipH="1">
            <a:off x="8004530" y="479157"/>
            <a:ext cx="456135" cy="164388"/>
            <a:chOff x="8325332" y="3575419"/>
            <a:chExt cx="456135" cy="164388"/>
          </a:xfrm>
        </p:grpSpPr>
        <p:sp>
          <p:nvSpPr>
            <p:cNvPr id="847" name="Google Shape;847;p27"/>
            <p:cNvSpPr/>
            <p:nvPr/>
          </p:nvSpPr>
          <p:spPr>
            <a:xfrm>
              <a:off x="8401008" y="3575419"/>
              <a:ext cx="218376" cy="73598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8325332" y="3666324"/>
              <a:ext cx="218376" cy="73483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8563090" y="3666324"/>
              <a:ext cx="218376" cy="73483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" name="Google Shape;850;p27"/>
          <p:cNvGrpSpPr/>
          <p:nvPr/>
        </p:nvGrpSpPr>
        <p:grpSpPr>
          <a:xfrm flipH="1">
            <a:off x="6812595" y="4080631"/>
            <a:ext cx="464802" cy="167435"/>
            <a:chOff x="172186" y="3593631"/>
            <a:chExt cx="464802" cy="167435"/>
          </a:xfrm>
        </p:grpSpPr>
        <p:sp>
          <p:nvSpPr>
            <p:cNvPr id="851" name="Google Shape;851;p27"/>
            <p:cNvSpPr/>
            <p:nvPr/>
          </p:nvSpPr>
          <p:spPr>
            <a:xfrm>
              <a:off x="249204" y="3686051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172186" y="3593631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414528" y="3593631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4" name="Google Shape;854;p27"/>
          <p:cNvGrpSpPr/>
          <p:nvPr/>
        </p:nvGrpSpPr>
        <p:grpSpPr>
          <a:xfrm flipH="1">
            <a:off x="5162468" y="526846"/>
            <a:ext cx="561853" cy="348158"/>
            <a:chOff x="2735298" y="809042"/>
            <a:chExt cx="638978" cy="395949"/>
          </a:xfrm>
        </p:grpSpPr>
        <p:sp>
          <p:nvSpPr>
            <p:cNvPr id="855" name="Google Shape;855;p27"/>
            <p:cNvSpPr/>
            <p:nvPr/>
          </p:nvSpPr>
          <p:spPr>
            <a:xfrm>
              <a:off x="2735298" y="940937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4"/>
                  </a:moveTo>
                  <a:lnTo>
                    <a:pt x="2208" y="742"/>
                  </a:lnTo>
                  <a:lnTo>
                    <a:pt x="124" y="742"/>
                  </a:lnTo>
                  <a:lnTo>
                    <a:pt x="124" y="124"/>
                  </a:lnTo>
                  <a:close/>
                  <a:moveTo>
                    <a:pt x="1" y="1"/>
                  </a:moveTo>
                  <a:lnTo>
                    <a:pt x="1" y="866"/>
                  </a:lnTo>
                  <a:lnTo>
                    <a:pt x="2331" y="866"/>
                  </a:lnTo>
                  <a:lnTo>
                    <a:pt x="2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2920409" y="809042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4"/>
                  </a:moveTo>
                  <a:lnTo>
                    <a:pt x="2208" y="741"/>
                  </a:lnTo>
                  <a:lnTo>
                    <a:pt x="125" y="741"/>
                  </a:lnTo>
                  <a:lnTo>
                    <a:pt x="125" y="124"/>
                  </a:lnTo>
                  <a:close/>
                  <a:moveTo>
                    <a:pt x="1" y="0"/>
                  </a:moveTo>
                  <a:lnTo>
                    <a:pt x="1" y="865"/>
                  </a:lnTo>
                  <a:lnTo>
                    <a:pt x="2332" y="865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2883439" y="1091450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3"/>
                  </a:moveTo>
                  <a:lnTo>
                    <a:pt x="2208" y="742"/>
                  </a:lnTo>
                  <a:lnTo>
                    <a:pt x="125" y="742"/>
                  </a:lnTo>
                  <a:lnTo>
                    <a:pt x="125" y="123"/>
                  </a:lnTo>
                  <a:close/>
                  <a:moveTo>
                    <a:pt x="1" y="1"/>
                  </a:moveTo>
                  <a:lnTo>
                    <a:pt x="1" y="866"/>
                  </a:lnTo>
                  <a:lnTo>
                    <a:pt x="2332" y="866"/>
                  </a:lnTo>
                  <a:lnTo>
                    <a:pt x="23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3068681" y="950115"/>
              <a:ext cx="305594" cy="113803"/>
            </a:xfrm>
            <a:custGeom>
              <a:avLst/>
              <a:gdLst/>
              <a:ahLst/>
              <a:cxnLst/>
              <a:rect l="l" t="t" r="r" b="b"/>
              <a:pathLst>
                <a:path w="2331" h="868" extrusionOk="0">
                  <a:moveTo>
                    <a:pt x="2207" y="125"/>
                  </a:moveTo>
                  <a:lnTo>
                    <a:pt x="2207" y="743"/>
                  </a:lnTo>
                  <a:lnTo>
                    <a:pt x="124" y="743"/>
                  </a:lnTo>
                  <a:lnTo>
                    <a:pt x="124" y="125"/>
                  </a:lnTo>
                  <a:close/>
                  <a:moveTo>
                    <a:pt x="0" y="1"/>
                  </a:moveTo>
                  <a:lnTo>
                    <a:pt x="0" y="867"/>
                  </a:lnTo>
                  <a:lnTo>
                    <a:pt x="2331" y="867"/>
                  </a:lnTo>
                  <a:lnTo>
                    <a:pt x="2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9" name="Google Shape;859;p27"/>
          <p:cNvGrpSpPr/>
          <p:nvPr/>
        </p:nvGrpSpPr>
        <p:grpSpPr>
          <a:xfrm flipH="1">
            <a:off x="127024" y="3471367"/>
            <a:ext cx="561853" cy="348158"/>
            <a:chOff x="2735298" y="809042"/>
            <a:chExt cx="638978" cy="395949"/>
          </a:xfrm>
        </p:grpSpPr>
        <p:sp>
          <p:nvSpPr>
            <p:cNvPr id="860" name="Google Shape;860;p27"/>
            <p:cNvSpPr/>
            <p:nvPr/>
          </p:nvSpPr>
          <p:spPr>
            <a:xfrm>
              <a:off x="2735298" y="940937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4"/>
                  </a:moveTo>
                  <a:lnTo>
                    <a:pt x="2208" y="742"/>
                  </a:lnTo>
                  <a:lnTo>
                    <a:pt x="124" y="742"/>
                  </a:lnTo>
                  <a:lnTo>
                    <a:pt x="124" y="124"/>
                  </a:lnTo>
                  <a:close/>
                  <a:moveTo>
                    <a:pt x="1" y="1"/>
                  </a:moveTo>
                  <a:lnTo>
                    <a:pt x="1" y="866"/>
                  </a:lnTo>
                  <a:lnTo>
                    <a:pt x="2331" y="866"/>
                  </a:lnTo>
                  <a:lnTo>
                    <a:pt x="2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2920409" y="809042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4"/>
                  </a:moveTo>
                  <a:lnTo>
                    <a:pt x="2208" y="741"/>
                  </a:lnTo>
                  <a:lnTo>
                    <a:pt x="125" y="741"/>
                  </a:lnTo>
                  <a:lnTo>
                    <a:pt x="125" y="124"/>
                  </a:lnTo>
                  <a:close/>
                  <a:moveTo>
                    <a:pt x="1" y="0"/>
                  </a:moveTo>
                  <a:lnTo>
                    <a:pt x="1" y="865"/>
                  </a:lnTo>
                  <a:lnTo>
                    <a:pt x="2332" y="865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2883439" y="1091450"/>
              <a:ext cx="305725" cy="113541"/>
            </a:xfrm>
            <a:custGeom>
              <a:avLst/>
              <a:gdLst/>
              <a:ahLst/>
              <a:cxnLst/>
              <a:rect l="l" t="t" r="r" b="b"/>
              <a:pathLst>
                <a:path w="2332" h="866" extrusionOk="0">
                  <a:moveTo>
                    <a:pt x="2208" y="123"/>
                  </a:moveTo>
                  <a:lnTo>
                    <a:pt x="2208" y="742"/>
                  </a:lnTo>
                  <a:lnTo>
                    <a:pt x="125" y="742"/>
                  </a:lnTo>
                  <a:lnTo>
                    <a:pt x="125" y="123"/>
                  </a:lnTo>
                  <a:close/>
                  <a:moveTo>
                    <a:pt x="1" y="1"/>
                  </a:moveTo>
                  <a:lnTo>
                    <a:pt x="1" y="866"/>
                  </a:lnTo>
                  <a:lnTo>
                    <a:pt x="2332" y="866"/>
                  </a:lnTo>
                  <a:lnTo>
                    <a:pt x="23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3068681" y="950115"/>
              <a:ext cx="305594" cy="113803"/>
            </a:xfrm>
            <a:custGeom>
              <a:avLst/>
              <a:gdLst/>
              <a:ahLst/>
              <a:cxnLst/>
              <a:rect l="l" t="t" r="r" b="b"/>
              <a:pathLst>
                <a:path w="2331" h="868" extrusionOk="0">
                  <a:moveTo>
                    <a:pt x="2207" y="125"/>
                  </a:moveTo>
                  <a:lnTo>
                    <a:pt x="2207" y="743"/>
                  </a:lnTo>
                  <a:lnTo>
                    <a:pt x="124" y="743"/>
                  </a:lnTo>
                  <a:lnTo>
                    <a:pt x="124" y="125"/>
                  </a:lnTo>
                  <a:close/>
                  <a:moveTo>
                    <a:pt x="0" y="1"/>
                  </a:moveTo>
                  <a:lnTo>
                    <a:pt x="0" y="867"/>
                  </a:lnTo>
                  <a:lnTo>
                    <a:pt x="2331" y="867"/>
                  </a:lnTo>
                  <a:lnTo>
                    <a:pt x="2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4" name="Google Shape;864;p27"/>
          <p:cNvSpPr/>
          <p:nvPr/>
        </p:nvSpPr>
        <p:spPr>
          <a:xfrm flipH="1">
            <a:off x="925734" y="3948925"/>
            <a:ext cx="162900" cy="16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27"/>
          <p:cNvSpPr/>
          <p:nvPr/>
        </p:nvSpPr>
        <p:spPr>
          <a:xfrm flipH="1">
            <a:off x="3890971" y="339433"/>
            <a:ext cx="66900" cy="66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27"/>
          <p:cNvSpPr/>
          <p:nvPr/>
        </p:nvSpPr>
        <p:spPr>
          <a:xfrm flipH="1">
            <a:off x="8428909" y="3948913"/>
            <a:ext cx="162900" cy="1629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7"/>
          <p:cNvSpPr/>
          <p:nvPr/>
        </p:nvSpPr>
        <p:spPr>
          <a:xfrm flipH="1">
            <a:off x="374509" y="291413"/>
            <a:ext cx="162900" cy="1629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27"/>
          <p:cNvSpPr/>
          <p:nvPr/>
        </p:nvSpPr>
        <p:spPr>
          <a:xfrm rot="10800000">
            <a:off x="8780046" y="1038213"/>
            <a:ext cx="162900" cy="16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27"/>
          <p:cNvSpPr/>
          <p:nvPr/>
        </p:nvSpPr>
        <p:spPr>
          <a:xfrm flipH="1">
            <a:off x="7011546" y="224525"/>
            <a:ext cx="66900" cy="66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27"/>
          <p:cNvSpPr/>
          <p:nvPr/>
        </p:nvSpPr>
        <p:spPr>
          <a:xfrm rot="10800000">
            <a:off x="5361946" y="3819513"/>
            <a:ext cx="162900" cy="16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27"/>
          <p:cNvSpPr/>
          <p:nvPr/>
        </p:nvSpPr>
        <p:spPr>
          <a:xfrm flipH="1">
            <a:off x="6748471" y="2227770"/>
            <a:ext cx="66900" cy="66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27"/>
          <p:cNvSpPr txBox="1">
            <a:spLocks noGrp="1"/>
          </p:cNvSpPr>
          <p:nvPr>
            <p:ph type="title" hasCustomPrompt="1"/>
          </p:nvPr>
        </p:nvSpPr>
        <p:spPr>
          <a:xfrm>
            <a:off x="1792000" y="1381113"/>
            <a:ext cx="5638800" cy="16272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rPr lang="en-US" dirty="0" err="1"/>
              <a:t>asd</a:t>
            </a:r>
            <a:r>
              <a:rPr dirty="0" err="1"/>
              <a:t>xx</a:t>
            </a:r>
            <a:r>
              <a:rPr dirty="0"/>
              <a:t>%</a:t>
            </a:r>
          </a:p>
        </p:txBody>
      </p:sp>
      <p:sp>
        <p:nvSpPr>
          <p:cNvPr id="873" name="Google Shape;873;p27"/>
          <p:cNvSpPr txBox="1">
            <a:spLocks noGrp="1"/>
          </p:cNvSpPr>
          <p:nvPr>
            <p:ph type="subTitle" idx="1"/>
          </p:nvPr>
        </p:nvSpPr>
        <p:spPr>
          <a:xfrm>
            <a:off x="3022300" y="3164863"/>
            <a:ext cx="3000300" cy="5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6" name="Google Shape;876;p29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877" name="Google Shape;877;p29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9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9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0" name="Google Shape;880;p29"/>
          <p:cNvGrpSpPr/>
          <p:nvPr/>
        </p:nvGrpSpPr>
        <p:grpSpPr>
          <a:xfrm>
            <a:off x="116686" y="134988"/>
            <a:ext cx="8868306" cy="4309718"/>
            <a:chOff x="116686" y="134988"/>
            <a:chExt cx="8868306" cy="4309718"/>
          </a:xfrm>
        </p:grpSpPr>
        <p:grpSp>
          <p:nvGrpSpPr>
            <p:cNvPr id="881" name="Google Shape;881;p29"/>
            <p:cNvGrpSpPr/>
            <p:nvPr/>
          </p:nvGrpSpPr>
          <p:grpSpPr>
            <a:xfrm>
              <a:off x="2347549" y="1175468"/>
              <a:ext cx="464802" cy="167435"/>
              <a:chOff x="6500449" y="451268"/>
              <a:chExt cx="464802" cy="167435"/>
            </a:xfrm>
          </p:grpSpPr>
          <p:sp>
            <p:nvSpPr>
              <p:cNvPr id="882" name="Google Shape;882;p29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9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29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5" name="Google Shape;885;p29"/>
            <p:cNvGrpSpPr/>
            <p:nvPr/>
          </p:nvGrpSpPr>
          <p:grpSpPr>
            <a:xfrm>
              <a:off x="2600079" y="4277153"/>
              <a:ext cx="299714" cy="167552"/>
              <a:chOff x="4324104" y="4134403"/>
              <a:chExt cx="299714" cy="167552"/>
            </a:xfrm>
          </p:grpSpPr>
          <p:sp>
            <p:nvSpPr>
              <p:cNvPr id="886" name="Google Shape;886;p29"/>
              <p:cNvSpPr/>
              <p:nvPr/>
            </p:nvSpPr>
            <p:spPr>
              <a:xfrm>
                <a:off x="4401240" y="413440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29"/>
              <p:cNvSpPr/>
              <p:nvPr/>
            </p:nvSpPr>
            <p:spPr>
              <a:xfrm>
                <a:off x="4324104" y="4227058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8" name="Google Shape;888;p29"/>
            <p:cNvGrpSpPr/>
            <p:nvPr/>
          </p:nvGrpSpPr>
          <p:grpSpPr>
            <a:xfrm>
              <a:off x="935932" y="1924069"/>
              <a:ext cx="456135" cy="164388"/>
              <a:chOff x="8325332" y="3575419"/>
              <a:chExt cx="456135" cy="164388"/>
            </a:xfrm>
          </p:grpSpPr>
          <p:sp>
            <p:nvSpPr>
              <p:cNvPr id="889" name="Google Shape;889;p29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29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29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2" name="Google Shape;892;p29"/>
            <p:cNvGrpSpPr/>
            <p:nvPr/>
          </p:nvGrpSpPr>
          <p:grpSpPr>
            <a:xfrm>
              <a:off x="116686" y="4109706"/>
              <a:ext cx="464802" cy="167435"/>
              <a:chOff x="172186" y="3593631"/>
              <a:chExt cx="464802" cy="167435"/>
            </a:xfrm>
          </p:grpSpPr>
          <p:sp>
            <p:nvSpPr>
              <p:cNvPr id="893" name="Google Shape;893;p29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29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29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6" name="Google Shape;896;p29"/>
            <p:cNvGrpSpPr/>
            <p:nvPr/>
          </p:nvGrpSpPr>
          <p:grpSpPr>
            <a:xfrm>
              <a:off x="1106573" y="293417"/>
              <a:ext cx="638978" cy="395949"/>
              <a:chOff x="2735298" y="809042"/>
              <a:chExt cx="638978" cy="395949"/>
            </a:xfrm>
          </p:grpSpPr>
          <p:sp>
            <p:nvSpPr>
              <p:cNvPr id="897" name="Google Shape;897;p2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2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2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2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1" name="Google Shape;901;p29"/>
            <p:cNvGrpSpPr/>
            <p:nvPr/>
          </p:nvGrpSpPr>
          <p:grpSpPr>
            <a:xfrm>
              <a:off x="8428890" y="150524"/>
              <a:ext cx="556102" cy="344595"/>
              <a:chOff x="2735298" y="809042"/>
              <a:chExt cx="638978" cy="395949"/>
            </a:xfrm>
          </p:grpSpPr>
          <p:sp>
            <p:nvSpPr>
              <p:cNvPr id="902" name="Google Shape;902;p2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2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2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2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06" name="Google Shape;906;p29"/>
            <p:cNvSpPr/>
            <p:nvPr/>
          </p:nvSpPr>
          <p:spPr>
            <a:xfrm>
              <a:off x="7434225" y="1349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9"/>
            <p:cNvSpPr/>
            <p:nvPr/>
          </p:nvSpPr>
          <p:spPr>
            <a:xfrm>
              <a:off x="426175" y="23777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9"/>
            <p:cNvSpPr/>
            <p:nvPr/>
          </p:nvSpPr>
          <p:spPr>
            <a:xfrm>
              <a:off x="2994825" y="293419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9"/>
            <p:cNvSpPr/>
            <p:nvPr/>
          </p:nvSpPr>
          <p:spPr>
            <a:xfrm>
              <a:off x="6071613" y="1349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9"/>
            <p:cNvSpPr/>
            <p:nvPr/>
          </p:nvSpPr>
          <p:spPr>
            <a:xfrm>
              <a:off x="426175" y="115737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9"/>
            <p:cNvSpPr/>
            <p:nvPr/>
          </p:nvSpPr>
          <p:spPr>
            <a:xfrm>
              <a:off x="2035788" y="405947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2" name="Google Shape;912;p29"/>
          <p:cNvSpPr txBox="1">
            <a:spLocks noGrp="1"/>
          </p:cNvSpPr>
          <p:nvPr>
            <p:ph type="title" hasCustomPrompt="1"/>
          </p:nvPr>
        </p:nvSpPr>
        <p:spPr>
          <a:xfrm>
            <a:off x="3037700" y="749488"/>
            <a:ext cx="993000" cy="593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3" name="Google Shape;913;p29"/>
          <p:cNvSpPr txBox="1">
            <a:spLocks noGrp="1"/>
          </p:cNvSpPr>
          <p:nvPr>
            <p:ph type="subTitle" idx="1"/>
          </p:nvPr>
        </p:nvSpPr>
        <p:spPr>
          <a:xfrm>
            <a:off x="4031825" y="1074238"/>
            <a:ext cx="4398300" cy="26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4" name="Google Shape;914;p29"/>
          <p:cNvSpPr txBox="1">
            <a:spLocks noGrp="1"/>
          </p:cNvSpPr>
          <p:nvPr>
            <p:ph type="title" idx="2" hasCustomPrompt="1"/>
          </p:nvPr>
        </p:nvSpPr>
        <p:spPr>
          <a:xfrm>
            <a:off x="3037700" y="1495800"/>
            <a:ext cx="993000" cy="593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5" name="Google Shape;915;p29"/>
          <p:cNvSpPr txBox="1">
            <a:spLocks noGrp="1"/>
          </p:cNvSpPr>
          <p:nvPr>
            <p:ph type="subTitle" idx="3"/>
          </p:nvPr>
        </p:nvSpPr>
        <p:spPr>
          <a:xfrm>
            <a:off x="4031825" y="1820544"/>
            <a:ext cx="4398300" cy="26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6" name="Google Shape;916;p29"/>
          <p:cNvSpPr txBox="1">
            <a:spLocks noGrp="1"/>
          </p:cNvSpPr>
          <p:nvPr>
            <p:ph type="title" idx="4" hasCustomPrompt="1"/>
          </p:nvPr>
        </p:nvSpPr>
        <p:spPr>
          <a:xfrm>
            <a:off x="3037700" y="2242113"/>
            <a:ext cx="993000" cy="593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7" name="Google Shape;917;p29"/>
          <p:cNvSpPr txBox="1">
            <a:spLocks noGrp="1"/>
          </p:cNvSpPr>
          <p:nvPr>
            <p:ph type="subTitle" idx="5"/>
          </p:nvPr>
        </p:nvSpPr>
        <p:spPr>
          <a:xfrm>
            <a:off x="4031825" y="2566850"/>
            <a:ext cx="4398300" cy="26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29"/>
          <p:cNvSpPr txBox="1">
            <a:spLocks noGrp="1"/>
          </p:cNvSpPr>
          <p:nvPr>
            <p:ph type="title" idx="6" hasCustomPrompt="1"/>
          </p:nvPr>
        </p:nvSpPr>
        <p:spPr>
          <a:xfrm>
            <a:off x="3037700" y="3734738"/>
            <a:ext cx="993000" cy="593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9" name="Google Shape;919;p29"/>
          <p:cNvSpPr txBox="1">
            <a:spLocks noGrp="1"/>
          </p:cNvSpPr>
          <p:nvPr>
            <p:ph type="subTitle" idx="7"/>
          </p:nvPr>
        </p:nvSpPr>
        <p:spPr>
          <a:xfrm>
            <a:off x="4041125" y="4059463"/>
            <a:ext cx="4389000" cy="26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29"/>
          <p:cNvSpPr txBox="1">
            <a:spLocks noGrp="1"/>
          </p:cNvSpPr>
          <p:nvPr>
            <p:ph type="title" idx="8" hasCustomPrompt="1"/>
          </p:nvPr>
        </p:nvSpPr>
        <p:spPr>
          <a:xfrm>
            <a:off x="3037700" y="2988425"/>
            <a:ext cx="993000" cy="593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1" name="Google Shape;921;p29"/>
          <p:cNvSpPr txBox="1">
            <a:spLocks noGrp="1"/>
          </p:cNvSpPr>
          <p:nvPr>
            <p:ph type="subTitle" idx="9"/>
          </p:nvPr>
        </p:nvSpPr>
        <p:spPr>
          <a:xfrm>
            <a:off x="4031825" y="3313156"/>
            <a:ext cx="4398300" cy="26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29"/>
          <p:cNvSpPr txBox="1">
            <a:spLocks noGrp="1"/>
          </p:cNvSpPr>
          <p:nvPr>
            <p:ph type="title" idx="13"/>
          </p:nvPr>
        </p:nvSpPr>
        <p:spPr>
          <a:xfrm>
            <a:off x="715100" y="2607375"/>
            <a:ext cx="2322600" cy="12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subTitle" idx="14"/>
          </p:nvPr>
        </p:nvSpPr>
        <p:spPr>
          <a:xfrm>
            <a:off x="4028025" y="749488"/>
            <a:ext cx="4398300" cy="330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subTitle" idx="15"/>
          </p:nvPr>
        </p:nvSpPr>
        <p:spPr>
          <a:xfrm>
            <a:off x="4028025" y="1494525"/>
            <a:ext cx="4398300" cy="330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subTitle" idx="16"/>
          </p:nvPr>
        </p:nvSpPr>
        <p:spPr>
          <a:xfrm>
            <a:off x="4030425" y="2239600"/>
            <a:ext cx="4395900" cy="330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ubTitle" idx="17"/>
          </p:nvPr>
        </p:nvSpPr>
        <p:spPr>
          <a:xfrm>
            <a:off x="4028025" y="3734738"/>
            <a:ext cx="4398300" cy="330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27" name="Google Shape;927;p29"/>
          <p:cNvSpPr txBox="1">
            <a:spLocks noGrp="1"/>
          </p:cNvSpPr>
          <p:nvPr>
            <p:ph type="subTitle" idx="18"/>
          </p:nvPr>
        </p:nvSpPr>
        <p:spPr>
          <a:xfrm>
            <a:off x="4028025" y="2987175"/>
            <a:ext cx="4398300" cy="330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9" name="Google Shape;929;p30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930" name="Google Shape;930;p30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3" name="Google Shape;933;p30"/>
          <p:cNvSpPr txBox="1">
            <a:spLocks noGrp="1"/>
          </p:cNvSpPr>
          <p:nvPr>
            <p:ph type="title"/>
          </p:nvPr>
        </p:nvSpPr>
        <p:spPr>
          <a:xfrm>
            <a:off x="5222750" y="2784563"/>
            <a:ext cx="3206100" cy="6165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34" name="Google Shape;934;p30"/>
          <p:cNvSpPr txBox="1">
            <a:spLocks noGrp="1"/>
          </p:cNvSpPr>
          <p:nvPr>
            <p:ph type="title" idx="2" hasCustomPrompt="1"/>
          </p:nvPr>
        </p:nvSpPr>
        <p:spPr>
          <a:xfrm>
            <a:off x="5222800" y="894275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35" name="Google Shape;935;p30"/>
          <p:cNvSpPr txBox="1">
            <a:spLocks noGrp="1"/>
          </p:cNvSpPr>
          <p:nvPr>
            <p:ph type="subTitle" idx="1"/>
          </p:nvPr>
        </p:nvSpPr>
        <p:spPr>
          <a:xfrm>
            <a:off x="5222800" y="3478750"/>
            <a:ext cx="3206100" cy="6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36" name="Google Shape;936;p30"/>
          <p:cNvGrpSpPr/>
          <p:nvPr/>
        </p:nvGrpSpPr>
        <p:grpSpPr>
          <a:xfrm>
            <a:off x="76188" y="198275"/>
            <a:ext cx="9019109" cy="4237025"/>
            <a:chOff x="76188" y="198275"/>
            <a:chExt cx="9019109" cy="4237025"/>
          </a:xfrm>
        </p:grpSpPr>
        <p:sp>
          <p:nvSpPr>
            <p:cNvPr id="937" name="Google Shape;937;p30"/>
            <p:cNvSpPr/>
            <p:nvPr/>
          </p:nvSpPr>
          <p:spPr>
            <a:xfrm>
              <a:off x="5384373" y="662496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0" y="1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5549579" y="7551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7691702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7614567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7856908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827693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1793492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1716474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1958815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5952800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8499525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1010900" y="14900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986350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7235550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1" name="Google Shape;951;p30"/>
            <p:cNvGrpSpPr/>
            <p:nvPr/>
          </p:nvGrpSpPr>
          <p:grpSpPr>
            <a:xfrm flipH="1">
              <a:off x="3478184" y="1091140"/>
              <a:ext cx="464798" cy="229499"/>
              <a:chOff x="7696375" y="504975"/>
              <a:chExt cx="561825" cy="277408"/>
            </a:xfrm>
          </p:grpSpPr>
          <p:sp>
            <p:nvSpPr>
              <p:cNvPr id="952" name="Google Shape;952;p30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0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4" name="Google Shape;954;p30"/>
            <p:cNvGrpSpPr/>
            <p:nvPr/>
          </p:nvGrpSpPr>
          <p:grpSpPr>
            <a:xfrm>
              <a:off x="8630504" y="918047"/>
              <a:ext cx="464792" cy="288013"/>
              <a:chOff x="2735298" y="809042"/>
              <a:chExt cx="638978" cy="395949"/>
            </a:xfrm>
          </p:grpSpPr>
          <p:sp>
            <p:nvSpPr>
              <p:cNvPr id="955" name="Google Shape;955;p30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0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0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0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9" name="Google Shape;959;p30"/>
            <p:cNvGrpSpPr/>
            <p:nvPr/>
          </p:nvGrpSpPr>
          <p:grpSpPr>
            <a:xfrm>
              <a:off x="4339599" y="380356"/>
              <a:ext cx="464802" cy="167435"/>
              <a:chOff x="6369974" y="786318"/>
              <a:chExt cx="464802" cy="167435"/>
            </a:xfrm>
          </p:grpSpPr>
          <p:sp>
            <p:nvSpPr>
              <p:cNvPr id="960" name="Google Shape;960;p30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0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0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3" name="Google Shape;963;p30"/>
            <p:cNvSpPr/>
            <p:nvPr/>
          </p:nvSpPr>
          <p:spPr>
            <a:xfrm>
              <a:off x="228713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276350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0"/>
            <p:cNvSpPr/>
            <p:nvPr/>
          </p:nvSpPr>
          <p:spPr>
            <a:xfrm>
              <a:off x="8781450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6" name="Google Shape;966;p30"/>
            <p:cNvGrpSpPr/>
            <p:nvPr/>
          </p:nvGrpSpPr>
          <p:grpSpPr>
            <a:xfrm>
              <a:off x="1659604" y="4086172"/>
              <a:ext cx="464792" cy="288013"/>
              <a:chOff x="2735298" y="809042"/>
              <a:chExt cx="638978" cy="395949"/>
            </a:xfrm>
          </p:grpSpPr>
          <p:sp>
            <p:nvSpPr>
              <p:cNvPr id="967" name="Google Shape;967;p30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0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0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0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1" name="Google Shape;971;p30"/>
            <p:cNvGrpSpPr/>
            <p:nvPr/>
          </p:nvGrpSpPr>
          <p:grpSpPr>
            <a:xfrm>
              <a:off x="3828286" y="4109706"/>
              <a:ext cx="464802" cy="167435"/>
              <a:chOff x="172186" y="3593631"/>
              <a:chExt cx="464802" cy="167435"/>
            </a:xfrm>
          </p:grpSpPr>
          <p:sp>
            <p:nvSpPr>
              <p:cNvPr id="972" name="Google Shape;972;p30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0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0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5" name="Google Shape;975;p30"/>
            <p:cNvSpPr/>
            <p:nvPr/>
          </p:nvSpPr>
          <p:spPr>
            <a:xfrm>
              <a:off x="8795325" y="42406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0"/>
            <p:cNvSpPr/>
            <p:nvPr/>
          </p:nvSpPr>
          <p:spPr>
            <a:xfrm>
              <a:off x="76188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0"/>
            <p:cNvSpPr/>
            <p:nvPr/>
          </p:nvSpPr>
          <p:spPr>
            <a:xfrm>
              <a:off x="3680575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_1"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9" name="Google Shape;979;p31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980" name="Google Shape;980;p31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3" name="Google Shape;983;p31"/>
          <p:cNvGrpSpPr/>
          <p:nvPr/>
        </p:nvGrpSpPr>
        <p:grpSpPr>
          <a:xfrm>
            <a:off x="76188" y="198275"/>
            <a:ext cx="8868163" cy="4237025"/>
            <a:chOff x="76188" y="198275"/>
            <a:chExt cx="8868163" cy="4237025"/>
          </a:xfrm>
        </p:grpSpPr>
        <p:sp>
          <p:nvSpPr>
            <p:cNvPr id="984" name="Google Shape;984;p31"/>
            <p:cNvSpPr/>
            <p:nvPr/>
          </p:nvSpPr>
          <p:spPr>
            <a:xfrm flipH="1">
              <a:off x="3689917" y="4975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1"/>
            <p:cNvSpPr/>
            <p:nvPr/>
          </p:nvSpPr>
          <p:spPr>
            <a:xfrm flipH="1">
              <a:off x="1106257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/>
            <p:cNvSpPr/>
            <p:nvPr/>
          </p:nvSpPr>
          <p:spPr>
            <a:xfrm flipH="1">
              <a:off x="1183392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/>
            <p:cNvSpPr/>
            <p:nvPr/>
          </p:nvSpPr>
          <p:spPr>
            <a:xfrm flipH="1">
              <a:off x="941051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/>
            <p:cNvSpPr/>
            <p:nvPr/>
          </p:nvSpPr>
          <p:spPr>
            <a:xfrm flipH="1">
              <a:off x="52101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/>
            <p:cNvSpPr/>
            <p:nvPr/>
          </p:nvSpPr>
          <p:spPr>
            <a:xfrm flipH="1">
              <a:off x="7004467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/>
            <p:cNvSpPr/>
            <p:nvPr/>
          </p:nvSpPr>
          <p:spPr>
            <a:xfrm flipH="1">
              <a:off x="7081367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/>
            <p:cNvSpPr/>
            <p:nvPr/>
          </p:nvSpPr>
          <p:spPr>
            <a:xfrm flipH="1">
              <a:off x="6839261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1"/>
            <p:cNvSpPr/>
            <p:nvPr/>
          </p:nvSpPr>
          <p:spPr>
            <a:xfrm flipH="1">
              <a:off x="2904838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/>
            <p:cNvSpPr/>
            <p:nvPr/>
          </p:nvSpPr>
          <p:spPr>
            <a:xfrm flipH="1">
              <a:off x="225213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1"/>
            <p:cNvSpPr/>
            <p:nvPr/>
          </p:nvSpPr>
          <p:spPr>
            <a:xfrm flipH="1">
              <a:off x="7846738" y="14900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1"/>
            <p:cNvSpPr/>
            <p:nvPr/>
          </p:nvSpPr>
          <p:spPr>
            <a:xfrm flipH="1">
              <a:off x="7738388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/>
            <p:cNvSpPr/>
            <p:nvPr/>
          </p:nvSpPr>
          <p:spPr>
            <a:xfrm flipH="1">
              <a:off x="1622088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7" name="Google Shape;997;p31"/>
            <p:cNvGrpSpPr/>
            <p:nvPr/>
          </p:nvGrpSpPr>
          <p:grpSpPr>
            <a:xfrm>
              <a:off x="6500456" y="2004040"/>
              <a:ext cx="464798" cy="229499"/>
              <a:chOff x="7696375" y="504975"/>
              <a:chExt cx="561825" cy="277408"/>
            </a:xfrm>
          </p:grpSpPr>
          <p:sp>
            <p:nvSpPr>
              <p:cNvPr id="998" name="Google Shape;998;p31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1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0" name="Google Shape;1000;p31"/>
            <p:cNvGrpSpPr/>
            <p:nvPr/>
          </p:nvGrpSpPr>
          <p:grpSpPr>
            <a:xfrm flipH="1">
              <a:off x="1283491" y="1762072"/>
              <a:ext cx="464792" cy="288013"/>
              <a:chOff x="2735298" y="809042"/>
              <a:chExt cx="638978" cy="395949"/>
            </a:xfrm>
          </p:grpSpPr>
          <p:sp>
            <p:nvSpPr>
              <p:cNvPr id="1001" name="Google Shape;1001;p31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1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1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1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5" name="Google Shape;1005;p31"/>
            <p:cNvGrpSpPr/>
            <p:nvPr/>
          </p:nvGrpSpPr>
          <p:grpSpPr>
            <a:xfrm flipH="1">
              <a:off x="1785011" y="3122756"/>
              <a:ext cx="464802" cy="167435"/>
              <a:chOff x="6369974" y="786318"/>
              <a:chExt cx="464802" cy="167435"/>
            </a:xfrm>
          </p:grpSpPr>
          <p:sp>
            <p:nvSpPr>
              <p:cNvPr id="1006" name="Google Shape;1006;p31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1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1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9" name="Google Shape;1009;p31"/>
            <p:cNvSpPr/>
            <p:nvPr/>
          </p:nvSpPr>
          <p:spPr>
            <a:xfrm flipH="1">
              <a:off x="8628925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1"/>
            <p:cNvSpPr/>
            <p:nvPr/>
          </p:nvSpPr>
          <p:spPr>
            <a:xfrm flipH="1">
              <a:off x="8581288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1"/>
            <p:cNvSpPr/>
            <p:nvPr/>
          </p:nvSpPr>
          <p:spPr>
            <a:xfrm flipH="1">
              <a:off x="76188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2" name="Google Shape;1012;p31"/>
            <p:cNvGrpSpPr/>
            <p:nvPr/>
          </p:nvGrpSpPr>
          <p:grpSpPr>
            <a:xfrm flipH="1">
              <a:off x="6896141" y="4086172"/>
              <a:ext cx="464792" cy="288013"/>
              <a:chOff x="2735298" y="809042"/>
              <a:chExt cx="638978" cy="395949"/>
            </a:xfrm>
          </p:grpSpPr>
          <p:sp>
            <p:nvSpPr>
              <p:cNvPr id="1013" name="Google Shape;1013;p31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1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1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1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7" name="Google Shape;1017;p31"/>
            <p:cNvGrpSpPr/>
            <p:nvPr/>
          </p:nvGrpSpPr>
          <p:grpSpPr>
            <a:xfrm flipH="1">
              <a:off x="4727449" y="4109706"/>
              <a:ext cx="464802" cy="167435"/>
              <a:chOff x="172186" y="3593631"/>
              <a:chExt cx="464802" cy="167435"/>
            </a:xfrm>
          </p:grpSpPr>
          <p:sp>
            <p:nvSpPr>
              <p:cNvPr id="1018" name="Google Shape;1018;p31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1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31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1" name="Google Shape;1021;p31"/>
            <p:cNvSpPr/>
            <p:nvPr/>
          </p:nvSpPr>
          <p:spPr>
            <a:xfrm flipH="1">
              <a:off x="6894163" y="30784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1"/>
            <p:cNvSpPr/>
            <p:nvPr/>
          </p:nvSpPr>
          <p:spPr>
            <a:xfrm flipH="1">
              <a:off x="8781450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1"/>
            <p:cNvSpPr/>
            <p:nvPr/>
          </p:nvSpPr>
          <p:spPr>
            <a:xfrm flipH="1">
              <a:off x="5279963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 flipH="1">
              <a:off x="2683138" y="2243569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5" name="Google Shape;1025;p31"/>
          <p:cNvSpPr txBox="1">
            <a:spLocks noGrp="1"/>
          </p:cNvSpPr>
          <p:nvPr>
            <p:ph type="title"/>
          </p:nvPr>
        </p:nvSpPr>
        <p:spPr>
          <a:xfrm>
            <a:off x="2968950" y="2748400"/>
            <a:ext cx="3206100" cy="6165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026" name="Google Shape;1026;p31"/>
          <p:cNvSpPr txBox="1">
            <a:spLocks noGrp="1"/>
          </p:cNvSpPr>
          <p:nvPr>
            <p:ph type="subTitle" idx="1"/>
          </p:nvPr>
        </p:nvSpPr>
        <p:spPr>
          <a:xfrm>
            <a:off x="2829700" y="3364913"/>
            <a:ext cx="3484500" cy="6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7" name="Google Shape;1027;p31"/>
          <p:cNvSpPr txBox="1">
            <a:spLocks noGrp="1"/>
          </p:cNvSpPr>
          <p:nvPr>
            <p:ph type="title" idx="2" hasCustomPrompt="1"/>
          </p:nvPr>
        </p:nvSpPr>
        <p:spPr>
          <a:xfrm>
            <a:off x="2968950" y="843075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_1_1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" name="Google Shape;1029;p32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030" name="Google Shape;1030;p32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2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2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" name="Google Shape;1033;p32"/>
          <p:cNvGrpSpPr/>
          <p:nvPr/>
        </p:nvGrpSpPr>
        <p:grpSpPr>
          <a:xfrm>
            <a:off x="76188" y="198275"/>
            <a:ext cx="8868163" cy="4237025"/>
            <a:chOff x="76188" y="198275"/>
            <a:chExt cx="8868163" cy="4237025"/>
          </a:xfrm>
        </p:grpSpPr>
        <p:sp>
          <p:nvSpPr>
            <p:cNvPr id="1034" name="Google Shape;1034;p32"/>
            <p:cNvSpPr/>
            <p:nvPr/>
          </p:nvSpPr>
          <p:spPr>
            <a:xfrm>
              <a:off x="5108041" y="4975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2"/>
            <p:cNvSpPr/>
            <p:nvPr/>
          </p:nvSpPr>
          <p:spPr>
            <a:xfrm>
              <a:off x="7691702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2"/>
            <p:cNvSpPr/>
            <p:nvPr/>
          </p:nvSpPr>
          <p:spPr>
            <a:xfrm>
              <a:off x="7614567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2"/>
            <p:cNvSpPr/>
            <p:nvPr/>
          </p:nvSpPr>
          <p:spPr>
            <a:xfrm>
              <a:off x="7856908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2"/>
            <p:cNvSpPr/>
            <p:nvPr/>
          </p:nvSpPr>
          <p:spPr>
            <a:xfrm>
              <a:off x="827693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2"/>
            <p:cNvSpPr/>
            <p:nvPr/>
          </p:nvSpPr>
          <p:spPr>
            <a:xfrm>
              <a:off x="1793492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2"/>
            <p:cNvSpPr/>
            <p:nvPr/>
          </p:nvSpPr>
          <p:spPr>
            <a:xfrm>
              <a:off x="1716474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2"/>
            <p:cNvSpPr/>
            <p:nvPr/>
          </p:nvSpPr>
          <p:spPr>
            <a:xfrm>
              <a:off x="1958815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2"/>
            <p:cNvSpPr/>
            <p:nvPr/>
          </p:nvSpPr>
          <p:spPr>
            <a:xfrm>
              <a:off x="5952800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2"/>
            <p:cNvSpPr/>
            <p:nvPr/>
          </p:nvSpPr>
          <p:spPr>
            <a:xfrm>
              <a:off x="8499525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2"/>
            <p:cNvSpPr/>
            <p:nvPr/>
          </p:nvSpPr>
          <p:spPr>
            <a:xfrm>
              <a:off x="833750" y="12366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2"/>
            <p:cNvSpPr/>
            <p:nvPr/>
          </p:nvSpPr>
          <p:spPr>
            <a:xfrm>
              <a:off x="986350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2"/>
            <p:cNvSpPr/>
            <p:nvPr/>
          </p:nvSpPr>
          <p:spPr>
            <a:xfrm>
              <a:off x="7235550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7" name="Google Shape;1047;p32"/>
            <p:cNvGrpSpPr/>
            <p:nvPr/>
          </p:nvGrpSpPr>
          <p:grpSpPr>
            <a:xfrm flipH="1">
              <a:off x="3064934" y="1069440"/>
              <a:ext cx="464798" cy="229499"/>
              <a:chOff x="7696375" y="504975"/>
              <a:chExt cx="561825" cy="277408"/>
            </a:xfrm>
          </p:grpSpPr>
          <p:sp>
            <p:nvSpPr>
              <p:cNvPr id="1048" name="Google Shape;1048;p32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2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0" name="Google Shape;1050;p32"/>
            <p:cNvGrpSpPr/>
            <p:nvPr/>
          </p:nvGrpSpPr>
          <p:grpSpPr>
            <a:xfrm>
              <a:off x="5488004" y="1298947"/>
              <a:ext cx="464792" cy="288013"/>
              <a:chOff x="2735298" y="809042"/>
              <a:chExt cx="638978" cy="395949"/>
            </a:xfrm>
          </p:grpSpPr>
          <p:sp>
            <p:nvSpPr>
              <p:cNvPr id="1051" name="Google Shape;1051;p32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2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2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2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5" name="Google Shape;1055;p32"/>
            <p:cNvGrpSpPr/>
            <p:nvPr/>
          </p:nvGrpSpPr>
          <p:grpSpPr>
            <a:xfrm>
              <a:off x="6694524" y="3533856"/>
              <a:ext cx="464802" cy="167435"/>
              <a:chOff x="6369974" y="786318"/>
              <a:chExt cx="464802" cy="167435"/>
            </a:xfrm>
          </p:grpSpPr>
          <p:sp>
            <p:nvSpPr>
              <p:cNvPr id="1056" name="Google Shape;1056;p32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2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2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9" name="Google Shape;1059;p32"/>
            <p:cNvSpPr/>
            <p:nvPr/>
          </p:nvSpPr>
          <p:spPr>
            <a:xfrm>
              <a:off x="228713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2"/>
            <p:cNvSpPr/>
            <p:nvPr/>
          </p:nvSpPr>
          <p:spPr>
            <a:xfrm>
              <a:off x="276350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2"/>
            <p:cNvSpPr/>
            <p:nvPr/>
          </p:nvSpPr>
          <p:spPr>
            <a:xfrm>
              <a:off x="8781450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2" name="Google Shape;1062;p32"/>
            <p:cNvGrpSpPr/>
            <p:nvPr/>
          </p:nvGrpSpPr>
          <p:grpSpPr>
            <a:xfrm>
              <a:off x="1659604" y="4086172"/>
              <a:ext cx="464792" cy="288013"/>
              <a:chOff x="2735298" y="809042"/>
              <a:chExt cx="638978" cy="395949"/>
            </a:xfrm>
          </p:grpSpPr>
          <p:sp>
            <p:nvSpPr>
              <p:cNvPr id="1063" name="Google Shape;1063;p32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2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2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2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7" name="Google Shape;1067;p32"/>
            <p:cNvGrpSpPr/>
            <p:nvPr/>
          </p:nvGrpSpPr>
          <p:grpSpPr>
            <a:xfrm>
              <a:off x="3828286" y="4109706"/>
              <a:ext cx="464802" cy="167435"/>
              <a:chOff x="172186" y="3593631"/>
              <a:chExt cx="464802" cy="167435"/>
            </a:xfrm>
          </p:grpSpPr>
          <p:sp>
            <p:nvSpPr>
              <p:cNvPr id="1068" name="Google Shape;1068;p32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2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2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71" name="Google Shape;1071;p32"/>
            <p:cNvSpPr/>
            <p:nvPr/>
          </p:nvSpPr>
          <p:spPr>
            <a:xfrm>
              <a:off x="2452200" y="37012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2"/>
            <p:cNvSpPr/>
            <p:nvPr/>
          </p:nvSpPr>
          <p:spPr>
            <a:xfrm>
              <a:off x="76188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2"/>
            <p:cNvSpPr/>
            <p:nvPr/>
          </p:nvSpPr>
          <p:spPr>
            <a:xfrm>
              <a:off x="3680575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6278600" y="2243569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5" name="Google Shape;1075;p32"/>
          <p:cNvSpPr txBox="1">
            <a:spLocks noGrp="1"/>
          </p:cNvSpPr>
          <p:nvPr>
            <p:ph type="title"/>
          </p:nvPr>
        </p:nvSpPr>
        <p:spPr>
          <a:xfrm>
            <a:off x="4796375" y="1917150"/>
            <a:ext cx="3486900" cy="59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076" name="Google Shape;1076;p32"/>
          <p:cNvSpPr txBox="1">
            <a:spLocks noGrp="1"/>
          </p:cNvSpPr>
          <p:nvPr>
            <p:ph type="subTitle" idx="1"/>
          </p:nvPr>
        </p:nvSpPr>
        <p:spPr>
          <a:xfrm>
            <a:off x="4796375" y="2519850"/>
            <a:ext cx="3486900" cy="5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32"/>
          <p:cNvSpPr txBox="1">
            <a:spLocks noGrp="1"/>
          </p:cNvSpPr>
          <p:nvPr>
            <p:ph type="title" idx="2" hasCustomPrompt="1"/>
          </p:nvPr>
        </p:nvSpPr>
        <p:spPr>
          <a:xfrm>
            <a:off x="1590275" y="1476375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2_1_1_1"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9" name="Google Shape;1079;p33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080" name="Google Shape;1080;p33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3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3" name="Google Shape;1083;p33"/>
          <p:cNvGrpSpPr/>
          <p:nvPr/>
        </p:nvGrpSpPr>
        <p:grpSpPr>
          <a:xfrm>
            <a:off x="76188" y="198275"/>
            <a:ext cx="8868163" cy="4237025"/>
            <a:chOff x="76188" y="198275"/>
            <a:chExt cx="8868163" cy="4237025"/>
          </a:xfrm>
        </p:grpSpPr>
        <p:sp>
          <p:nvSpPr>
            <p:cNvPr id="1084" name="Google Shape;1084;p33"/>
            <p:cNvSpPr/>
            <p:nvPr/>
          </p:nvSpPr>
          <p:spPr>
            <a:xfrm flipH="1">
              <a:off x="3689917" y="497551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2" y="637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3"/>
            <p:cNvSpPr/>
            <p:nvPr/>
          </p:nvSpPr>
          <p:spPr>
            <a:xfrm flipH="1">
              <a:off x="1106257" y="4000078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3"/>
            <p:cNvSpPr/>
            <p:nvPr/>
          </p:nvSpPr>
          <p:spPr>
            <a:xfrm flipH="1">
              <a:off x="1183392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3"/>
            <p:cNvSpPr/>
            <p:nvPr/>
          </p:nvSpPr>
          <p:spPr>
            <a:xfrm flipH="1">
              <a:off x="941051" y="4092733"/>
              <a:ext cx="222579" cy="74897"/>
            </a:xfrm>
            <a:custGeom>
              <a:avLst/>
              <a:gdLst/>
              <a:ahLst/>
              <a:cxnLst/>
              <a:rect l="l" t="t" r="r" b="b"/>
              <a:pathLst>
                <a:path w="1893" h="637" extrusionOk="0">
                  <a:moveTo>
                    <a:pt x="0" y="0"/>
                  </a:moveTo>
                  <a:lnTo>
                    <a:pt x="0" y="637"/>
                  </a:lnTo>
                  <a:lnTo>
                    <a:pt x="1893" y="637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3"/>
            <p:cNvSpPr/>
            <p:nvPr/>
          </p:nvSpPr>
          <p:spPr>
            <a:xfrm flipH="1">
              <a:off x="521019" y="1586950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3"/>
            <p:cNvSpPr/>
            <p:nvPr/>
          </p:nvSpPr>
          <p:spPr>
            <a:xfrm flipH="1">
              <a:off x="7004467" y="602513"/>
              <a:ext cx="222579" cy="75014"/>
            </a:xfrm>
            <a:custGeom>
              <a:avLst/>
              <a:gdLst/>
              <a:ahLst/>
              <a:cxnLst/>
              <a:rect l="l" t="t" r="r" b="b"/>
              <a:pathLst>
                <a:path w="1893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3"/>
            <p:cNvSpPr/>
            <p:nvPr/>
          </p:nvSpPr>
          <p:spPr>
            <a:xfrm flipH="1">
              <a:off x="7081367" y="510093"/>
              <a:ext cx="222697" cy="75014"/>
            </a:xfrm>
            <a:custGeom>
              <a:avLst/>
              <a:gdLst/>
              <a:ahLst/>
              <a:cxnLst/>
              <a:rect l="l" t="t" r="r" b="b"/>
              <a:pathLst>
                <a:path w="1894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3" y="638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3"/>
            <p:cNvSpPr/>
            <p:nvPr/>
          </p:nvSpPr>
          <p:spPr>
            <a:xfrm flipH="1">
              <a:off x="6839261" y="510093"/>
              <a:ext cx="222461" cy="75014"/>
            </a:xfrm>
            <a:custGeom>
              <a:avLst/>
              <a:gdLst/>
              <a:ahLst/>
              <a:cxnLst/>
              <a:rect l="l" t="t" r="r" b="b"/>
              <a:pathLst>
                <a:path w="1892" h="638" extrusionOk="0">
                  <a:moveTo>
                    <a:pt x="1" y="1"/>
                  </a:moveTo>
                  <a:lnTo>
                    <a:pt x="1" y="638"/>
                  </a:lnTo>
                  <a:lnTo>
                    <a:pt x="1892" y="638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FDD3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3"/>
            <p:cNvSpPr/>
            <p:nvPr/>
          </p:nvSpPr>
          <p:spPr>
            <a:xfrm flipH="1">
              <a:off x="2904838" y="42724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3"/>
            <p:cNvSpPr/>
            <p:nvPr/>
          </p:nvSpPr>
          <p:spPr>
            <a:xfrm flipH="1">
              <a:off x="225213" y="1982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3"/>
            <p:cNvSpPr/>
            <p:nvPr/>
          </p:nvSpPr>
          <p:spPr>
            <a:xfrm flipH="1">
              <a:off x="8126788" y="12366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3"/>
            <p:cNvSpPr/>
            <p:nvPr/>
          </p:nvSpPr>
          <p:spPr>
            <a:xfrm flipH="1">
              <a:off x="7738388" y="3469675"/>
              <a:ext cx="295800" cy="29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3"/>
            <p:cNvSpPr/>
            <p:nvPr/>
          </p:nvSpPr>
          <p:spPr>
            <a:xfrm flipH="1">
              <a:off x="1622088" y="91805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7" name="Google Shape;1097;p33"/>
            <p:cNvGrpSpPr/>
            <p:nvPr/>
          </p:nvGrpSpPr>
          <p:grpSpPr>
            <a:xfrm>
              <a:off x="1365906" y="2166240"/>
              <a:ext cx="464798" cy="229499"/>
              <a:chOff x="7696375" y="504975"/>
              <a:chExt cx="561825" cy="277408"/>
            </a:xfrm>
          </p:grpSpPr>
          <p:sp>
            <p:nvSpPr>
              <p:cNvPr id="1098" name="Google Shape;1098;p33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3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0" name="Google Shape;1100;p33"/>
            <p:cNvGrpSpPr/>
            <p:nvPr/>
          </p:nvGrpSpPr>
          <p:grpSpPr>
            <a:xfrm flipH="1">
              <a:off x="3067741" y="1298947"/>
              <a:ext cx="464792" cy="288013"/>
              <a:chOff x="2735298" y="809042"/>
              <a:chExt cx="638978" cy="395949"/>
            </a:xfrm>
          </p:grpSpPr>
          <p:sp>
            <p:nvSpPr>
              <p:cNvPr id="1101" name="Google Shape;1101;p3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5" name="Google Shape;1105;p33"/>
            <p:cNvGrpSpPr/>
            <p:nvPr/>
          </p:nvGrpSpPr>
          <p:grpSpPr>
            <a:xfrm flipH="1">
              <a:off x="5442611" y="3243931"/>
              <a:ext cx="464802" cy="167435"/>
              <a:chOff x="6369974" y="786318"/>
              <a:chExt cx="464802" cy="167435"/>
            </a:xfrm>
          </p:grpSpPr>
          <p:sp>
            <p:nvSpPr>
              <p:cNvPr id="1106" name="Google Shape;1106;p33"/>
              <p:cNvSpPr/>
              <p:nvPr/>
            </p:nvSpPr>
            <p:spPr>
              <a:xfrm>
                <a:off x="6446992" y="87873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3"/>
              <p:cNvSpPr/>
              <p:nvPr/>
            </p:nvSpPr>
            <p:spPr>
              <a:xfrm>
                <a:off x="6369974" y="78631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3"/>
              <p:cNvSpPr/>
              <p:nvPr/>
            </p:nvSpPr>
            <p:spPr>
              <a:xfrm>
                <a:off x="6612315" y="78631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9" name="Google Shape;1109;p33"/>
            <p:cNvSpPr/>
            <p:nvPr/>
          </p:nvSpPr>
          <p:spPr>
            <a:xfrm flipH="1">
              <a:off x="8628925" y="41487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3"/>
            <p:cNvSpPr/>
            <p:nvPr/>
          </p:nvSpPr>
          <p:spPr>
            <a:xfrm flipH="1">
              <a:off x="8581288" y="2647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3"/>
            <p:cNvSpPr/>
            <p:nvPr/>
          </p:nvSpPr>
          <p:spPr>
            <a:xfrm flipH="1">
              <a:off x="76188" y="264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2" name="Google Shape;1112;p33"/>
            <p:cNvGrpSpPr/>
            <p:nvPr/>
          </p:nvGrpSpPr>
          <p:grpSpPr>
            <a:xfrm flipH="1">
              <a:off x="6896141" y="4086172"/>
              <a:ext cx="464792" cy="288013"/>
              <a:chOff x="2735298" y="809042"/>
              <a:chExt cx="638978" cy="395949"/>
            </a:xfrm>
          </p:grpSpPr>
          <p:sp>
            <p:nvSpPr>
              <p:cNvPr id="1113" name="Google Shape;1113;p3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7" name="Google Shape;1117;p33"/>
            <p:cNvGrpSpPr/>
            <p:nvPr/>
          </p:nvGrpSpPr>
          <p:grpSpPr>
            <a:xfrm flipH="1">
              <a:off x="4727449" y="4109706"/>
              <a:ext cx="464802" cy="167435"/>
              <a:chOff x="172186" y="3593631"/>
              <a:chExt cx="464802" cy="167435"/>
            </a:xfrm>
          </p:grpSpPr>
          <p:sp>
            <p:nvSpPr>
              <p:cNvPr id="1118" name="Google Shape;1118;p33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3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3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21" name="Google Shape;1121;p33"/>
            <p:cNvSpPr/>
            <p:nvPr/>
          </p:nvSpPr>
          <p:spPr>
            <a:xfrm flipH="1">
              <a:off x="6405438" y="37012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/>
            <p:cNvSpPr/>
            <p:nvPr/>
          </p:nvSpPr>
          <p:spPr>
            <a:xfrm flipH="1">
              <a:off x="8781450" y="219152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/>
            <p:cNvSpPr/>
            <p:nvPr/>
          </p:nvSpPr>
          <p:spPr>
            <a:xfrm flipH="1">
              <a:off x="5279963" y="3203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/>
            <p:cNvSpPr/>
            <p:nvPr/>
          </p:nvSpPr>
          <p:spPr>
            <a:xfrm flipH="1">
              <a:off x="2683138" y="2243569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5" name="Google Shape;1125;p33"/>
          <p:cNvSpPr txBox="1">
            <a:spLocks noGrp="1"/>
          </p:cNvSpPr>
          <p:nvPr>
            <p:ph type="title"/>
          </p:nvPr>
        </p:nvSpPr>
        <p:spPr>
          <a:xfrm>
            <a:off x="1365900" y="2801775"/>
            <a:ext cx="3206100" cy="609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126" name="Google Shape;1126;p33"/>
          <p:cNvSpPr txBox="1">
            <a:spLocks noGrp="1"/>
          </p:cNvSpPr>
          <p:nvPr>
            <p:ph type="subTitle" idx="1"/>
          </p:nvPr>
        </p:nvSpPr>
        <p:spPr>
          <a:xfrm>
            <a:off x="1365900" y="3411375"/>
            <a:ext cx="32061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7" name="Google Shape;1127;p33"/>
          <p:cNvSpPr txBox="1">
            <a:spLocks noGrp="1"/>
          </p:cNvSpPr>
          <p:nvPr>
            <p:ph type="title" idx="2" hasCustomPrompt="1"/>
          </p:nvPr>
        </p:nvSpPr>
        <p:spPr>
          <a:xfrm>
            <a:off x="4572000" y="989175"/>
            <a:ext cx="3206100" cy="1812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" name="Google Shape;1129;p34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130" name="Google Shape;1130;p34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3" name="Google Shape;1133;p34"/>
          <p:cNvGrpSpPr/>
          <p:nvPr/>
        </p:nvGrpSpPr>
        <p:grpSpPr>
          <a:xfrm>
            <a:off x="-1" y="267199"/>
            <a:ext cx="8824197" cy="4099294"/>
            <a:chOff x="-1" y="267199"/>
            <a:chExt cx="8824197" cy="4099294"/>
          </a:xfrm>
        </p:grpSpPr>
        <p:grpSp>
          <p:nvGrpSpPr>
            <p:cNvPr id="1134" name="Google Shape;1134;p34"/>
            <p:cNvGrpSpPr/>
            <p:nvPr/>
          </p:nvGrpSpPr>
          <p:grpSpPr>
            <a:xfrm rot="10800000" flipH="1">
              <a:off x="-1" y="3582973"/>
              <a:ext cx="464802" cy="167435"/>
              <a:chOff x="1564074" y="825393"/>
              <a:chExt cx="464802" cy="167435"/>
            </a:xfrm>
          </p:grpSpPr>
          <p:sp>
            <p:nvSpPr>
              <p:cNvPr id="1135" name="Google Shape;1135;p34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4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4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8" name="Google Shape;1138;p34"/>
            <p:cNvGrpSpPr/>
            <p:nvPr/>
          </p:nvGrpSpPr>
          <p:grpSpPr>
            <a:xfrm rot="10800000">
              <a:off x="6998303" y="694269"/>
              <a:ext cx="464800" cy="388458"/>
              <a:chOff x="5871443" y="2651058"/>
              <a:chExt cx="713540" cy="596342"/>
            </a:xfrm>
          </p:grpSpPr>
          <p:sp>
            <p:nvSpPr>
              <p:cNvPr id="1139" name="Google Shape;1139;p34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4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4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2" name="Google Shape;1142;p34"/>
            <p:cNvGrpSpPr/>
            <p:nvPr/>
          </p:nvGrpSpPr>
          <p:grpSpPr>
            <a:xfrm rot="10800000">
              <a:off x="312384" y="267199"/>
              <a:ext cx="464798" cy="229499"/>
              <a:chOff x="7696375" y="504975"/>
              <a:chExt cx="561825" cy="277408"/>
            </a:xfrm>
          </p:grpSpPr>
          <p:sp>
            <p:nvSpPr>
              <p:cNvPr id="1143" name="Google Shape;1143;p34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34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45" name="Google Shape;1145;p34"/>
            <p:cNvSpPr/>
            <p:nvPr/>
          </p:nvSpPr>
          <p:spPr>
            <a:xfrm rot="10800000" flipH="1">
              <a:off x="7197250" y="429959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 rot="10800000" flipH="1">
              <a:off x="3735888" y="300501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 rot="10800000" flipH="1">
              <a:off x="8498388" y="39279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 flipH="1">
              <a:off x="8661296" y="45355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 flipH="1">
              <a:off x="5209746" y="39279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0" name="Google Shape;1150;p34"/>
          <p:cNvSpPr txBox="1">
            <a:spLocks noGrp="1"/>
          </p:cNvSpPr>
          <p:nvPr>
            <p:ph type="title"/>
          </p:nvPr>
        </p:nvSpPr>
        <p:spPr>
          <a:xfrm>
            <a:off x="715100" y="3810000"/>
            <a:ext cx="40665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highlight>
                  <a:schemeClr val="accent3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51" name="Google Shape;1151;p34"/>
          <p:cNvSpPr txBox="1">
            <a:spLocks noGrp="1"/>
          </p:cNvSpPr>
          <p:nvPr>
            <p:ph type="subTitle" idx="1"/>
          </p:nvPr>
        </p:nvSpPr>
        <p:spPr>
          <a:xfrm>
            <a:off x="715100" y="1280300"/>
            <a:ext cx="4443600" cy="24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3" name="Google Shape;1153;p35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154" name="Google Shape;1154;p35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5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5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7" name="Google Shape;1157;p35"/>
          <p:cNvGrpSpPr/>
          <p:nvPr/>
        </p:nvGrpSpPr>
        <p:grpSpPr>
          <a:xfrm>
            <a:off x="175029" y="176513"/>
            <a:ext cx="8803855" cy="4130275"/>
            <a:chOff x="175029" y="176513"/>
            <a:chExt cx="8803855" cy="4130275"/>
          </a:xfrm>
        </p:grpSpPr>
        <p:grpSp>
          <p:nvGrpSpPr>
            <p:cNvPr id="1158" name="Google Shape;1158;p35"/>
            <p:cNvGrpSpPr/>
            <p:nvPr/>
          </p:nvGrpSpPr>
          <p:grpSpPr>
            <a:xfrm flipH="1">
              <a:off x="1694502" y="451281"/>
              <a:ext cx="464802" cy="167435"/>
              <a:chOff x="6500449" y="451268"/>
              <a:chExt cx="464802" cy="167435"/>
            </a:xfrm>
          </p:grpSpPr>
          <p:sp>
            <p:nvSpPr>
              <p:cNvPr id="1159" name="Google Shape;1159;p35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5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5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2" name="Google Shape;1162;p35"/>
            <p:cNvGrpSpPr/>
            <p:nvPr/>
          </p:nvGrpSpPr>
          <p:grpSpPr>
            <a:xfrm flipH="1">
              <a:off x="8210750" y="290682"/>
              <a:ext cx="456135" cy="164388"/>
              <a:chOff x="8325332" y="3575419"/>
              <a:chExt cx="456135" cy="164388"/>
            </a:xfrm>
          </p:grpSpPr>
          <p:sp>
            <p:nvSpPr>
              <p:cNvPr id="1163" name="Google Shape;1163;p35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5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5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6" name="Google Shape;1166;p35"/>
            <p:cNvGrpSpPr/>
            <p:nvPr/>
          </p:nvGrpSpPr>
          <p:grpSpPr>
            <a:xfrm flipH="1">
              <a:off x="3625902" y="4120506"/>
              <a:ext cx="464802" cy="167435"/>
              <a:chOff x="172186" y="3593631"/>
              <a:chExt cx="464802" cy="167435"/>
            </a:xfrm>
          </p:grpSpPr>
          <p:sp>
            <p:nvSpPr>
              <p:cNvPr id="1167" name="Google Shape;1167;p35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5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5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0" name="Google Shape;1170;p35"/>
            <p:cNvGrpSpPr/>
            <p:nvPr/>
          </p:nvGrpSpPr>
          <p:grpSpPr>
            <a:xfrm flipH="1">
              <a:off x="1124700" y="3955446"/>
              <a:ext cx="561853" cy="348158"/>
              <a:chOff x="2735298" y="809042"/>
              <a:chExt cx="638978" cy="395949"/>
            </a:xfrm>
          </p:grpSpPr>
          <p:sp>
            <p:nvSpPr>
              <p:cNvPr id="1171" name="Google Shape;1171;p3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3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5" name="Google Shape;1175;p35"/>
            <p:cNvGrpSpPr/>
            <p:nvPr/>
          </p:nvGrpSpPr>
          <p:grpSpPr>
            <a:xfrm flipH="1">
              <a:off x="8417031" y="3088330"/>
              <a:ext cx="561853" cy="348158"/>
              <a:chOff x="2735298" y="809042"/>
              <a:chExt cx="638978" cy="395949"/>
            </a:xfrm>
          </p:grpSpPr>
          <p:sp>
            <p:nvSpPr>
              <p:cNvPr id="1176" name="Google Shape;1176;p3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80" name="Google Shape;1180;p35"/>
            <p:cNvSpPr/>
            <p:nvPr/>
          </p:nvSpPr>
          <p:spPr>
            <a:xfrm flipH="1">
              <a:off x="175029" y="38195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5"/>
            <p:cNvSpPr/>
            <p:nvPr/>
          </p:nvSpPr>
          <p:spPr>
            <a:xfrm flipH="1">
              <a:off x="3824854" y="9207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5"/>
            <p:cNvSpPr/>
            <p:nvPr/>
          </p:nvSpPr>
          <p:spPr>
            <a:xfrm flipH="1">
              <a:off x="8616516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5"/>
            <p:cNvSpPr/>
            <p:nvPr/>
          </p:nvSpPr>
          <p:spPr>
            <a:xfrm flipH="1">
              <a:off x="813216" y="176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5"/>
            <p:cNvSpPr/>
            <p:nvPr/>
          </p:nvSpPr>
          <p:spPr>
            <a:xfrm rot="10800000">
              <a:off x="8616504" y="22180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5"/>
            <p:cNvSpPr/>
            <p:nvPr/>
          </p:nvSpPr>
          <p:spPr>
            <a:xfrm flipH="1">
              <a:off x="6812079" y="2245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5"/>
            <p:cNvSpPr/>
            <p:nvPr/>
          </p:nvSpPr>
          <p:spPr>
            <a:xfrm flipH="1">
              <a:off x="223029" y="108588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5"/>
            <p:cNvSpPr/>
            <p:nvPr/>
          </p:nvSpPr>
          <p:spPr>
            <a:xfrm rot="10800000">
              <a:off x="5943529" y="41438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5"/>
            <p:cNvSpPr/>
            <p:nvPr/>
          </p:nvSpPr>
          <p:spPr>
            <a:xfrm flipH="1">
              <a:off x="5243004" y="7886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9" name="Google Shape;1189;p35"/>
          <p:cNvSpPr txBox="1">
            <a:spLocks noGrp="1"/>
          </p:cNvSpPr>
          <p:nvPr>
            <p:ph type="subTitle" idx="1"/>
          </p:nvPr>
        </p:nvSpPr>
        <p:spPr>
          <a:xfrm>
            <a:off x="1650800" y="2227538"/>
            <a:ext cx="2635800" cy="13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naheim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190" name="Google Shape;1190;p35"/>
          <p:cNvSpPr txBox="1">
            <a:spLocks noGrp="1"/>
          </p:cNvSpPr>
          <p:nvPr>
            <p:ph type="title"/>
          </p:nvPr>
        </p:nvSpPr>
        <p:spPr>
          <a:xfrm>
            <a:off x="715100" y="887100"/>
            <a:ext cx="263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35"/>
          <p:cNvSpPr txBox="1">
            <a:spLocks noGrp="1"/>
          </p:cNvSpPr>
          <p:nvPr>
            <p:ph type="subTitle" idx="2"/>
          </p:nvPr>
        </p:nvSpPr>
        <p:spPr>
          <a:xfrm>
            <a:off x="3067050" y="3692150"/>
            <a:ext cx="1933500" cy="276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5"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3" name="Google Shape;1193;p36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194" name="Google Shape;1194;p36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6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6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7" name="Google Shape;1197;p36"/>
          <p:cNvGrpSpPr/>
          <p:nvPr/>
        </p:nvGrpSpPr>
        <p:grpSpPr>
          <a:xfrm>
            <a:off x="175029" y="277735"/>
            <a:ext cx="8803855" cy="4029808"/>
            <a:chOff x="175029" y="277735"/>
            <a:chExt cx="8803855" cy="4029808"/>
          </a:xfrm>
        </p:grpSpPr>
        <p:grpSp>
          <p:nvGrpSpPr>
            <p:cNvPr id="1198" name="Google Shape;1198;p36"/>
            <p:cNvGrpSpPr/>
            <p:nvPr/>
          </p:nvGrpSpPr>
          <p:grpSpPr>
            <a:xfrm rot="10800000" flipH="1">
              <a:off x="6632658" y="4049135"/>
              <a:ext cx="464802" cy="167435"/>
              <a:chOff x="6500449" y="451268"/>
              <a:chExt cx="464802" cy="167435"/>
            </a:xfrm>
          </p:grpSpPr>
          <p:sp>
            <p:nvSpPr>
              <p:cNvPr id="1199" name="Google Shape;1199;p36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6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6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36"/>
            <p:cNvGrpSpPr/>
            <p:nvPr/>
          </p:nvGrpSpPr>
          <p:grpSpPr>
            <a:xfrm rot="10800000" flipH="1">
              <a:off x="227878" y="4143156"/>
              <a:ext cx="456135" cy="164388"/>
              <a:chOff x="8325332" y="3575419"/>
              <a:chExt cx="456135" cy="164388"/>
            </a:xfrm>
          </p:grpSpPr>
          <p:sp>
            <p:nvSpPr>
              <p:cNvPr id="1203" name="Google Shape;1203;p36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6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6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6" name="Google Shape;1206;p36"/>
            <p:cNvGrpSpPr/>
            <p:nvPr/>
          </p:nvGrpSpPr>
          <p:grpSpPr>
            <a:xfrm rot="10800000" flipH="1">
              <a:off x="3767458" y="277735"/>
              <a:ext cx="464802" cy="167435"/>
              <a:chOff x="172186" y="3593631"/>
              <a:chExt cx="464802" cy="167435"/>
            </a:xfrm>
          </p:grpSpPr>
          <p:sp>
            <p:nvSpPr>
              <p:cNvPr id="1207" name="Google Shape;1207;p36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6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36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0" name="Google Shape;1210;p36"/>
            <p:cNvGrpSpPr/>
            <p:nvPr/>
          </p:nvGrpSpPr>
          <p:grpSpPr>
            <a:xfrm rot="10800000" flipH="1">
              <a:off x="4829934" y="3235933"/>
              <a:ext cx="561853" cy="348158"/>
              <a:chOff x="2735298" y="809042"/>
              <a:chExt cx="638978" cy="395949"/>
            </a:xfrm>
          </p:grpSpPr>
          <p:sp>
            <p:nvSpPr>
              <p:cNvPr id="1211" name="Google Shape;1211;p36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6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6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6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5" name="Google Shape;1215;p36"/>
            <p:cNvGrpSpPr/>
            <p:nvPr/>
          </p:nvGrpSpPr>
          <p:grpSpPr>
            <a:xfrm rot="10800000" flipH="1">
              <a:off x="175029" y="1046812"/>
              <a:ext cx="561853" cy="348158"/>
              <a:chOff x="2735298" y="809042"/>
              <a:chExt cx="638978" cy="395949"/>
            </a:xfrm>
          </p:grpSpPr>
          <p:sp>
            <p:nvSpPr>
              <p:cNvPr id="1216" name="Google Shape;1216;p36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6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6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6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0" name="Google Shape;1220;p36"/>
            <p:cNvSpPr/>
            <p:nvPr/>
          </p:nvSpPr>
          <p:spPr>
            <a:xfrm rot="10800000" flipH="1">
              <a:off x="8815984" y="500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6"/>
            <p:cNvSpPr/>
            <p:nvPr/>
          </p:nvSpPr>
          <p:spPr>
            <a:xfrm rot="10800000" flipH="1">
              <a:off x="943171" y="3416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6"/>
            <p:cNvSpPr/>
            <p:nvPr/>
          </p:nvSpPr>
          <p:spPr>
            <a:xfrm rot="10800000" flipH="1">
              <a:off x="8177796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6"/>
            <p:cNvSpPr/>
            <p:nvPr/>
          </p:nvSpPr>
          <p:spPr>
            <a:xfrm>
              <a:off x="374509" y="21023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6"/>
            <p:cNvSpPr/>
            <p:nvPr/>
          </p:nvSpPr>
          <p:spPr>
            <a:xfrm rot="10800000" flipH="1">
              <a:off x="8863984" y="3330517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6"/>
            <p:cNvSpPr/>
            <p:nvPr/>
          </p:nvSpPr>
          <p:spPr>
            <a:xfrm rot="10800000" flipH="1">
              <a:off x="5530234" y="663767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6" name="Google Shape;1226;p36"/>
          <p:cNvSpPr txBox="1">
            <a:spLocks noGrp="1"/>
          </p:cNvSpPr>
          <p:nvPr>
            <p:ph type="subTitle" idx="1"/>
          </p:nvPr>
        </p:nvSpPr>
        <p:spPr>
          <a:xfrm>
            <a:off x="5577025" y="2160175"/>
            <a:ext cx="2635800" cy="13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naheim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227" name="Google Shape;1227;p36"/>
          <p:cNvSpPr txBox="1">
            <a:spLocks noGrp="1"/>
          </p:cNvSpPr>
          <p:nvPr>
            <p:ph type="title"/>
          </p:nvPr>
        </p:nvSpPr>
        <p:spPr>
          <a:xfrm>
            <a:off x="5577025" y="1031200"/>
            <a:ext cx="263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3"/>
                </a:highlight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28" name="Google Shape;1228;p36"/>
          <p:cNvSpPr txBox="1">
            <a:spLocks noGrp="1"/>
          </p:cNvSpPr>
          <p:nvPr>
            <p:ph type="subTitle" idx="2"/>
          </p:nvPr>
        </p:nvSpPr>
        <p:spPr>
          <a:xfrm>
            <a:off x="4905375" y="3711525"/>
            <a:ext cx="1933500" cy="276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5_1"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" name="Google Shape;1230;p37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231" name="Google Shape;1231;p37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7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7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4" name="Google Shape;1234;p37"/>
          <p:cNvGrpSpPr/>
          <p:nvPr/>
        </p:nvGrpSpPr>
        <p:grpSpPr>
          <a:xfrm>
            <a:off x="-10725" y="176513"/>
            <a:ext cx="9165425" cy="4435813"/>
            <a:chOff x="-10725" y="176513"/>
            <a:chExt cx="9165425" cy="4435813"/>
          </a:xfrm>
        </p:grpSpPr>
        <p:sp>
          <p:nvSpPr>
            <p:cNvPr id="1235" name="Google Shape;1235;p37"/>
            <p:cNvSpPr/>
            <p:nvPr/>
          </p:nvSpPr>
          <p:spPr>
            <a:xfrm>
              <a:off x="3929424" y="3581631"/>
              <a:ext cx="33515" cy="16805"/>
            </a:xfrm>
            <a:custGeom>
              <a:avLst/>
              <a:gdLst/>
              <a:ahLst/>
              <a:cxnLst/>
              <a:rect l="l" t="t" r="r" b="b"/>
              <a:pathLst>
                <a:path w="359" h="180" extrusionOk="0">
                  <a:moveTo>
                    <a:pt x="337" y="1"/>
                  </a:moveTo>
                  <a:cubicBezTo>
                    <a:pt x="273" y="1"/>
                    <a:pt x="208" y="17"/>
                    <a:pt x="150" y="46"/>
                  </a:cubicBezTo>
                  <a:cubicBezTo>
                    <a:pt x="122" y="59"/>
                    <a:pt x="95" y="75"/>
                    <a:pt x="70" y="95"/>
                  </a:cubicBezTo>
                  <a:cubicBezTo>
                    <a:pt x="43" y="114"/>
                    <a:pt x="21" y="138"/>
                    <a:pt x="4" y="165"/>
                  </a:cubicBezTo>
                  <a:cubicBezTo>
                    <a:pt x="0" y="171"/>
                    <a:pt x="6" y="180"/>
                    <a:pt x="12" y="180"/>
                  </a:cubicBezTo>
                  <a:cubicBezTo>
                    <a:pt x="13" y="180"/>
                    <a:pt x="15" y="179"/>
                    <a:pt x="16" y="178"/>
                  </a:cubicBezTo>
                  <a:cubicBezTo>
                    <a:pt x="41" y="160"/>
                    <a:pt x="64" y="141"/>
                    <a:pt x="88" y="123"/>
                  </a:cubicBezTo>
                  <a:cubicBezTo>
                    <a:pt x="113" y="105"/>
                    <a:pt x="138" y="89"/>
                    <a:pt x="167" y="75"/>
                  </a:cubicBezTo>
                  <a:cubicBezTo>
                    <a:pt x="222" y="52"/>
                    <a:pt x="281" y="35"/>
                    <a:pt x="341" y="31"/>
                  </a:cubicBezTo>
                  <a:cubicBezTo>
                    <a:pt x="359" y="28"/>
                    <a:pt x="353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6" name="Google Shape;1236;p37"/>
            <p:cNvGrpSpPr/>
            <p:nvPr/>
          </p:nvGrpSpPr>
          <p:grpSpPr>
            <a:xfrm flipH="1">
              <a:off x="1694502" y="451281"/>
              <a:ext cx="464802" cy="167435"/>
              <a:chOff x="6500449" y="451268"/>
              <a:chExt cx="464802" cy="167435"/>
            </a:xfrm>
          </p:grpSpPr>
          <p:sp>
            <p:nvSpPr>
              <p:cNvPr id="1237" name="Google Shape;1237;p37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7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7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0" name="Google Shape;1240;p37"/>
            <p:cNvGrpSpPr/>
            <p:nvPr/>
          </p:nvGrpSpPr>
          <p:grpSpPr>
            <a:xfrm flipH="1">
              <a:off x="8210750" y="290682"/>
              <a:ext cx="456135" cy="164388"/>
              <a:chOff x="8325332" y="3575419"/>
              <a:chExt cx="456135" cy="164388"/>
            </a:xfrm>
          </p:grpSpPr>
          <p:sp>
            <p:nvSpPr>
              <p:cNvPr id="1241" name="Google Shape;1241;p37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7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7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4" name="Google Shape;1244;p37"/>
            <p:cNvGrpSpPr/>
            <p:nvPr/>
          </p:nvGrpSpPr>
          <p:grpSpPr>
            <a:xfrm flipH="1">
              <a:off x="3625902" y="4120506"/>
              <a:ext cx="464802" cy="167435"/>
              <a:chOff x="172186" y="3593631"/>
              <a:chExt cx="464802" cy="167435"/>
            </a:xfrm>
          </p:grpSpPr>
          <p:sp>
            <p:nvSpPr>
              <p:cNvPr id="1245" name="Google Shape;1245;p37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7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7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8" name="Google Shape;1248;p37"/>
            <p:cNvGrpSpPr/>
            <p:nvPr/>
          </p:nvGrpSpPr>
          <p:grpSpPr>
            <a:xfrm flipH="1">
              <a:off x="1124700" y="3955446"/>
              <a:ext cx="561853" cy="348158"/>
              <a:chOff x="2735298" y="809042"/>
              <a:chExt cx="638978" cy="395949"/>
            </a:xfrm>
          </p:grpSpPr>
          <p:sp>
            <p:nvSpPr>
              <p:cNvPr id="1249" name="Google Shape;1249;p37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7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37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37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3" name="Google Shape;1253;p37"/>
            <p:cNvGrpSpPr/>
            <p:nvPr/>
          </p:nvGrpSpPr>
          <p:grpSpPr>
            <a:xfrm flipH="1">
              <a:off x="8417031" y="3088330"/>
              <a:ext cx="561853" cy="348158"/>
              <a:chOff x="2735298" y="809042"/>
              <a:chExt cx="638978" cy="395949"/>
            </a:xfrm>
          </p:grpSpPr>
          <p:sp>
            <p:nvSpPr>
              <p:cNvPr id="1254" name="Google Shape;1254;p37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7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7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7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58" name="Google Shape;1258;p37"/>
            <p:cNvSpPr/>
            <p:nvPr/>
          </p:nvSpPr>
          <p:spPr>
            <a:xfrm flipH="1">
              <a:off x="175029" y="38195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7"/>
            <p:cNvSpPr/>
            <p:nvPr/>
          </p:nvSpPr>
          <p:spPr>
            <a:xfrm flipH="1">
              <a:off x="3824854" y="9207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7"/>
            <p:cNvSpPr/>
            <p:nvPr/>
          </p:nvSpPr>
          <p:spPr>
            <a:xfrm flipH="1">
              <a:off x="8616516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7"/>
            <p:cNvSpPr/>
            <p:nvPr/>
          </p:nvSpPr>
          <p:spPr>
            <a:xfrm flipH="1">
              <a:off x="813216" y="176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7"/>
            <p:cNvSpPr/>
            <p:nvPr/>
          </p:nvSpPr>
          <p:spPr>
            <a:xfrm rot="10800000">
              <a:off x="8616504" y="22180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7"/>
            <p:cNvSpPr/>
            <p:nvPr/>
          </p:nvSpPr>
          <p:spPr>
            <a:xfrm flipH="1">
              <a:off x="6812079" y="2245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7"/>
            <p:cNvSpPr/>
            <p:nvPr/>
          </p:nvSpPr>
          <p:spPr>
            <a:xfrm flipH="1">
              <a:off x="223029" y="108588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7"/>
            <p:cNvSpPr/>
            <p:nvPr/>
          </p:nvSpPr>
          <p:spPr>
            <a:xfrm rot="10800000">
              <a:off x="5943529" y="41438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7"/>
            <p:cNvSpPr/>
            <p:nvPr/>
          </p:nvSpPr>
          <p:spPr>
            <a:xfrm flipH="1">
              <a:off x="5243004" y="7886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7" name="Google Shape;1267;p37"/>
            <p:cNvGrpSpPr/>
            <p:nvPr/>
          </p:nvGrpSpPr>
          <p:grpSpPr>
            <a:xfrm>
              <a:off x="-10725" y="4536575"/>
              <a:ext cx="9165425" cy="75750"/>
              <a:chOff x="-25178" y="4535668"/>
              <a:chExt cx="9190238" cy="75735"/>
            </a:xfrm>
          </p:grpSpPr>
          <p:sp>
            <p:nvSpPr>
              <p:cNvPr id="1268" name="Google Shape;1268;p37"/>
              <p:cNvSpPr/>
              <p:nvPr/>
            </p:nvSpPr>
            <p:spPr>
              <a:xfrm>
                <a:off x="-14499" y="4535668"/>
                <a:ext cx="9168716" cy="72835"/>
              </a:xfrm>
              <a:custGeom>
                <a:avLst/>
                <a:gdLst/>
                <a:ahLst/>
                <a:cxnLst/>
                <a:rect l="l" t="t" r="r" b="b"/>
                <a:pathLst>
                  <a:path w="37465" h="694" extrusionOk="0">
                    <a:moveTo>
                      <a:pt x="0" y="0"/>
                    </a:moveTo>
                    <a:lnTo>
                      <a:pt x="0" y="694"/>
                    </a:lnTo>
                    <a:lnTo>
                      <a:pt x="37465" y="694"/>
                    </a:lnTo>
                    <a:lnTo>
                      <a:pt x="3746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7"/>
              <p:cNvSpPr/>
              <p:nvPr/>
            </p:nvSpPr>
            <p:spPr>
              <a:xfrm>
                <a:off x="-25178" y="4605629"/>
                <a:ext cx="9190238" cy="5774"/>
              </a:xfrm>
              <a:custGeom>
                <a:avLst/>
                <a:gdLst/>
                <a:ahLst/>
                <a:cxnLst/>
                <a:rect l="l" t="t" r="r" b="b"/>
                <a:pathLst>
                  <a:path w="36095" h="39" extrusionOk="0">
                    <a:moveTo>
                      <a:pt x="34254" y="1"/>
                    </a:moveTo>
                    <a:cubicBezTo>
                      <a:pt x="33668" y="1"/>
                      <a:pt x="33082" y="2"/>
                      <a:pt x="32497" y="2"/>
                    </a:cubicBezTo>
                    <a:lnTo>
                      <a:pt x="21952" y="2"/>
                    </a:lnTo>
                    <a:lnTo>
                      <a:pt x="7964" y="3"/>
                    </a:lnTo>
                    <a:cubicBezTo>
                      <a:pt x="6503" y="3"/>
                      <a:pt x="5042" y="1"/>
                      <a:pt x="3580" y="1"/>
                    </a:cubicBezTo>
                    <a:cubicBezTo>
                      <a:pt x="2411" y="1"/>
                      <a:pt x="1242" y="2"/>
                      <a:pt x="74" y="8"/>
                    </a:cubicBezTo>
                    <a:cubicBezTo>
                      <a:pt x="1" y="8"/>
                      <a:pt x="1" y="32"/>
                      <a:pt x="74" y="32"/>
                    </a:cubicBezTo>
                    <a:cubicBezTo>
                      <a:pt x="1334" y="37"/>
                      <a:pt x="2596" y="38"/>
                      <a:pt x="3858" y="38"/>
                    </a:cubicBezTo>
                    <a:cubicBezTo>
                      <a:pt x="4940" y="38"/>
                      <a:pt x="6022" y="38"/>
                      <a:pt x="7103" y="38"/>
                    </a:cubicBezTo>
                    <a:lnTo>
                      <a:pt x="32067" y="38"/>
                    </a:lnTo>
                    <a:cubicBezTo>
                      <a:pt x="32724" y="38"/>
                      <a:pt x="33382" y="39"/>
                      <a:pt x="34039" y="39"/>
                    </a:cubicBezTo>
                    <a:cubicBezTo>
                      <a:pt x="34697" y="39"/>
                      <a:pt x="35354" y="38"/>
                      <a:pt x="36011" y="33"/>
                    </a:cubicBezTo>
                    <a:cubicBezTo>
                      <a:pt x="36095" y="33"/>
                      <a:pt x="36095" y="6"/>
                      <a:pt x="36011" y="6"/>
                    </a:cubicBezTo>
                    <a:cubicBezTo>
                      <a:pt x="35426" y="2"/>
                      <a:pt x="34840" y="1"/>
                      <a:pt x="34254" y="1"/>
                    </a:cubicBezTo>
                    <a:close/>
                  </a:path>
                </a:pathLst>
              </a:custGeom>
              <a:solidFill>
                <a:srgbClr val="382B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70" name="Google Shape;1270;p37"/>
          <p:cNvSpPr txBox="1">
            <a:spLocks noGrp="1"/>
          </p:cNvSpPr>
          <p:nvPr>
            <p:ph type="subTitle" idx="1"/>
          </p:nvPr>
        </p:nvSpPr>
        <p:spPr>
          <a:xfrm>
            <a:off x="715100" y="2388750"/>
            <a:ext cx="2480400" cy="13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naheim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271" name="Google Shape;1271;p37"/>
          <p:cNvSpPr txBox="1">
            <a:spLocks noGrp="1"/>
          </p:cNvSpPr>
          <p:nvPr>
            <p:ph type="title"/>
          </p:nvPr>
        </p:nvSpPr>
        <p:spPr>
          <a:xfrm>
            <a:off x="715100" y="1084200"/>
            <a:ext cx="2597400" cy="10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5_1_1"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3" name="Google Shape;1273;p38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274" name="Google Shape;1274;p38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8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8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7" name="Google Shape;1277;p38"/>
          <p:cNvSpPr txBox="1">
            <a:spLocks noGrp="1"/>
          </p:cNvSpPr>
          <p:nvPr>
            <p:ph type="subTitle" idx="1"/>
          </p:nvPr>
        </p:nvSpPr>
        <p:spPr>
          <a:xfrm>
            <a:off x="715100" y="1353050"/>
            <a:ext cx="4413900" cy="17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8" name="Google Shape;1278;p38"/>
          <p:cNvSpPr txBox="1">
            <a:spLocks noGrp="1"/>
          </p:cNvSpPr>
          <p:nvPr>
            <p:ph type="title"/>
          </p:nvPr>
        </p:nvSpPr>
        <p:spPr>
          <a:xfrm>
            <a:off x="715100" y="461125"/>
            <a:ext cx="5504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79" name="Google Shape;1279;p38"/>
          <p:cNvGrpSpPr/>
          <p:nvPr/>
        </p:nvGrpSpPr>
        <p:grpSpPr>
          <a:xfrm>
            <a:off x="175029" y="176513"/>
            <a:ext cx="8803855" cy="4130275"/>
            <a:chOff x="175029" y="176513"/>
            <a:chExt cx="8803855" cy="4130275"/>
          </a:xfrm>
        </p:grpSpPr>
        <p:grpSp>
          <p:nvGrpSpPr>
            <p:cNvPr id="1280" name="Google Shape;1280;p38"/>
            <p:cNvGrpSpPr/>
            <p:nvPr/>
          </p:nvGrpSpPr>
          <p:grpSpPr>
            <a:xfrm flipH="1">
              <a:off x="8210750" y="290682"/>
              <a:ext cx="456135" cy="164388"/>
              <a:chOff x="8325332" y="3575419"/>
              <a:chExt cx="456135" cy="164388"/>
            </a:xfrm>
          </p:grpSpPr>
          <p:sp>
            <p:nvSpPr>
              <p:cNvPr id="1281" name="Google Shape;1281;p38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8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8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4" name="Google Shape;1284;p38"/>
            <p:cNvGrpSpPr/>
            <p:nvPr/>
          </p:nvGrpSpPr>
          <p:grpSpPr>
            <a:xfrm flipH="1">
              <a:off x="8417031" y="3088330"/>
              <a:ext cx="561853" cy="348158"/>
              <a:chOff x="2735298" y="809042"/>
              <a:chExt cx="638978" cy="395949"/>
            </a:xfrm>
          </p:grpSpPr>
          <p:sp>
            <p:nvSpPr>
              <p:cNvPr id="1285" name="Google Shape;1285;p38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8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8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8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9" name="Google Shape;1289;p38"/>
            <p:cNvSpPr/>
            <p:nvPr/>
          </p:nvSpPr>
          <p:spPr>
            <a:xfrm flipH="1">
              <a:off x="175029" y="38195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8"/>
            <p:cNvSpPr/>
            <p:nvPr/>
          </p:nvSpPr>
          <p:spPr>
            <a:xfrm flipH="1">
              <a:off x="8616516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8"/>
            <p:cNvSpPr/>
            <p:nvPr/>
          </p:nvSpPr>
          <p:spPr>
            <a:xfrm flipH="1">
              <a:off x="813216" y="176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8"/>
            <p:cNvSpPr/>
            <p:nvPr/>
          </p:nvSpPr>
          <p:spPr>
            <a:xfrm rot="10800000">
              <a:off x="8616504" y="22180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8"/>
            <p:cNvSpPr/>
            <p:nvPr/>
          </p:nvSpPr>
          <p:spPr>
            <a:xfrm flipH="1">
              <a:off x="6812079" y="2245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8"/>
            <p:cNvSpPr/>
            <p:nvPr/>
          </p:nvSpPr>
          <p:spPr>
            <a:xfrm flipH="1">
              <a:off x="223029" y="108588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39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297" name="Google Shape;1297;p39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0" name="Google Shape;1300;p39"/>
          <p:cNvSpPr txBox="1">
            <a:spLocks noGrp="1"/>
          </p:cNvSpPr>
          <p:nvPr>
            <p:ph type="subTitle" idx="1"/>
          </p:nvPr>
        </p:nvSpPr>
        <p:spPr>
          <a:xfrm>
            <a:off x="715100" y="1398500"/>
            <a:ext cx="3471000" cy="29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1" name="Google Shape;1301;p39"/>
          <p:cNvSpPr txBox="1">
            <a:spLocks noGrp="1"/>
          </p:cNvSpPr>
          <p:nvPr>
            <p:ph type="subTitle" idx="2"/>
          </p:nvPr>
        </p:nvSpPr>
        <p:spPr>
          <a:xfrm>
            <a:off x="4953000" y="1200600"/>
            <a:ext cx="3471000" cy="29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2" name="Google Shape;1302;p39"/>
          <p:cNvSpPr txBox="1">
            <a:spLocks noGrp="1"/>
          </p:cNvSpPr>
          <p:nvPr>
            <p:ph type="title" hasCustomPrompt="1"/>
          </p:nvPr>
        </p:nvSpPr>
        <p:spPr>
          <a:xfrm>
            <a:off x="720000" y="535000"/>
            <a:ext cx="2892000" cy="4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 dirty="0" err="1"/>
              <a:t>asdsad</a:t>
            </a:r>
            <a:endParaRPr dirty="0"/>
          </a:p>
        </p:txBody>
      </p:sp>
      <p:grpSp>
        <p:nvGrpSpPr>
          <p:cNvPr id="1303" name="Google Shape;1303;p39"/>
          <p:cNvGrpSpPr/>
          <p:nvPr/>
        </p:nvGrpSpPr>
        <p:grpSpPr>
          <a:xfrm>
            <a:off x="217824" y="291421"/>
            <a:ext cx="8743673" cy="4182819"/>
            <a:chOff x="217824" y="291421"/>
            <a:chExt cx="8743673" cy="4182819"/>
          </a:xfrm>
        </p:grpSpPr>
        <p:grpSp>
          <p:nvGrpSpPr>
            <p:cNvPr id="1304" name="Google Shape;1304;p39"/>
            <p:cNvGrpSpPr/>
            <p:nvPr/>
          </p:nvGrpSpPr>
          <p:grpSpPr>
            <a:xfrm rot="10800000">
              <a:off x="402445" y="4306806"/>
              <a:ext cx="464802" cy="167435"/>
              <a:chOff x="6500449" y="451268"/>
              <a:chExt cx="464802" cy="167435"/>
            </a:xfrm>
          </p:grpSpPr>
          <p:sp>
            <p:nvSpPr>
              <p:cNvPr id="1305" name="Google Shape;1305;p39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9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9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8" name="Google Shape;1308;p39"/>
            <p:cNvGrpSpPr/>
            <p:nvPr/>
          </p:nvGrpSpPr>
          <p:grpSpPr>
            <a:xfrm rot="10800000">
              <a:off x="7638730" y="4057689"/>
              <a:ext cx="456135" cy="164388"/>
              <a:chOff x="8325332" y="3575419"/>
              <a:chExt cx="456135" cy="164388"/>
            </a:xfrm>
          </p:grpSpPr>
          <p:sp>
            <p:nvSpPr>
              <p:cNvPr id="1309" name="Google Shape;1309;p39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9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9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2" name="Google Shape;1312;p39"/>
            <p:cNvGrpSpPr/>
            <p:nvPr/>
          </p:nvGrpSpPr>
          <p:grpSpPr>
            <a:xfrm flipH="1">
              <a:off x="4107195" y="535006"/>
              <a:ext cx="464802" cy="167435"/>
              <a:chOff x="172186" y="3593631"/>
              <a:chExt cx="464802" cy="167435"/>
            </a:xfrm>
          </p:grpSpPr>
          <p:sp>
            <p:nvSpPr>
              <p:cNvPr id="1313" name="Google Shape;1313;p39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9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9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6" name="Google Shape;1316;p39"/>
            <p:cNvGrpSpPr/>
            <p:nvPr/>
          </p:nvGrpSpPr>
          <p:grpSpPr>
            <a:xfrm rot="10800000">
              <a:off x="217824" y="1367545"/>
              <a:ext cx="561853" cy="348158"/>
              <a:chOff x="2735298" y="809042"/>
              <a:chExt cx="638978" cy="395949"/>
            </a:xfrm>
          </p:grpSpPr>
          <p:sp>
            <p:nvSpPr>
              <p:cNvPr id="1317" name="Google Shape;1317;p3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21" name="Google Shape;1321;p39"/>
            <p:cNvSpPr/>
            <p:nvPr/>
          </p:nvSpPr>
          <p:spPr>
            <a:xfrm rot="10800000">
              <a:off x="417296" y="29142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9"/>
            <p:cNvSpPr/>
            <p:nvPr/>
          </p:nvSpPr>
          <p:spPr>
            <a:xfrm rot="10800000">
              <a:off x="3536521" y="435706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9"/>
            <p:cNvSpPr/>
            <p:nvPr/>
          </p:nvSpPr>
          <p:spPr>
            <a:xfrm rot="10800000">
              <a:off x="8671084" y="45660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9"/>
            <p:cNvSpPr/>
            <p:nvPr/>
          </p:nvSpPr>
          <p:spPr>
            <a:xfrm rot="10800000">
              <a:off x="248659" y="297560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9"/>
            <p:cNvSpPr/>
            <p:nvPr/>
          </p:nvSpPr>
          <p:spPr>
            <a:xfrm flipH="1">
              <a:off x="8798596" y="4222083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9"/>
            <p:cNvSpPr/>
            <p:nvPr/>
          </p:nvSpPr>
          <p:spPr>
            <a:xfrm rot="10800000">
              <a:off x="6866646" y="4357071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7" name="Google Shape;1327;p39"/>
            <p:cNvGrpSpPr/>
            <p:nvPr/>
          </p:nvGrpSpPr>
          <p:grpSpPr>
            <a:xfrm rot="10800000">
              <a:off x="7533024" y="619495"/>
              <a:ext cx="561853" cy="348158"/>
              <a:chOff x="2735298" y="809042"/>
              <a:chExt cx="638978" cy="395949"/>
            </a:xfrm>
          </p:grpSpPr>
          <p:sp>
            <p:nvSpPr>
              <p:cNvPr id="1328" name="Google Shape;1328;p3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2" name="Google Shape;1332;p39"/>
            <p:cNvGrpSpPr/>
            <p:nvPr/>
          </p:nvGrpSpPr>
          <p:grpSpPr>
            <a:xfrm rot="10800000">
              <a:off x="8333795" y="1884031"/>
              <a:ext cx="464802" cy="167435"/>
              <a:chOff x="6500449" y="451268"/>
              <a:chExt cx="464802" cy="167435"/>
            </a:xfrm>
          </p:grpSpPr>
          <p:sp>
            <p:nvSpPr>
              <p:cNvPr id="1333" name="Google Shape;1333;p39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9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9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36" name="Google Shape;1336;p39"/>
            <p:cNvSpPr/>
            <p:nvPr/>
          </p:nvSpPr>
          <p:spPr>
            <a:xfrm rot="10800000">
              <a:off x="6703746" y="330952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7" name="Google Shape;1337;p39"/>
            <p:cNvGrpSpPr/>
            <p:nvPr/>
          </p:nvGrpSpPr>
          <p:grpSpPr>
            <a:xfrm rot="10800000">
              <a:off x="4571995" y="3565581"/>
              <a:ext cx="464802" cy="167435"/>
              <a:chOff x="172186" y="3593631"/>
              <a:chExt cx="464802" cy="167435"/>
            </a:xfrm>
          </p:grpSpPr>
          <p:sp>
            <p:nvSpPr>
              <p:cNvPr id="1338" name="Google Shape;1338;p39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9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9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2" name="Google Shape;1342;p40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343" name="Google Shape;1343;p40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0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0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6" name="Google Shape;1346;p40"/>
          <p:cNvGrpSpPr/>
          <p:nvPr/>
        </p:nvGrpSpPr>
        <p:grpSpPr>
          <a:xfrm>
            <a:off x="217824" y="197531"/>
            <a:ext cx="8834526" cy="4276710"/>
            <a:chOff x="217824" y="197531"/>
            <a:chExt cx="8834526" cy="4276710"/>
          </a:xfrm>
        </p:grpSpPr>
        <p:grpSp>
          <p:nvGrpSpPr>
            <p:cNvPr id="1347" name="Google Shape;1347;p40"/>
            <p:cNvGrpSpPr/>
            <p:nvPr/>
          </p:nvGrpSpPr>
          <p:grpSpPr>
            <a:xfrm flipH="1">
              <a:off x="217824" y="197531"/>
              <a:ext cx="464802" cy="167435"/>
              <a:chOff x="6500449" y="451268"/>
              <a:chExt cx="464802" cy="167435"/>
            </a:xfrm>
          </p:grpSpPr>
          <p:sp>
            <p:nvSpPr>
              <p:cNvPr id="1348" name="Google Shape;1348;p40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40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40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1" name="Google Shape;1351;p40"/>
            <p:cNvGrpSpPr/>
            <p:nvPr/>
          </p:nvGrpSpPr>
          <p:grpSpPr>
            <a:xfrm flipH="1">
              <a:off x="7933134" y="289944"/>
              <a:ext cx="456135" cy="164388"/>
              <a:chOff x="8325332" y="3575419"/>
              <a:chExt cx="456135" cy="164388"/>
            </a:xfrm>
          </p:grpSpPr>
          <p:sp>
            <p:nvSpPr>
              <p:cNvPr id="1352" name="Google Shape;1352;p40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40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40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5" name="Google Shape;1355;p40"/>
            <p:cNvGrpSpPr/>
            <p:nvPr/>
          </p:nvGrpSpPr>
          <p:grpSpPr>
            <a:xfrm flipH="1">
              <a:off x="1953949" y="4306806"/>
              <a:ext cx="464802" cy="167435"/>
              <a:chOff x="172186" y="3593631"/>
              <a:chExt cx="464802" cy="167435"/>
            </a:xfrm>
          </p:grpSpPr>
          <p:sp>
            <p:nvSpPr>
              <p:cNvPr id="1356" name="Google Shape;1356;p40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40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40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9" name="Google Shape;1359;p40"/>
            <p:cNvGrpSpPr/>
            <p:nvPr/>
          </p:nvGrpSpPr>
          <p:grpSpPr>
            <a:xfrm flipH="1">
              <a:off x="1514647" y="613071"/>
              <a:ext cx="561853" cy="348158"/>
              <a:chOff x="2735298" y="809042"/>
              <a:chExt cx="638978" cy="395949"/>
            </a:xfrm>
          </p:grpSpPr>
          <p:sp>
            <p:nvSpPr>
              <p:cNvPr id="1360" name="Google Shape;1360;p40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40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40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40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4" name="Google Shape;1364;p40"/>
            <p:cNvGrpSpPr/>
            <p:nvPr/>
          </p:nvGrpSpPr>
          <p:grpSpPr>
            <a:xfrm flipH="1">
              <a:off x="2875952" y="3167967"/>
              <a:ext cx="561853" cy="348158"/>
              <a:chOff x="2735298" y="809042"/>
              <a:chExt cx="638978" cy="395949"/>
            </a:xfrm>
          </p:grpSpPr>
          <p:sp>
            <p:nvSpPr>
              <p:cNvPr id="1365" name="Google Shape;1365;p40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40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40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40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9" name="Google Shape;1369;p40"/>
            <p:cNvSpPr/>
            <p:nvPr/>
          </p:nvSpPr>
          <p:spPr>
            <a:xfrm flipH="1">
              <a:off x="425825" y="4050000"/>
              <a:ext cx="256800" cy="256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0"/>
            <p:cNvSpPr/>
            <p:nvPr/>
          </p:nvSpPr>
          <p:spPr>
            <a:xfrm flipH="1">
              <a:off x="1514650" y="33918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0"/>
            <p:cNvSpPr/>
            <p:nvPr/>
          </p:nvSpPr>
          <p:spPr>
            <a:xfrm flipH="1">
              <a:off x="3592000" y="33943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0"/>
            <p:cNvSpPr/>
            <p:nvPr/>
          </p:nvSpPr>
          <p:spPr>
            <a:xfrm flipH="1">
              <a:off x="8726563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0"/>
            <p:cNvSpPr/>
            <p:nvPr/>
          </p:nvSpPr>
          <p:spPr>
            <a:xfrm flipH="1">
              <a:off x="803688" y="160045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0"/>
            <p:cNvSpPr/>
            <p:nvPr/>
          </p:nvSpPr>
          <p:spPr>
            <a:xfrm rot="10800000">
              <a:off x="8889450" y="7056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0"/>
            <p:cNvSpPr/>
            <p:nvPr/>
          </p:nvSpPr>
          <p:spPr>
            <a:xfrm flipH="1">
              <a:off x="6922125" y="3394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40"/>
          <p:cNvSpPr txBox="1">
            <a:spLocks noGrp="1"/>
          </p:cNvSpPr>
          <p:nvPr>
            <p:ph type="subTitle" idx="1"/>
          </p:nvPr>
        </p:nvSpPr>
        <p:spPr>
          <a:xfrm>
            <a:off x="4905400" y="627063"/>
            <a:ext cx="3523500" cy="44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7" name="Google Shape;1377;p40"/>
          <p:cNvSpPr txBox="1">
            <a:spLocks noGrp="1"/>
          </p:cNvSpPr>
          <p:nvPr>
            <p:ph type="subTitle" idx="2"/>
          </p:nvPr>
        </p:nvSpPr>
        <p:spPr>
          <a:xfrm>
            <a:off x="4905400" y="1068378"/>
            <a:ext cx="352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8" name="Google Shape;1378;p40"/>
          <p:cNvSpPr txBox="1">
            <a:spLocks noGrp="1"/>
          </p:cNvSpPr>
          <p:nvPr>
            <p:ph type="subTitle" idx="3"/>
          </p:nvPr>
        </p:nvSpPr>
        <p:spPr>
          <a:xfrm>
            <a:off x="4905400" y="2381132"/>
            <a:ext cx="352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9" name="Google Shape;1379;p40"/>
          <p:cNvSpPr txBox="1">
            <a:spLocks noGrp="1"/>
          </p:cNvSpPr>
          <p:nvPr>
            <p:ph type="subTitle" idx="4"/>
          </p:nvPr>
        </p:nvSpPr>
        <p:spPr>
          <a:xfrm>
            <a:off x="4905400" y="3693887"/>
            <a:ext cx="352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0" name="Google Shape;1380;p40"/>
          <p:cNvSpPr txBox="1">
            <a:spLocks noGrp="1"/>
          </p:cNvSpPr>
          <p:nvPr>
            <p:ph type="title" hasCustomPrompt="1"/>
          </p:nvPr>
        </p:nvSpPr>
        <p:spPr>
          <a:xfrm>
            <a:off x="720000" y="2060025"/>
            <a:ext cx="2490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 dirty="0" err="1"/>
              <a:t>sadasdas</a:t>
            </a:r>
            <a:endParaRPr dirty="0"/>
          </a:p>
        </p:txBody>
      </p:sp>
      <p:sp>
        <p:nvSpPr>
          <p:cNvPr id="1381" name="Google Shape;1381;p40"/>
          <p:cNvSpPr txBox="1">
            <a:spLocks noGrp="1"/>
          </p:cNvSpPr>
          <p:nvPr>
            <p:ph type="subTitle" idx="5"/>
          </p:nvPr>
        </p:nvSpPr>
        <p:spPr>
          <a:xfrm>
            <a:off x="4905400" y="1939843"/>
            <a:ext cx="3523500" cy="44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2" name="Google Shape;1382;p40"/>
          <p:cNvSpPr txBox="1">
            <a:spLocks noGrp="1"/>
          </p:cNvSpPr>
          <p:nvPr>
            <p:ph type="subTitle" idx="6"/>
          </p:nvPr>
        </p:nvSpPr>
        <p:spPr>
          <a:xfrm>
            <a:off x="4905400" y="3252624"/>
            <a:ext cx="3523500" cy="44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4" name="Google Shape;1384;p41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385" name="Google Shape;1385;p41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1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1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41"/>
          <p:cNvGrpSpPr/>
          <p:nvPr/>
        </p:nvGrpSpPr>
        <p:grpSpPr>
          <a:xfrm>
            <a:off x="362724" y="289156"/>
            <a:ext cx="8634148" cy="4127819"/>
            <a:chOff x="362724" y="289156"/>
            <a:chExt cx="8634148" cy="4127819"/>
          </a:xfrm>
        </p:grpSpPr>
        <p:grpSp>
          <p:nvGrpSpPr>
            <p:cNvPr id="1389" name="Google Shape;1389;p41"/>
            <p:cNvGrpSpPr/>
            <p:nvPr/>
          </p:nvGrpSpPr>
          <p:grpSpPr>
            <a:xfrm>
              <a:off x="8347448" y="289156"/>
              <a:ext cx="464802" cy="167435"/>
              <a:chOff x="6500449" y="451268"/>
              <a:chExt cx="464802" cy="167435"/>
            </a:xfrm>
          </p:grpSpPr>
          <p:sp>
            <p:nvSpPr>
              <p:cNvPr id="1390" name="Google Shape;1390;p41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41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41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3" name="Google Shape;1393;p41"/>
            <p:cNvGrpSpPr/>
            <p:nvPr/>
          </p:nvGrpSpPr>
          <p:grpSpPr>
            <a:xfrm>
              <a:off x="715105" y="290682"/>
              <a:ext cx="456135" cy="164388"/>
              <a:chOff x="8325332" y="3575419"/>
              <a:chExt cx="456135" cy="164388"/>
            </a:xfrm>
          </p:grpSpPr>
          <p:sp>
            <p:nvSpPr>
              <p:cNvPr id="1394" name="Google Shape;1394;p41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41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41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7" name="Google Shape;1397;p41"/>
            <p:cNvGrpSpPr/>
            <p:nvPr/>
          </p:nvGrpSpPr>
          <p:grpSpPr>
            <a:xfrm>
              <a:off x="6724423" y="3847131"/>
              <a:ext cx="464802" cy="167435"/>
              <a:chOff x="172186" y="3593631"/>
              <a:chExt cx="464802" cy="167435"/>
            </a:xfrm>
          </p:grpSpPr>
          <p:sp>
            <p:nvSpPr>
              <p:cNvPr id="1398" name="Google Shape;1398;p41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41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41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1" name="Google Shape;1401;p41"/>
            <p:cNvGrpSpPr/>
            <p:nvPr/>
          </p:nvGrpSpPr>
          <p:grpSpPr>
            <a:xfrm>
              <a:off x="5938599" y="2397671"/>
              <a:ext cx="561853" cy="348158"/>
              <a:chOff x="2735298" y="809042"/>
              <a:chExt cx="638978" cy="395949"/>
            </a:xfrm>
          </p:grpSpPr>
          <p:sp>
            <p:nvSpPr>
              <p:cNvPr id="1402" name="Google Shape;1402;p41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41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41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41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41"/>
            <p:cNvGrpSpPr/>
            <p:nvPr/>
          </p:nvGrpSpPr>
          <p:grpSpPr>
            <a:xfrm>
              <a:off x="8435018" y="3047692"/>
              <a:ext cx="561853" cy="348158"/>
              <a:chOff x="2735298" y="809042"/>
              <a:chExt cx="638978" cy="395949"/>
            </a:xfrm>
          </p:grpSpPr>
          <p:sp>
            <p:nvSpPr>
              <p:cNvPr id="1407" name="Google Shape;1407;p41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41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41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1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1" name="Google Shape;1411;p41"/>
            <p:cNvSpPr/>
            <p:nvPr/>
          </p:nvSpPr>
          <p:spPr>
            <a:xfrm>
              <a:off x="6467624" y="705700"/>
              <a:ext cx="256800" cy="256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1"/>
            <p:cNvSpPr/>
            <p:nvPr/>
          </p:nvSpPr>
          <p:spPr>
            <a:xfrm>
              <a:off x="8347449" y="42540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5611274" y="33943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1"/>
            <p:cNvSpPr/>
            <p:nvPr/>
          </p:nvSpPr>
          <p:spPr>
            <a:xfrm>
              <a:off x="380711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1"/>
            <p:cNvSpPr/>
            <p:nvPr/>
          </p:nvSpPr>
          <p:spPr>
            <a:xfrm>
              <a:off x="8803136" y="1624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 rot="10800000" flipH="1">
              <a:off x="362724" y="16248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1"/>
            <p:cNvSpPr/>
            <p:nvPr/>
          </p:nvSpPr>
          <p:spPr>
            <a:xfrm>
              <a:off x="2281149" y="3394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1"/>
            <p:cNvSpPr/>
            <p:nvPr/>
          </p:nvSpPr>
          <p:spPr>
            <a:xfrm>
              <a:off x="6010024" y="38974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9" name="Google Shape;1419;p41"/>
          <p:cNvSpPr txBox="1">
            <a:spLocks noGrp="1"/>
          </p:cNvSpPr>
          <p:nvPr>
            <p:ph type="subTitle" idx="1"/>
          </p:nvPr>
        </p:nvSpPr>
        <p:spPr>
          <a:xfrm>
            <a:off x="715108" y="1275300"/>
            <a:ext cx="22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0" name="Google Shape;1420;p41"/>
          <p:cNvSpPr txBox="1">
            <a:spLocks noGrp="1"/>
          </p:cNvSpPr>
          <p:nvPr>
            <p:ph type="subTitle" idx="2"/>
          </p:nvPr>
        </p:nvSpPr>
        <p:spPr>
          <a:xfrm>
            <a:off x="715099" y="1760100"/>
            <a:ext cx="22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1" name="Google Shape;1421;p41"/>
          <p:cNvSpPr txBox="1">
            <a:spLocks noGrp="1"/>
          </p:cNvSpPr>
          <p:nvPr>
            <p:ph type="subTitle" idx="3"/>
          </p:nvPr>
        </p:nvSpPr>
        <p:spPr>
          <a:xfrm>
            <a:off x="3133574" y="1760100"/>
            <a:ext cx="22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2" name="Google Shape;1422;p41"/>
          <p:cNvSpPr txBox="1">
            <a:spLocks noGrp="1"/>
          </p:cNvSpPr>
          <p:nvPr>
            <p:ph type="subTitle" idx="4"/>
          </p:nvPr>
        </p:nvSpPr>
        <p:spPr>
          <a:xfrm>
            <a:off x="715099" y="3688450"/>
            <a:ext cx="22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3" name="Google Shape;1423;p41"/>
          <p:cNvSpPr txBox="1">
            <a:spLocks noGrp="1"/>
          </p:cNvSpPr>
          <p:nvPr>
            <p:ph type="subTitle" idx="5"/>
          </p:nvPr>
        </p:nvSpPr>
        <p:spPr>
          <a:xfrm>
            <a:off x="3133524" y="3688450"/>
            <a:ext cx="22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4" name="Google Shape;1424;p41"/>
          <p:cNvSpPr txBox="1">
            <a:spLocks noGrp="1"/>
          </p:cNvSpPr>
          <p:nvPr>
            <p:ph type="title"/>
          </p:nvPr>
        </p:nvSpPr>
        <p:spPr>
          <a:xfrm>
            <a:off x="6124575" y="1536600"/>
            <a:ext cx="23043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25" name="Google Shape;1425;p41"/>
          <p:cNvSpPr txBox="1">
            <a:spLocks noGrp="1"/>
          </p:cNvSpPr>
          <p:nvPr>
            <p:ph type="subTitle" idx="6"/>
          </p:nvPr>
        </p:nvSpPr>
        <p:spPr>
          <a:xfrm>
            <a:off x="715108" y="3203650"/>
            <a:ext cx="22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6" name="Google Shape;1426;p41"/>
          <p:cNvSpPr txBox="1">
            <a:spLocks noGrp="1"/>
          </p:cNvSpPr>
          <p:nvPr>
            <p:ph type="subTitle" idx="7"/>
          </p:nvPr>
        </p:nvSpPr>
        <p:spPr>
          <a:xfrm>
            <a:off x="3133580" y="1275300"/>
            <a:ext cx="22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7" name="Google Shape;1427;p41"/>
          <p:cNvSpPr txBox="1">
            <a:spLocks noGrp="1"/>
          </p:cNvSpPr>
          <p:nvPr>
            <p:ph type="subTitle" idx="8"/>
          </p:nvPr>
        </p:nvSpPr>
        <p:spPr>
          <a:xfrm>
            <a:off x="3133530" y="3203650"/>
            <a:ext cx="22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9" name="Google Shape;1429;p42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430" name="Google Shape;1430;p42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2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2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3" name="Google Shape;1433;p42"/>
          <p:cNvGrpSpPr/>
          <p:nvPr/>
        </p:nvGrpSpPr>
        <p:grpSpPr>
          <a:xfrm>
            <a:off x="393559" y="180846"/>
            <a:ext cx="8603313" cy="4288854"/>
            <a:chOff x="393559" y="180846"/>
            <a:chExt cx="8603313" cy="4288854"/>
          </a:xfrm>
        </p:grpSpPr>
        <p:grpSp>
          <p:nvGrpSpPr>
            <p:cNvPr id="1434" name="Google Shape;1434;p42"/>
            <p:cNvGrpSpPr/>
            <p:nvPr/>
          </p:nvGrpSpPr>
          <p:grpSpPr>
            <a:xfrm flipH="1">
              <a:off x="547345" y="289156"/>
              <a:ext cx="464802" cy="167435"/>
              <a:chOff x="6500449" y="451268"/>
              <a:chExt cx="464802" cy="167435"/>
            </a:xfrm>
          </p:grpSpPr>
          <p:sp>
            <p:nvSpPr>
              <p:cNvPr id="1435" name="Google Shape;1435;p42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42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42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8" name="Google Shape;1438;p42"/>
            <p:cNvGrpSpPr/>
            <p:nvPr/>
          </p:nvGrpSpPr>
          <p:grpSpPr>
            <a:xfrm flipH="1">
              <a:off x="8188355" y="290682"/>
              <a:ext cx="456135" cy="164388"/>
              <a:chOff x="8325332" y="3575419"/>
              <a:chExt cx="456135" cy="164388"/>
            </a:xfrm>
          </p:grpSpPr>
          <p:sp>
            <p:nvSpPr>
              <p:cNvPr id="1439" name="Google Shape;1439;p42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42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42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2" name="Google Shape;1442;p42"/>
            <p:cNvGrpSpPr/>
            <p:nvPr/>
          </p:nvGrpSpPr>
          <p:grpSpPr>
            <a:xfrm flipH="1">
              <a:off x="1853145" y="4141631"/>
              <a:ext cx="464802" cy="167435"/>
              <a:chOff x="172186" y="3593631"/>
              <a:chExt cx="464802" cy="167435"/>
            </a:xfrm>
          </p:grpSpPr>
          <p:sp>
            <p:nvSpPr>
              <p:cNvPr id="1443" name="Google Shape;1443;p42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42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42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42"/>
            <p:cNvGrpSpPr/>
            <p:nvPr/>
          </p:nvGrpSpPr>
          <p:grpSpPr>
            <a:xfrm flipH="1">
              <a:off x="4830943" y="180846"/>
              <a:ext cx="561853" cy="348158"/>
              <a:chOff x="2735298" y="809042"/>
              <a:chExt cx="638978" cy="395949"/>
            </a:xfrm>
          </p:grpSpPr>
          <p:sp>
            <p:nvSpPr>
              <p:cNvPr id="1447" name="Google Shape;1447;p42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42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42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42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42"/>
            <p:cNvGrpSpPr/>
            <p:nvPr/>
          </p:nvGrpSpPr>
          <p:grpSpPr>
            <a:xfrm flipH="1">
              <a:off x="8416649" y="3220967"/>
              <a:ext cx="561853" cy="348158"/>
              <a:chOff x="2735298" y="809042"/>
              <a:chExt cx="638978" cy="395949"/>
            </a:xfrm>
          </p:grpSpPr>
          <p:sp>
            <p:nvSpPr>
              <p:cNvPr id="1452" name="Google Shape;1452;p42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42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42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42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6" name="Google Shape;1456;p42"/>
            <p:cNvSpPr/>
            <p:nvPr/>
          </p:nvSpPr>
          <p:spPr>
            <a:xfrm flipH="1">
              <a:off x="1012146" y="4306800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2"/>
            <p:cNvSpPr/>
            <p:nvPr/>
          </p:nvSpPr>
          <p:spPr>
            <a:xfrm flipH="1">
              <a:off x="3681421" y="33943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2"/>
            <p:cNvSpPr/>
            <p:nvPr/>
          </p:nvSpPr>
          <p:spPr>
            <a:xfrm flipH="1">
              <a:off x="8815984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2"/>
            <p:cNvSpPr/>
            <p:nvPr/>
          </p:nvSpPr>
          <p:spPr>
            <a:xfrm flipH="1">
              <a:off x="393559" y="1624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2"/>
            <p:cNvSpPr/>
            <p:nvPr/>
          </p:nvSpPr>
          <p:spPr>
            <a:xfrm rot="10800000">
              <a:off x="8833971" y="16248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2"/>
            <p:cNvSpPr/>
            <p:nvPr/>
          </p:nvSpPr>
          <p:spPr>
            <a:xfrm flipH="1">
              <a:off x="7011546" y="3394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2"/>
            <p:cNvSpPr/>
            <p:nvPr/>
          </p:nvSpPr>
          <p:spPr>
            <a:xfrm flipH="1">
              <a:off x="1688596" y="50155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3" name="Google Shape;1463;p42"/>
          <p:cNvSpPr txBox="1">
            <a:spLocks noGrp="1"/>
          </p:cNvSpPr>
          <p:nvPr>
            <p:ph type="title"/>
          </p:nvPr>
        </p:nvSpPr>
        <p:spPr>
          <a:xfrm>
            <a:off x="720000" y="1019175"/>
            <a:ext cx="1529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64" name="Google Shape;1464;p42"/>
          <p:cNvSpPr txBox="1">
            <a:spLocks noGrp="1"/>
          </p:cNvSpPr>
          <p:nvPr>
            <p:ph type="subTitle" idx="1"/>
          </p:nvPr>
        </p:nvSpPr>
        <p:spPr>
          <a:xfrm>
            <a:off x="3159500" y="1022350"/>
            <a:ext cx="21747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5" name="Google Shape;1465;p42"/>
          <p:cNvSpPr txBox="1">
            <a:spLocks noGrp="1"/>
          </p:cNvSpPr>
          <p:nvPr>
            <p:ph type="subTitle" idx="2"/>
          </p:nvPr>
        </p:nvSpPr>
        <p:spPr>
          <a:xfrm>
            <a:off x="3158950" y="2374900"/>
            <a:ext cx="2175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6" name="Google Shape;1466;p42"/>
          <p:cNvSpPr txBox="1">
            <a:spLocks noGrp="1"/>
          </p:cNvSpPr>
          <p:nvPr>
            <p:ph type="subTitle" idx="3"/>
          </p:nvPr>
        </p:nvSpPr>
        <p:spPr>
          <a:xfrm>
            <a:off x="6233025" y="2374898"/>
            <a:ext cx="217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7" name="Google Shape;1467;p42"/>
          <p:cNvSpPr txBox="1">
            <a:spLocks noGrp="1"/>
          </p:cNvSpPr>
          <p:nvPr>
            <p:ph type="subTitle" idx="4"/>
          </p:nvPr>
        </p:nvSpPr>
        <p:spPr>
          <a:xfrm>
            <a:off x="6232434" y="1022350"/>
            <a:ext cx="2175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8" name="Google Shape;1468;p42"/>
          <p:cNvSpPr txBox="1">
            <a:spLocks noGrp="1"/>
          </p:cNvSpPr>
          <p:nvPr>
            <p:ph type="subTitle" idx="5"/>
          </p:nvPr>
        </p:nvSpPr>
        <p:spPr>
          <a:xfrm>
            <a:off x="3159875" y="3727450"/>
            <a:ext cx="217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9" name="Google Shape;1469;p42"/>
          <p:cNvSpPr txBox="1">
            <a:spLocks noGrp="1"/>
          </p:cNvSpPr>
          <p:nvPr>
            <p:ph type="subTitle" idx="6"/>
          </p:nvPr>
        </p:nvSpPr>
        <p:spPr>
          <a:xfrm>
            <a:off x="6233025" y="3727450"/>
            <a:ext cx="217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0" name="Google Shape;1470;p42"/>
          <p:cNvSpPr txBox="1">
            <a:spLocks noGrp="1"/>
          </p:cNvSpPr>
          <p:nvPr>
            <p:ph type="subTitle" idx="7"/>
          </p:nvPr>
        </p:nvSpPr>
        <p:spPr>
          <a:xfrm>
            <a:off x="3159250" y="647950"/>
            <a:ext cx="21747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1" name="Google Shape;1471;p42"/>
          <p:cNvSpPr txBox="1">
            <a:spLocks noGrp="1"/>
          </p:cNvSpPr>
          <p:nvPr>
            <p:ph type="subTitle" idx="8"/>
          </p:nvPr>
        </p:nvSpPr>
        <p:spPr>
          <a:xfrm>
            <a:off x="3158950" y="2000500"/>
            <a:ext cx="2175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2" name="Google Shape;1472;p42"/>
          <p:cNvSpPr txBox="1">
            <a:spLocks noGrp="1"/>
          </p:cNvSpPr>
          <p:nvPr>
            <p:ph type="subTitle" idx="9"/>
          </p:nvPr>
        </p:nvSpPr>
        <p:spPr>
          <a:xfrm>
            <a:off x="6233025" y="2000500"/>
            <a:ext cx="21744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3" name="Google Shape;1473;p42"/>
          <p:cNvSpPr txBox="1">
            <a:spLocks noGrp="1"/>
          </p:cNvSpPr>
          <p:nvPr>
            <p:ph type="subTitle" idx="13"/>
          </p:nvPr>
        </p:nvSpPr>
        <p:spPr>
          <a:xfrm>
            <a:off x="6232425" y="647950"/>
            <a:ext cx="2175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4" name="Google Shape;1474;p42"/>
          <p:cNvSpPr txBox="1">
            <a:spLocks noGrp="1"/>
          </p:cNvSpPr>
          <p:nvPr>
            <p:ph type="subTitle" idx="14"/>
          </p:nvPr>
        </p:nvSpPr>
        <p:spPr>
          <a:xfrm>
            <a:off x="3159575" y="3353050"/>
            <a:ext cx="21744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5" name="Google Shape;1475;p42"/>
          <p:cNvSpPr txBox="1">
            <a:spLocks noGrp="1"/>
          </p:cNvSpPr>
          <p:nvPr>
            <p:ph type="subTitle" idx="15"/>
          </p:nvPr>
        </p:nvSpPr>
        <p:spPr>
          <a:xfrm>
            <a:off x="6233025" y="3353050"/>
            <a:ext cx="21744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7" name="Google Shape;1477;p43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478" name="Google Shape;1478;p43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3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1" name="Google Shape;1481;p43"/>
          <p:cNvGrpSpPr/>
          <p:nvPr/>
        </p:nvGrpSpPr>
        <p:grpSpPr>
          <a:xfrm>
            <a:off x="374496" y="224525"/>
            <a:ext cx="8604388" cy="4082263"/>
            <a:chOff x="374496" y="224525"/>
            <a:chExt cx="8604388" cy="4082263"/>
          </a:xfrm>
        </p:grpSpPr>
        <p:grpSp>
          <p:nvGrpSpPr>
            <p:cNvPr id="1482" name="Google Shape;1482;p43"/>
            <p:cNvGrpSpPr/>
            <p:nvPr/>
          </p:nvGrpSpPr>
          <p:grpSpPr>
            <a:xfrm flipH="1">
              <a:off x="1771720" y="451281"/>
              <a:ext cx="464802" cy="167435"/>
              <a:chOff x="6500449" y="451268"/>
              <a:chExt cx="464802" cy="167435"/>
            </a:xfrm>
          </p:grpSpPr>
          <p:sp>
            <p:nvSpPr>
              <p:cNvPr id="1483" name="Google Shape;1483;p43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43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43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6" name="Google Shape;1486;p43"/>
            <p:cNvGrpSpPr/>
            <p:nvPr/>
          </p:nvGrpSpPr>
          <p:grpSpPr>
            <a:xfrm flipH="1">
              <a:off x="7972755" y="618732"/>
              <a:ext cx="456135" cy="164388"/>
              <a:chOff x="8325332" y="3575419"/>
              <a:chExt cx="456135" cy="164388"/>
            </a:xfrm>
          </p:grpSpPr>
          <p:sp>
            <p:nvSpPr>
              <p:cNvPr id="1487" name="Google Shape;1487;p43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43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43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0" name="Google Shape;1490;p43"/>
            <p:cNvGrpSpPr/>
            <p:nvPr/>
          </p:nvGrpSpPr>
          <p:grpSpPr>
            <a:xfrm flipH="1">
              <a:off x="3825370" y="4120506"/>
              <a:ext cx="464802" cy="167435"/>
              <a:chOff x="172186" y="3593631"/>
              <a:chExt cx="464802" cy="167435"/>
            </a:xfrm>
          </p:grpSpPr>
          <p:sp>
            <p:nvSpPr>
              <p:cNvPr id="1491" name="Google Shape;1491;p43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43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43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4" name="Google Shape;1494;p43"/>
            <p:cNvGrpSpPr/>
            <p:nvPr/>
          </p:nvGrpSpPr>
          <p:grpSpPr>
            <a:xfrm flipH="1">
              <a:off x="4395843" y="1190496"/>
              <a:ext cx="561853" cy="348158"/>
              <a:chOff x="2735298" y="809042"/>
              <a:chExt cx="638978" cy="395949"/>
            </a:xfrm>
          </p:grpSpPr>
          <p:sp>
            <p:nvSpPr>
              <p:cNvPr id="1495" name="Google Shape;1495;p4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43"/>
            <p:cNvGrpSpPr/>
            <p:nvPr/>
          </p:nvGrpSpPr>
          <p:grpSpPr>
            <a:xfrm flipH="1">
              <a:off x="7778299" y="2397667"/>
              <a:ext cx="561853" cy="348158"/>
              <a:chOff x="2735298" y="809042"/>
              <a:chExt cx="638978" cy="395949"/>
            </a:xfrm>
          </p:grpSpPr>
          <p:sp>
            <p:nvSpPr>
              <p:cNvPr id="1500" name="Google Shape;1500;p43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3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3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3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4" name="Google Shape;1504;p43"/>
            <p:cNvSpPr/>
            <p:nvPr/>
          </p:nvSpPr>
          <p:spPr>
            <a:xfrm flipH="1">
              <a:off x="374496" y="38195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3"/>
            <p:cNvSpPr/>
            <p:nvPr/>
          </p:nvSpPr>
          <p:spPr>
            <a:xfrm flipH="1">
              <a:off x="4024321" y="9207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3"/>
            <p:cNvSpPr/>
            <p:nvPr/>
          </p:nvSpPr>
          <p:spPr>
            <a:xfrm flipH="1">
              <a:off x="8815984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3"/>
            <p:cNvSpPr/>
            <p:nvPr/>
          </p:nvSpPr>
          <p:spPr>
            <a:xfrm flipH="1">
              <a:off x="374509" y="2914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3"/>
            <p:cNvSpPr/>
            <p:nvPr/>
          </p:nvSpPr>
          <p:spPr>
            <a:xfrm rot="10800000">
              <a:off x="8644496" y="1539563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3"/>
            <p:cNvSpPr/>
            <p:nvPr/>
          </p:nvSpPr>
          <p:spPr>
            <a:xfrm flipH="1">
              <a:off x="7011546" y="2245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3"/>
            <p:cNvSpPr/>
            <p:nvPr/>
          </p:nvSpPr>
          <p:spPr>
            <a:xfrm flipH="1">
              <a:off x="374496" y="16729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3"/>
            <p:cNvSpPr/>
            <p:nvPr/>
          </p:nvSpPr>
          <p:spPr>
            <a:xfrm rot="10800000">
              <a:off x="5361946" y="3819513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3"/>
            <p:cNvSpPr/>
            <p:nvPr/>
          </p:nvSpPr>
          <p:spPr>
            <a:xfrm flipH="1">
              <a:off x="6748471" y="2227770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3" name="Google Shape;1513;p43"/>
          <p:cNvSpPr txBox="1">
            <a:spLocks noGrp="1"/>
          </p:cNvSpPr>
          <p:nvPr>
            <p:ph type="title" hasCustomPrompt="1"/>
          </p:nvPr>
        </p:nvSpPr>
        <p:spPr>
          <a:xfrm>
            <a:off x="5361950" y="540000"/>
            <a:ext cx="2277000" cy="828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14" name="Google Shape;1514;p43"/>
          <p:cNvSpPr txBox="1">
            <a:spLocks noGrp="1"/>
          </p:cNvSpPr>
          <p:nvPr>
            <p:ph type="subTitle" idx="1"/>
          </p:nvPr>
        </p:nvSpPr>
        <p:spPr>
          <a:xfrm>
            <a:off x="5361800" y="1398425"/>
            <a:ext cx="2277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5" name="Google Shape;1515;p43"/>
          <p:cNvSpPr txBox="1">
            <a:spLocks noGrp="1"/>
          </p:cNvSpPr>
          <p:nvPr>
            <p:ph type="title" idx="2" hasCustomPrompt="1"/>
          </p:nvPr>
        </p:nvSpPr>
        <p:spPr>
          <a:xfrm>
            <a:off x="3538125" y="2139888"/>
            <a:ext cx="2277300" cy="828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16" name="Google Shape;1516;p43"/>
          <p:cNvSpPr txBox="1">
            <a:spLocks noGrp="1"/>
          </p:cNvSpPr>
          <p:nvPr>
            <p:ph type="subTitle" idx="3"/>
          </p:nvPr>
        </p:nvSpPr>
        <p:spPr>
          <a:xfrm>
            <a:off x="3538125" y="2998300"/>
            <a:ext cx="2277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7" name="Google Shape;1517;p43"/>
          <p:cNvSpPr txBox="1">
            <a:spLocks noGrp="1"/>
          </p:cNvSpPr>
          <p:nvPr>
            <p:ph type="title" idx="4" hasCustomPrompt="1"/>
          </p:nvPr>
        </p:nvSpPr>
        <p:spPr>
          <a:xfrm>
            <a:off x="6151750" y="3154125"/>
            <a:ext cx="2277000" cy="828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18" name="Google Shape;1518;p43"/>
          <p:cNvSpPr txBox="1">
            <a:spLocks noGrp="1"/>
          </p:cNvSpPr>
          <p:nvPr>
            <p:ph type="subTitle" idx="5"/>
          </p:nvPr>
        </p:nvSpPr>
        <p:spPr>
          <a:xfrm>
            <a:off x="6151600" y="4012550"/>
            <a:ext cx="2277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9" name="Google Shape;1519;p43"/>
          <p:cNvSpPr txBox="1">
            <a:spLocks noGrp="1"/>
          </p:cNvSpPr>
          <p:nvPr>
            <p:ph type="title" idx="6"/>
          </p:nvPr>
        </p:nvSpPr>
        <p:spPr>
          <a:xfrm>
            <a:off x="720000" y="812638"/>
            <a:ext cx="2766300" cy="133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20" name="Google Shape;1520;p43"/>
          <p:cNvSpPr txBox="1">
            <a:spLocks noGrp="1"/>
          </p:cNvSpPr>
          <p:nvPr>
            <p:ph type="title" idx="7" hasCustomPrompt="1"/>
          </p:nvPr>
        </p:nvSpPr>
        <p:spPr>
          <a:xfrm>
            <a:off x="1005200" y="3176075"/>
            <a:ext cx="2277300" cy="828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21" name="Google Shape;1521;p43"/>
          <p:cNvSpPr txBox="1">
            <a:spLocks noGrp="1"/>
          </p:cNvSpPr>
          <p:nvPr>
            <p:ph type="subTitle" idx="8"/>
          </p:nvPr>
        </p:nvSpPr>
        <p:spPr>
          <a:xfrm>
            <a:off x="1005350" y="4034500"/>
            <a:ext cx="2277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3" name="Google Shape;1523;p44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524" name="Google Shape;1524;p44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4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4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7" name="Google Shape;1527;p44"/>
          <p:cNvGrpSpPr/>
          <p:nvPr/>
        </p:nvGrpSpPr>
        <p:grpSpPr>
          <a:xfrm>
            <a:off x="124274" y="134988"/>
            <a:ext cx="8990538" cy="4214113"/>
            <a:chOff x="124274" y="134988"/>
            <a:chExt cx="8990538" cy="4214113"/>
          </a:xfrm>
        </p:grpSpPr>
        <p:grpSp>
          <p:nvGrpSpPr>
            <p:cNvPr id="1528" name="Google Shape;1528;p44"/>
            <p:cNvGrpSpPr/>
            <p:nvPr/>
          </p:nvGrpSpPr>
          <p:grpSpPr>
            <a:xfrm>
              <a:off x="8649892" y="3542653"/>
              <a:ext cx="464920" cy="167552"/>
              <a:chOff x="8157492" y="3553378"/>
              <a:chExt cx="464920" cy="167552"/>
            </a:xfrm>
          </p:grpSpPr>
          <p:sp>
            <p:nvSpPr>
              <p:cNvPr id="1529" name="Google Shape;1529;p44"/>
              <p:cNvSpPr/>
              <p:nvPr/>
            </p:nvSpPr>
            <p:spPr>
              <a:xfrm>
                <a:off x="8234627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4"/>
              <p:cNvSpPr/>
              <p:nvPr/>
            </p:nvSpPr>
            <p:spPr>
              <a:xfrm>
                <a:off x="8157492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44"/>
              <p:cNvSpPr/>
              <p:nvPr/>
            </p:nvSpPr>
            <p:spPr>
              <a:xfrm>
                <a:off x="8399833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2" name="Google Shape;1532;p44"/>
            <p:cNvGrpSpPr/>
            <p:nvPr/>
          </p:nvGrpSpPr>
          <p:grpSpPr>
            <a:xfrm>
              <a:off x="8534121" y="211255"/>
              <a:ext cx="464802" cy="167435"/>
              <a:chOff x="8457096" y="1657430"/>
              <a:chExt cx="464802" cy="167435"/>
            </a:xfrm>
          </p:grpSpPr>
          <p:sp>
            <p:nvSpPr>
              <p:cNvPr id="1533" name="Google Shape;1533;p44"/>
              <p:cNvSpPr/>
              <p:nvPr/>
            </p:nvSpPr>
            <p:spPr>
              <a:xfrm>
                <a:off x="8534114" y="1749850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4"/>
              <p:cNvSpPr/>
              <p:nvPr/>
            </p:nvSpPr>
            <p:spPr>
              <a:xfrm>
                <a:off x="8457096" y="1657430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44"/>
              <p:cNvSpPr/>
              <p:nvPr/>
            </p:nvSpPr>
            <p:spPr>
              <a:xfrm>
                <a:off x="8699438" y="1657430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6" name="Google Shape;1536;p44"/>
            <p:cNvGrpSpPr/>
            <p:nvPr/>
          </p:nvGrpSpPr>
          <p:grpSpPr>
            <a:xfrm>
              <a:off x="2902674" y="187043"/>
              <a:ext cx="464802" cy="167435"/>
              <a:chOff x="2697574" y="638868"/>
              <a:chExt cx="464802" cy="167435"/>
            </a:xfrm>
          </p:grpSpPr>
          <p:sp>
            <p:nvSpPr>
              <p:cNvPr id="1537" name="Google Shape;1537;p44"/>
              <p:cNvSpPr/>
              <p:nvPr/>
            </p:nvSpPr>
            <p:spPr>
              <a:xfrm>
                <a:off x="2774592" y="7312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4"/>
              <p:cNvSpPr/>
              <p:nvPr/>
            </p:nvSpPr>
            <p:spPr>
              <a:xfrm>
                <a:off x="2697574" y="6388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44"/>
              <p:cNvSpPr/>
              <p:nvPr/>
            </p:nvSpPr>
            <p:spPr>
              <a:xfrm>
                <a:off x="2939915" y="6388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40" name="Google Shape;1540;p44"/>
            <p:cNvSpPr/>
            <p:nvPr/>
          </p:nvSpPr>
          <p:spPr>
            <a:xfrm>
              <a:off x="7434225" y="1349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4"/>
            <p:cNvSpPr/>
            <p:nvPr/>
          </p:nvSpPr>
          <p:spPr>
            <a:xfrm>
              <a:off x="1628775" y="715275"/>
              <a:ext cx="75000" cy="7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4"/>
            <p:cNvSpPr/>
            <p:nvPr/>
          </p:nvSpPr>
          <p:spPr>
            <a:xfrm>
              <a:off x="8912825" y="2076747"/>
              <a:ext cx="86100" cy="8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4"/>
            <p:cNvSpPr/>
            <p:nvPr/>
          </p:nvSpPr>
          <p:spPr>
            <a:xfrm>
              <a:off x="426175" y="2377750"/>
              <a:ext cx="60000" cy="6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4"/>
            <p:cNvSpPr/>
            <p:nvPr/>
          </p:nvSpPr>
          <p:spPr>
            <a:xfrm>
              <a:off x="1391300" y="187044"/>
              <a:ext cx="58800" cy="5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4"/>
            <p:cNvSpPr/>
            <p:nvPr/>
          </p:nvSpPr>
          <p:spPr>
            <a:xfrm>
              <a:off x="259675" y="1349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4"/>
            <p:cNvSpPr/>
            <p:nvPr/>
          </p:nvSpPr>
          <p:spPr>
            <a:xfrm>
              <a:off x="6071613" y="1349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4"/>
            <p:cNvSpPr/>
            <p:nvPr/>
          </p:nvSpPr>
          <p:spPr>
            <a:xfrm>
              <a:off x="426175" y="1157375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4"/>
            <p:cNvSpPr/>
            <p:nvPr/>
          </p:nvSpPr>
          <p:spPr>
            <a:xfrm>
              <a:off x="8620463" y="41862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9" name="Google Shape;1549;p44"/>
            <p:cNvGrpSpPr/>
            <p:nvPr/>
          </p:nvGrpSpPr>
          <p:grpSpPr>
            <a:xfrm>
              <a:off x="124274" y="3710206"/>
              <a:ext cx="464802" cy="167435"/>
              <a:chOff x="172186" y="3593631"/>
              <a:chExt cx="464802" cy="167435"/>
            </a:xfrm>
          </p:grpSpPr>
          <p:sp>
            <p:nvSpPr>
              <p:cNvPr id="1550" name="Google Shape;1550;p44"/>
              <p:cNvSpPr/>
              <p:nvPr/>
            </p:nvSpPr>
            <p:spPr>
              <a:xfrm>
                <a:off x="249204" y="3686051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4"/>
              <p:cNvSpPr/>
              <p:nvPr/>
            </p:nvSpPr>
            <p:spPr>
              <a:xfrm>
                <a:off x="172186" y="3593631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4"/>
              <p:cNvSpPr/>
              <p:nvPr/>
            </p:nvSpPr>
            <p:spPr>
              <a:xfrm>
                <a:off x="414528" y="3593631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3" name="Google Shape;1553;p44"/>
            <p:cNvGrpSpPr/>
            <p:nvPr/>
          </p:nvGrpSpPr>
          <p:grpSpPr>
            <a:xfrm>
              <a:off x="7872329" y="998972"/>
              <a:ext cx="464792" cy="288013"/>
              <a:chOff x="2735298" y="809042"/>
              <a:chExt cx="638978" cy="395949"/>
            </a:xfrm>
          </p:grpSpPr>
          <p:sp>
            <p:nvSpPr>
              <p:cNvPr id="1554" name="Google Shape;1554;p44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4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4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4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58" name="Google Shape;1558;p44"/>
          <p:cNvSpPr txBox="1">
            <a:spLocks noGrp="1"/>
          </p:cNvSpPr>
          <p:nvPr>
            <p:ph type="title" hasCustomPrompt="1"/>
          </p:nvPr>
        </p:nvSpPr>
        <p:spPr>
          <a:xfrm>
            <a:off x="720000" y="533975"/>
            <a:ext cx="77040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 dirty="0" err="1"/>
              <a:t>asdasdasd</a:t>
            </a:r>
            <a:endParaRPr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0" name="Google Shape;1560;p45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561" name="Google Shape;1561;p45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5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5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4" name="Google Shape;1564;p45"/>
          <p:cNvGrpSpPr/>
          <p:nvPr/>
        </p:nvGrpSpPr>
        <p:grpSpPr>
          <a:xfrm>
            <a:off x="175029" y="193293"/>
            <a:ext cx="8803855" cy="4132544"/>
            <a:chOff x="175029" y="174243"/>
            <a:chExt cx="8803855" cy="4132544"/>
          </a:xfrm>
        </p:grpSpPr>
        <p:grpSp>
          <p:nvGrpSpPr>
            <p:cNvPr id="1565" name="Google Shape;1565;p45"/>
            <p:cNvGrpSpPr/>
            <p:nvPr/>
          </p:nvGrpSpPr>
          <p:grpSpPr>
            <a:xfrm>
              <a:off x="6088185" y="174243"/>
              <a:ext cx="464802" cy="162897"/>
              <a:chOff x="6500449" y="451268"/>
              <a:chExt cx="464802" cy="167435"/>
            </a:xfrm>
          </p:grpSpPr>
          <p:sp>
            <p:nvSpPr>
              <p:cNvPr id="1566" name="Google Shape;1566;p45"/>
              <p:cNvSpPr/>
              <p:nvPr/>
            </p:nvSpPr>
            <p:spPr>
              <a:xfrm>
                <a:off x="6577467" y="54368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5"/>
              <p:cNvSpPr/>
              <p:nvPr/>
            </p:nvSpPr>
            <p:spPr>
              <a:xfrm>
                <a:off x="6500449" y="451268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45"/>
              <p:cNvSpPr/>
              <p:nvPr/>
            </p:nvSpPr>
            <p:spPr>
              <a:xfrm>
                <a:off x="6742790" y="451268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9" name="Google Shape;1569;p45"/>
            <p:cNvGrpSpPr/>
            <p:nvPr/>
          </p:nvGrpSpPr>
          <p:grpSpPr>
            <a:xfrm>
              <a:off x="487028" y="290682"/>
              <a:ext cx="456135" cy="164388"/>
              <a:chOff x="8325332" y="3575419"/>
              <a:chExt cx="456135" cy="164388"/>
            </a:xfrm>
          </p:grpSpPr>
          <p:sp>
            <p:nvSpPr>
              <p:cNvPr id="1570" name="Google Shape;1570;p45"/>
              <p:cNvSpPr/>
              <p:nvPr/>
            </p:nvSpPr>
            <p:spPr>
              <a:xfrm>
                <a:off x="8401008" y="3575419"/>
                <a:ext cx="218376" cy="73598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5"/>
              <p:cNvSpPr/>
              <p:nvPr/>
            </p:nvSpPr>
            <p:spPr>
              <a:xfrm>
                <a:off x="8325332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5"/>
              <p:cNvSpPr/>
              <p:nvPr/>
            </p:nvSpPr>
            <p:spPr>
              <a:xfrm>
                <a:off x="8563090" y="3666324"/>
                <a:ext cx="218376" cy="73483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45"/>
            <p:cNvGrpSpPr/>
            <p:nvPr/>
          </p:nvGrpSpPr>
          <p:grpSpPr>
            <a:xfrm>
              <a:off x="7119834" y="1069796"/>
              <a:ext cx="561853" cy="348158"/>
              <a:chOff x="2735298" y="809042"/>
              <a:chExt cx="638978" cy="395949"/>
            </a:xfrm>
          </p:grpSpPr>
          <p:sp>
            <p:nvSpPr>
              <p:cNvPr id="1574" name="Google Shape;1574;p4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8" name="Google Shape;1578;p45"/>
            <p:cNvGrpSpPr/>
            <p:nvPr/>
          </p:nvGrpSpPr>
          <p:grpSpPr>
            <a:xfrm>
              <a:off x="175029" y="3088330"/>
              <a:ext cx="561853" cy="348158"/>
              <a:chOff x="2735298" y="809042"/>
              <a:chExt cx="638978" cy="395949"/>
            </a:xfrm>
          </p:grpSpPr>
          <p:sp>
            <p:nvSpPr>
              <p:cNvPr id="1579" name="Google Shape;1579;p45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5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5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5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83" name="Google Shape;1583;p45"/>
            <p:cNvSpPr/>
            <p:nvPr/>
          </p:nvSpPr>
          <p:spPr>
            <a:xfrm>
              <a:off x="8815984" y="38195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5"/>
            <p:cNvSpPr/>
            <p:nvPr/>
          </p:nvSpPr>
          <p:spPr>
            <a:xfrm>
              <a:off x="5262159" y="9207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5"/>
            <p:cNvSpPr/>
            <p:nvPr/>
          </p:nvSpPr>
          <p:spPr>
            <a:xfrm>
              <a:off x="374496" y="414388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5"/>
            <p:cNvSpPr/>
            <p:nvPr/>
          </p:nvSpPr>
          <p:spPr>
            <a:xfrm>
              <a:off x="8815971" y="2914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5"/>
            <p:cNvSpPr/>
            <p:nvPr/>
          </p:nvSpPr>
          <p:spPr>
            <a:xfrm rot="10800000" flipH="1">
              <a:off x="374509" y="221802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5"/>
            <p:cNvSpPr/>
            <p:nvPr/>
          </p:nvSpPr>
          <p:spPr>
            <a:xfrm>
              <a:off x="2274934" y="22452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5"/>
            <p:cNvSpPr/>
            <p:nvPr/>
          </p:nvSpPr>
          <p:spPr>
            <a:xfrm>
              <a:off x="8911984" y="1672908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0" name="Google Shape;1590;p45"/>
          <p:cNvSpPr txBox="1">
            <a:spLocks noGrp="1"/>
          </p:cNvSpPr>
          <p:nvPr>
            <p:ph type="title" hasCustomPrompt="1"/>
          </p:nvPr>
        </p:nvSpPr>
        <p:spPr>
          <a:xfrm>
            <a:off x="720000" y="535000"/>
            <a:ext cx="4433100" cy="4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 dirty="0" err="1"/>
              <a:t>asdsadasd</a:t>
            </a:r>
            <a:endParaRPr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Google Shape;1592;p46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593" name="Google Shape;1593;p46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6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6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6" name="Google Shape;1596;p46"/>
          <p:cNvGrpSpPr/>
          <p:nvPr/>
        </p:nvGrpSpPr>
        <p:grpSpPr>
          <a:xfrm>
            <a:off x="158724" y="106419"/>
            <a:ext cx="8802572" cy="4308069"/>
            <a:chOff x="158724" y="106419"/>
            <a:chExt cx="8802572" cy="4308069"/>
          </a:xfrm>
        </p:grpSpPr>
        <p:grpSp>
          <p:nvGrpSpPr>
            <p:cNvPr id="1597" name="Google Shape;1597;p46"/>
            <p:cNvGrpSpPr/>
            <p:nvPr/>
          </p:nvGrpSpPr>
          <p:grpSpPr>
            <a:xfrm rot="10800000" flipH="1">
              <a:off x="158724" y="4068336"/>
              <a:ext cx="464802" cy="167435"/>
              <a:chOff x="1564074" y="825393"/>
              <a:chExt cx="464802" cy="167435"/>
            </a:xfrm>
          </p:grpSpPr>
          <p:sp>
            <p:nvSpPr>
              <p:cNvPr id="1598" name="Google Shape;1598;p46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6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6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1" name="Google Shape;1601;p46"/>
            <p:cNvGrpSpPr/>
            <p:nvPr/>
          </p:nvGrpSpPr>
          <p:grpSpPr>
            <a:xfrm rot="10800000">
              <a:off x="6220203" y="106419"/>
              <a:ext cx="637550" cy="246295"/>
              <a:chOff x="7626125" y="3229063"/>
              <a:chExt cx="978738" cy="378101"/>
            </a:xfrm>
          </p:grpSpPr>
          <p:sp>
            <p:nvSpPr>
              <p:cNvPr id="1602" name="Google Shape;1602;p46"/>
              <p:cNvSpPr/>
              <p:nvPr/>
            </p:nvSpPr>
            <p:spPr>
              <a:xfrm>
                <a:off x="7626125" y="3235441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6"/>
              <p:cNvSpPr/>
              <p:nvPr/>
            </p:nvSpPr>
            <p:spPr>
              <a:xfrm>
                <a:off x="8174636" y="3229063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46"/>
              <p:cNvSpPr/>
              <p:nvPr/>
            </p:nvSpPr>
            <p:spPr>
              <a:xfrm>
                <a:off x="7828043" y="3447326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5" name="Google Shape;1605;p46"/>
            <p:cNvGrpSpPr/>
            <p:nvPr/>
          </p:nvGrpSpPr>
          <p:grpSpPr>
            <a:xfrm rot="10800000">
              <a:off x="225609" y="267199"/>
              <a:ext cx="464798" cy="229499"/>
              <a:chOff x="7696375" y="504975"/>
              <a:chExt cx="561825" cy="277408"/>
            </a:xfrm>
          </p:grpSpPr>
          <p:sp>
            <p:nvSpPr>
              <p:cNvPr id="1606" name="Google Shape;1606;p46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6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8" name="Google Shape;1608;p46"/>
            <p:cNvSpPr/>
            <p:nvPr/>
          </p:nvSpPr>
          <p:spPr>
            <a:xfrm rot="10800000" flipH="1">
              <a:off x="3428988" y="729226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6"/>
            <p:cNvSpPr/>
            <p:nvPr/>
          </p:nvSpPr>
          <p:spPr>
            <a:xfrm rot="10800000" flipH="1">
              <a:off x="8631313" y="333743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6"/>
            <p:cNvSpPr/>
            <p:nvPr/>
          </p:nvSpPr>
          <p:spPr>
            <a:xfrm flipH="1">
              <a:off x="8631321" y="30050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6"/>
            <p:cNvSpPr/>
            <p:nvPr/>
          </p:nvSpPr>
          <p:spPr>
            <a:xfrm flipH="1">
              <a:off x="8798396" y="42515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6"/>
            <p:cNvSpPr/>
            <p:nvPr/>
          </p:nvSpPr>
          <p:spPr>
            <a:xfrm rot="10800000" flipH="1">
              <a:off x="2576900" y="26719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6"/>
            <p:cNvSpPr/>
            <p:nvPr/>
          </p:nvSpPr>
          <p:spPr>
            <a:xfrm rot="10800000" flipH="1">
              <a:off x="158725" y="161894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4" name="Google Shape;1614;p46"/>
          <p:cNvSpPr txBox="1">
            <a:spLocks noGrp="1"/>
          </p:cNvSpPr>
          <p:nvPr>
            <p:ph type="title"/>
          </p:nvPr>
        </p:nvSpPr>
        <p:spPr>
          <a:xfrm>
            <a:off x="720000" y="741800"/>
            <a:ext cx="2709000" cy="18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3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_1_1_1"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6" name="Google Shape;1616;p47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617" name="Google Shape;1617;p47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7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7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0" name="Google Shape;1620;p47"/>
          <p:cNvGrpSpPr/>
          <p:nvPr/>
        </p:nvGrpSpPr>
        <p:grpSpPr>
          <a:xfrm>
            <a:off x="158724" y="71901"/>
            <a:ext cx="8802572" cy="4342588"/>
            <a:chOff x="158724" y="71901"/>
            <a:chExt cx="8802572" cy="4342588"/>
          </a:xfrm>
        </p:grpSpPr>
        <p:grpSp>
          <p:nvGrpSpPr>
            <p:cNvPr id="1621" name="Google Shape;1621;p47"/>
            <p:cNvGrpSpPr/>
            <p:nvPr/>
          </p:nvGrpSpPr>
          <p:grpSpPr>
            <a:xfrm rot="10800000">
              <a:off x="8496494" y="4068336"/>
              <a:ext cx="464802" cy="167435"/>
              <a:chOff x="1564074" y="825393"/>
              <a:chExt cx="464802" cy="167435"/>
            </a:xfrm>
          </p:grpSpPr>
          <p:sp>
            <p:nvSpPr>
              <p:cNvPr id="1622" name="Google Shape;1622;p47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47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47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5" name="Google Shape;1625;p47"/>
            <p:cNvGrpSpPr/>
            <p:nvPr/>
          </p:nvGrpSpPr>
          <p:grpSpPr>
            <a:xfrm rot="10800000" flipH="1">
              <a:off x="1119268" y="340769"/>
              <a:ext cx="464800" cy="388458"/>
              <a:chOff x="5871443" y="2651058"/>
              <a:chExt cx="713540" cy="596342"/>
            </a:xfrm>
          </p:grpSpPr>
          <p:sp>
            <p:nvSpPr>
              <p:cNvPr id="1626" name="Google Shape;1626;p47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47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47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9" name="Google Shape;1629;p47"/>
            <p:cNvGrpSpPr/>
            <p:nvPr/>
          </p:nvGrpSpPr>
          <p:grpSpPr>
            <a:xfrm rot="10800000" flipH="1">
              <a:off x="8429614" y="267199"/>
              <a:ext cx="464798" cy="229499"/>
              <a:chOff x="7696375" y="504975"/>
              <a:chExt cx="561825" cy="277408"/>
            </a:xfrm>
          </p:grpSpPr>
          <p:sp>
            <p:nvSpPr>
              <p:cNvPr id="1630" name="Google Shape;1630;p47"/>
              <p:cNvSpPr/>
              <p:nvPr/>
            </p:nvSpPr>
            <p:spPr>
              <a:xfrm>
                <a:off x="7696375" y="504975"/>
                <a:ext cx="343849" cy="131045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10" extrusionOk="0">
                    <a:moveTo>
                      <a:pt x="1739" y="125"/>
                    </a:moveTo>
                    <a:lnTo>
                      <a:pt x="1739" y="585"/>
                    </a:lnTo>
                    <a:lnTo>
                      <a:pt x="122" y="585"/>
                    </a:lnTo>
                    <a:lnTo>
                      <a:pt x="122" y="125"/>
                    </a:lnTo>
                    <a:close/>
                    <a:moveTo>
                      <a:pt x="0" y="1"/>
                    </a:moveTo>
                    <a:lnTo>
                      <a:pt x="0" y="709"/>
                    </a:lnTo>
                    <a:lnTo>
                      <a:pt x="1863" y="709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47"/>
              <p:cNvSpPr/>
              <p:nvPr/>
            </p:nvSpPr>
            <p:spPr>
              <a:xfrm>
                <a:off x="7914535" y="651523"/>
                <a:ext cx="343665" cy="13086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709" extrusionOk="0">
                    <a:moveTo>
                      <a:pt x="1738" y="124"/>
                    </a:moveTo>
                    <a:lnTo>
                      <a:pt x="1738" y="585"/>
                    </a:lnTo>
                    <a:lnTo>
                      <a:pt x="123" y="585"/>
                    </a:lnTo>
                    <a:lnTo>
                      <a:pt x="123" y="124"/>
                    </a:lnTo>
                    <a:close/>
                    <a:moveTo>
                      <a:pt x="1" y="0"/>
                    </a:moveTo>
                    <a:lnTo>
                      <a:pt x="1" y="708"/>
                    </a:lnTo>
                    <a:lnTo>
                      <a:pt x="1862" y="708"/>
                    </a:lnTo>
                    <a:lnTo>
                      <a:pt x="18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32" name="Google Shape;1632;p47"/>
            <p:cNvSpPr/>
            <p:nvPr/>
          </p:nvSpPr>
          <p:spPr>
            <a:xfrm rot="10800000">
              <a:off x="1047195" y="429959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7"/>
            <p:cNvSpPr/>
            <p:nvPr/>
          </p:nvSpPr>
          <p:spPr>
            <a:xfrm rot="10800000">
              <a:off x="4011008" y="71901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7"/>
            <p:cNvSpPr/>
            <p:nvPr/>
          </p:nvSpPr>
          <p:spPr>
            <a:xfrm rot="10800000">
              <a:off x="325808" y="3337438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7"/>
            <p:cNvSpPr/>
            <p:nvPr/>
          </p:nvSpPr>
          <p:spPr>
            <a:xfrm>
              <a:off x="325799" y="30050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7"/>
            <p:cNvSpPr/>
            <p:nvPr/>
          </p:nvSpPr>
          <p:spPr>
            <a:xfrm>
              <a:off x="158724" y="42515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7"/>
            <p:cNvSpPr/>
            <p:nvPr/>
          </p:nvSpPr>
          <p:spPr>
            <a:xfrm rot="10800000">
              <a:off x="5680845" y="429959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7"/>
            <p:cNvSpPr/>
            <p:nvPr/>
          </p:nvSpPr>
          <p:spPr>
            <a:xfrm rot="10800000">
              <a:off x="8894395" y="161894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47"/>
          <p:cNvSpPr txBox="1">
            <a:spLocks noGrp="1"/>
          </p:cNvSpPr>
          <p:nvPr>
            <p:ph type="title"/>
          </p:nvPr>
        </p:nvSpPr>
        <p:spPr>
          <a:xfrm>
            <a:off x="3995800" y="535000"/>
            <a:ext cx="4433100" cy="4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1" name="Google Shape;1641;p48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642" name="Google Shape;1642;p48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8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8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5" name="Google Shape;1645;p48"/>
          <p:cNvGrpSpPr/>
          <p:nvPr/>
        </p:nvGrpSpPr>
        <p:grpSpPr>
          <a:xfrm>
            <a:off x="158725" y="92361"/>
            <a:ext cx="8765813" cy="4226143"/>
            <a:chOff x="158725" y="92361"/>
            <a:chExt cx="8765813" cy="4226143"/>
          </a:xfrm>
        </p:grpSpPr>
        <p:grpSp>
          <p:nvGrpSpPr>
            <p:cNvPr id="1646" name="Google Shape;1646;p48"/>
            <p:cNvGrpSpPr/>
            <p:nvPr/>
          </p:nvGrpSpPr>
          <p:grpSpPr>
            <a:xfrm>
              <a:off x="4131817" y="3862953"/>
              <a:ext cx="464920" cy="167552"/>
              <a:chOff x="7900317" y="3553378"/>
              <a:chExt cx="464920" cy="167552"/>
            </a:xfrm>
          </p:grpSpPr>
          <p:sp>
            <p:nvSpPr>
              <p:cNvPr id="1647" name="Google Shape;1647;p48"/>
              <p:cNvSpPr/>
              <p:nvPr/>
            </p:nvSpPr>
            <p:spPr>
              <a:xfrm>
                <a:off x="7977452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48"/>
              <p:cNvSpPr/>
              <p:nvPr/>
            </p:nvSpPr>
            <p:spPr>
              <a:xfrm>
                <a:off x="7900317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48"/>
              <p:cNvSpPr/>
              <p:nvPr/>
            </p:nvSpPr>
            <p:spPr>
              <a:xfrm>
                <a:off x="8142658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50" name="Google Shape;1650;p48"/>
            <p:cNvSpPr/>
            <p:nvPr/>
          </p:nvSpPr>
          <p:spPr>
            <a:xfrm>
              <a:off x="8694750" y="2790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8"/>
            <p:cNvSpPr/>
            <p:nvPr/>
          </p:nvSpPr>
          <p:spPr>
            <a:xfrm>
              <a:off x="8761638" y="4062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2" name="Google Shape;1652;p48"/>
            <p:cNvGrpSpPr/>
            <p:nvPr/>
          </p:nvGrpSpPr>
          <p:grpSpPr>
            <a:xfrm>
              <a:off x="250320" y="4030490"/>
              <a:ext cx="464792" cy="288013"/>
              <a:chOff x="2735298" y="809042"/>
              <a:chExt cx="638978" cy="395949"/>
            </a:xfrm>
          </p:grpSpPr>
          <p:sp>
            <p:nvSpPr>
              <p:cNvPr id="1653" name="Google Shape;1653;p48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48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48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8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57" name="Google Shape;1657;p48"/>
            <p:cNvSpPr/>
            <p:nvPr/>
          </p:nvSpPr>
          <p:spPr>
            <a:xfrm>
              <a:off x="476488" y="2791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8" name="Google Shape;1658;p48"/>
            <p:cNvGrpSpPr/>
            <p:nvPr/>
          </p:nvGrpSpPr>
          <p:grpSpPr>
            <a:xfrm rot="10800000" flipH="1">
              <a:off x="4947899" y="92361"/>
              <a:ext cx="464802" cy="167435"/>
              <a:chOff x="1564074" y="825393"/>
              <a:chExt cx="464802" cy="167435"/>
            </a:xfrm>
          </p:grpSpPr>
          <p:sp>
            <p:nvSpPr>
              <p:cNvPr id="1659" name="Google Shape;1659;p48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48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48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2" name="Google Shape;1662;p48"/>
            <p:cNvGrpSpPr/>
            <p:nvPr/>
          </p:nvGrpSpPr>
          <p:grpSpPr>
            <a:xfrm rot="10800000">
              <a:off x="7572203" y="106419"/>
              <a:ext cx="464800" cy="388458"/>
              <a:chOff x="5871443" y="2651058"/>
              <a:chExt cx="713540" cy="596342"/>
            </a:xfrm>
          </p:grpSpPr>
          <p:sp>
            <p:nvSpPr>
              <p:cNvPr id="1663" name="Google Shape;1663;p48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48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48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66" name="Google Shape;1666;p48"/>
            <p:cNvSpPr/>
            <p:nvPr/>
          </p:nvSpPr>
          <p:spPr>
            <a:xfrm rot="10800000" flipH="1">
              <a:off x="4596713" y="2895501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8"/>
            <p:cNvSpPr/>
            <p:nvPr/>
          </p:nvSpPr>
          <p:spPr>
            <a:xfrm flipH="1">
              <a:off x="8631321" y="30050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8"/>
            <p:cNvSpPr/>
            <p:nvPr/>
          </p:nvSpPr>
          <p:spPr>
            <a:xfrm flipH="1">
              <a:off x="8347446" y="21560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8"/>
            <p:cNvSpPr/>
            <p:nvPr/>
          </p:nvSpPr>
          <p:spPr>
            <a:xfrm rot="10800000" flipH="1">
              <a:off x="2576900" y="26719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8"/>
            <p:cNvSpPr/>
            <p:nvPr/>
          </p:nvSpPr>
          <p:spPr>
            <a:xfrm rot="10800000" flipH="1">
              <a:off x="158725" y="161894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1" name="Google Shape;1671;p48"/>
          <p:cNvSpPr txBox="1">
            <a:spLocks noGrp="1"/>
          </p:cNvSpPr>
          <p:nvPr>
            <p:ph type="ctrTitle"/>
          </p:nvPr>
        </p:nvSpPr>
        <p:spPr>
          <a:xfrm>
            <a:off x="4343400" y="603150"/>
            <a:ext cx="40812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300">
                <a:highlight>
                  <a:schemeClr val="accent3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72" name="Google Shape;1672;p48"/>
          <p:cNvSpPr txBox="1">
            <a:spLocks noGrp="1"/>
          </p:cNvSpPr>
          <p:nvPr>
            <p:ph type="subTitle" idx="1"/>
          </p:nvPr>
        </p:nvSpPr>
        <p:spPr>
          <a:xfrm>
            <a:off x="4947900" y="2055863"/>
            <a:ext cx="2872200" cy="13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73" name="Google Shape;1673;p48"/>
          <p:cNvSpPr txBox="1"/>
          <p:nvPr/>
        </p:nvSpPr>
        <p:spPr>
          <a:xfrm>
            <a:off x="4491225" y="3779400"/>
            <a:ext cx="3785700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Libre Baskerville"/>
                <a:ea typeface="Libre Baskerville"/>
                <a:cs typeface="Libre Baskerville"/>
                <a:sym typeface="Libre Baskervill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including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Libre Baskerville"/>
                <a:ea typeface="Libre Baskerville"/>
                <a:cs typeface="Libre Baskerville"/>
                <a:sym typeface="Libre Baskervill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" sz="1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Libre Baskerville"/>
                <a:ea typeface="Libre Baskerville"/>
                <a:cs typeface="Libre Baskerville"/>
                <a:sym typeface="Libre Baskervill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5" name="Google Shape;1675;p49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676" name="Google Shape;1676;p49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9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9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9" name="Google Shape;1679;p49"/>
          <p:cNvGrpSpPr/>
          <p:nvPr/>
        </p:nvGrpSpPr>
        <p:grpSpPr>
          <a:xfrm>
            <a:off x="158725" y="92361"/>
            <a:ext cx="8765813" cy="4226143"/>
            <a:chOff x="158725" y="92361"/>
            <a:chExt cx="8765813" cy="4226143"/>
          </a:xfrm>
        </p:grpSpPr>
        <p:grpSp>
          <p:nvGrpSpPr>
            <p:cNvPr id="1680" name="Google Shape;1680;p49"/>
            <p:cNvGrpSpPr/>
            <p:nvPr/>
          </p:nvGrpSpPr>
          <p:grpSpPr>
            <a:xfrm flipH="1">
              <a:off x="4486526" y="3862953"/>
              <a:ext cx="464920" cy="167552"/>
              <a:chOff x="7900317" y="3553378"/>
              <a:chExt cx="464920" cy="167552"/>
            </a:xfrm>
          </p:grpSpPr>
          <p:sp>
            <p:nvSpPr>
              <p:cNvPr id="1681" name="Google Shape;1681;p49"/>
              <p:cNvSpPr/>
              <p:nvPr/>
            </p:nvSpPr>
            <p:spPr>
              <a:xfrm>
                <a:off x="7977452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49"/>
              <p:cNvSpPr/>
              <p:nvPr/>
            </p:nvSpPr>
            <p:spPr>
              <a:xfrm>
                <a:off x="7900317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49"/>
              <p:cNvSpPr/>
              <p:nvPr/>
            </p:nvSpPr>
            <p:spPr>
              <a:xfrm>
                <a:off x="8142658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4" name="Google Shape;1684;p49"/>
            <p:cNvSpPr/>
            <p:nvPr/>
          </p:nvSpPr>
          <p:spPr>
            <a:xfrm flipH="1">
              <a:off x="321613" y="279095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9"/>
            <p:cNvSpPr/>
            <p:nvPr/>
          </p:nvSpPr>
          <p:spPr>
            <a:xfrm flipH="1">
              <a:off x="158725" y="406251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6" name="Google Shape;1686;p49"/>
            <p:cNvGrpSpPr/>
            <p:nvPr/>
          </p:nvGrpSpPr>
          <p:grpSpPr>
            <a:xfrm flipH="1">
              <a:off x="8368150" y="4030490"/>
              <a:ext cx="464792" cy="288013"/>
              <a:chOff x="2735298" y="809042"/>
              <a:chExt cx="638978" cy="395949"/>
            </a:xfrm>
          </p:grpSpPr>
          <p:sp>
            <p:nvSpPr>
              <p:cNvPr id="1687" name="Google Shape;1687;p49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49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49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49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91" name="Google Shape;1691;p49"/>
            <p:cNvSpPr/>
            <p:nvPr/>
          </p:nvSpPr>
          <p:spPr>
            <a:xfrm flipH="1">
              <a:off x="8443875" y="279100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2" name="Google Shape;1692;p49"/>
            <p:cNvGrpSpPr/>
            <p:nvPr/>
          </p:nvGrpSpPr>
          <p:grpSpPr>
            <a:xfrm rot="10800000">
              <a:off x="3670561" y="92361"/>
              <a:ext cx="464802" cy="167435"/>
              <a:chOff x="1564074" y="825393"/>
              <a:chExt cx="464802" cy="167435"/>
            </a:xfrm>
          </p:grpSpPr>
          <p:sp>
            <p:nvSpPr>
              <p:cNvPr id="1693" name="Google Shape;1693;p49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49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49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6" name="Google Shape;1696;p49"/>
            <p:cNvGrpSpPr/>
            <p:nvPr/>
          </p:nvGrpSpPr>
          <p:grpSpPr>
            <a:xfrm rot="10800000" flipH="1">
              <a:off x="1046260" y="106419"/>
              <a:ext cx="464800" cy="388458"/>
              <a:chOff x="5871443" y="2651058"/>
              <a:chExt cx="713540" cy="596342"/>
            </a:xfrm>
          </p:grpSpPr>
          <p:sp>
            <p:nvSpPr>
              <p:cNvPr id="1697" name="Google Shape;1697;p49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49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49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00" name="Google Shape;1700;p49"/>
            <p:cNvSpPr/>
            <p:nvPr/>
          </p:nvSpPr>
          <p:spPr>
            <a:xfrm rot="10800000">
              <a:off x="4323650" y="2895501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9"/>
            <p:cNvSpPr/>
            <p:nvPr/>
          </p:nvSpPr>
          <p:spPr>
            <a:xfrm>
              <a:off x="289041" y="300501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9"/>
            <p:cNvSpPr/>
            <p:nvPr/>
          </p:nvSpPr>
          <p:spPr>
            <a:xfrm>
              <a:off x="572916" y="2156088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9"/>
            <p:cNvSpPr/>
            <p:nvPr/>
          </p:nvSpPr>
          <p:spPr>
            <a:xfrm rot="10800000">
              <a:off x="6439463" y="26719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9"/>
            <p:cNvSpPr/>
            <p:nvPr/>
          </p:nvSpPr>
          <p:spPr>
            <a:xfrm rot="10800000">
              <a:off x="8857638" y="1618943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6" name="Google Shape;1706;p50"/>
          <p:cNvGrpSpPr/>
          <p:nvPr/>
        </p:nvGrpSpPr>
        <p:grpSpPr>
          <a:xfrm>
            <a:off x="-10725" y="0"/>
            <a:ext cx="9165425" cy="4612325"/>
            <a:chOff x="-25178" y="0"/>
            <a:chExt cx="9190238" cy="4611403"/>
          </a:xfrm>
        </p:grpSpPr>
        <p:sp>
          <p:nvSpPr>
            <p:cNvPr id="1707" name="Google Shape;1707;p50"/>
            <p:cNvSpPr/>
            <p:nvPr/>
          </p:nvSpPr>
          <p:spPr>
            <a:xfrm>
              <a:off x="-14374" y="0"/>
              <a:ext cx="9168716" cy="4610619"/>
            </a:xfrm>
            <a:custGeom>
              <a:avLst/>
              <a:gdLst/>
              <a:ahLst/>
              <a:cxnLst/>
              <a:rect l="l" t="t" r="r" b="b"/>
              <a:pathLst>
                <a:path w="37465" h="38739" extrusionOk="0">
                  <a:moveTo>
                    <a:pt x="0" y="0"/>
                  </a:moveTo>
                  <a:lnTo>
                    <a:pt x="0" y="38738"/>
                  </a:lnTo>
                  <a:lnTo>
                    <a:pt x="37465" y="38738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0"/>
            <p:cNvSpPr/>
            <p:nvPr/>
          </p:nvSpPr>
          <p:spPr>
            <a:xfrm>
              <a:off x="-14499" y="4535668"/>
              <a:ext cx="9168716" cy="72835"/>
            </a:xfrm>
            <a:custGeom>
              <a:avLst/>
              <a:gdLst/>
              <a:ahLst/>
              <a:cxnLst/>
              <a:rect l="l" t="t" r="r" b="b"/>
              <a:pathLst>
                <a:path w="37465" h="694" extrusionOk="0">
                  <a:moveTo>
                    <a:pt x="0" y="0"/>
                  </a:moveTo>
                  <a:lnTo>
                    <a:pt x="0" y="694"/>
                  </a:lnTo>
                  <a:lnTo>
                    <a:pt x="37465" y="694"/>
                  </a:lnTo>
                  <a:lnTo>
                    <a:pt x="374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0"/>
            <p:cNvSpPr/>
            <p:nvPr/>
          </p:nvSpPr>
          <p:spPr>
            <a:xfrm>
              <a:off x="-25178" y="4605629"/>
              <a:ext cx="9190238" cy="5774"/>
            </a:xfrm>
            <a:custGeom>
              <a:avLst/>
              <a:gdLst/>
              <a:ahLst/>
              <a:cxnLst/>
              <a:rect l="l" t="t" r="r" b="b"/>
              <a:pathLst>
                <a:path w="36095" h="39" extrusionOk="0">
                  <a:moveTo>
                    <a:pt x="34254" y="1"/>
                  </a:moveTo>
                  <a:cubicBezTo>
                    <a:pt x="33668" y="1"/>
                    <a:pt x="33082" y="2"/>
                    <a:pt x="32497" y="2"/>
                  </a:cubicBezTo>
                  <a:lnTo>
                    <a:pt x="21952" y="2"/>
                  </a:lnTo>
                  <a:lnTo>
                    <a:pt x="7964" y="3"/>
                  </a:lnTo>
                  <a:cubicBezTo>
                    <a:pt x="6503" y="3"/>
                    <a:pt x="5042" y="1"/>
                    <a:pt x="3580" y="1"/>
                  </a:cubicBezTo>
                  <a:cubicBezTo>
                    <a:pt x="2411" y="1"/>
                    <a:pt x="1242" y="2"/>
                    <a:pt x="74" y="8"/>
                  </a:cubicBezTo>
                  <a:cubicBezTo>
                    <a:pt x="1" y="8"/>
                    <a:pt x="1" y="32"/>
                    <a:pt x="74" y="32"/>
                  </a:cubicBezTo>
                  <a:cubicBezTo>
                    <a:pt x="1334" y="37"/>
                    <a:pt x="2596" y="38"/>
                    <a:pt x="3858" y="38"/>
                  </a:cubicBezTo>
                  <a:cubicBezTo>
                    <a:pt x="4940" y="38"/>
                    <a:pt x="6022" y="38"/>
                    <a:pt x="7103" y="38"/>
                  </a:cubicBezTo>
                  <a:lnTo>
                    <a:pt x="32067" y="38"/>
                  </a:lnTo>
                  <a:cubicBezTo>
                    <a:pt x="32724" y="38"/>
                    <a:pt x="33382" y="39"/>
                    <a:pt x="34039" y="39"/>
                  </a:cubicBezTo>
                  <a:cubicBezTo>
                    <a:pt x="34697" y="39"/>
                    <a:pt x="35354" y="38"/>
                    <a:pt x="36011" y="33"/>
                  </a:cubicBezTo>
                  <a:cubicBezTo>
                    <a:pt x="36095" y="33"/>
                    <a:pt x="36095" y="6"/>
                    <a:pt x="36011" y="6"/>
                  </a:cubicBezTo>
                  <a:cubicBezTo>
                    <a:pt x="35426" y="2"/>
                    <a:pt x="34840" y="1"/>
                    <a:pt x="34254" y="1"/>
                  </a:cubicBezTo>
                  <a:close/>
                </a:path>
              </a:pathLst>
            </a:custGeom>
            <a:solidFill>
              <a:srgbClr val="382B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0" name="Google Shape;1710;p50"/>
          <p:cNvGrpSpPr/>
          <p:nvPr/>
        </p:nvGrpSpPr>
        <p:grpSpPr>
          <a:xfrm>
            <a:off x="158725" y="92361"/>
            <a:ext cx="8765813" cy="4226143"/>
            <a:chOff x="158725" y="92361"/>
            <a:chExt cx="8765813" cy="4226143"/>
          </a:xfrm>
        </p:grpSpPr>
        <p:grpSp>
          <p:nvGrpSpPr>
            <p:cNvPr id="1711" name="Google Shape;1711;p50"/>
            <p:cNvGrpSpPr/>
            <p:nvPr/>
          </p:nvGrpSpPr>
          <p:grpSpPr>
            <a:xfrm rot="10800000">
              <a:off x="4486526" y="380358"/>
              <a:ext cx="464920" cy="167552"/>
              <a:chOff x="7900317" y="3553378"/>
              <a:chExt cx="464920" cy="167552"/>
            </a:xfrm>
          </p:grpSpPr>
          <p:sp>
            <p:nvSpPr>
              <p:cNvPr id="1712" name="Google Shape;1712;p50"/>
              <p:cNvSpPr/>
              <p:nvPr/>
            </p:nvSpPr>
            <p:spPr>
              <a:xfrm>
                <a:off x="7977452" y="3553378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50"/>
              <p:cNvSpPr/>
              <p:nvPr/>
            </p:nvSpPr>
            <p:spPr>
              <a:xfrm>
                <a:off x="7900317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50"/>
              <p:cNvSpPr/>
              <p:nvPr/>
            </p:nvSpPr>
            <p:spPr>
              <a:xfrm>
                <a:off x="8142658" y="3646033"/>
                <a:ext cx="222579" cy="74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7" extrusionOk="0">
                    <a:moveTo>
                      <a:pt x="0" y="0"/>
                    </a:moveTo>
                    <a:lnTo>
                      <a:pt x="0" y="637"/>
                    </a:lnTo>
                    <a:lnTo>
                      <a:pt x="1893" y="637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15" name="Google Shape;1715;p50"/>
            <p:cNvSpPr/>
            <p:nvPr/>
          </p:nvSpPr>
          <p:spPr>
            <a:xfrm rot="10800000">
              <a:off x="321613" y="4064869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0"/>
            <p:cNvSpPr/>
            <p:nvPr/>
          </p:nvSpPr>
          <p:spPr>
            <a:xfrm rot="10800000">
              <a:off x="158725" y="185451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17" name="Google Shape;1717;p50"/>
            <p:cNvGrpSpPr/>
            <p:nvPr/>
          </p:nvGrpSpPr>
          <p:grpSpPr>
            <a:xfrm rot="10800000">
              <a:off x="8368150" y="92361"/>
              <a:ext cx="464792" cy="288013"/>
              <a:chOff x="2735298" y="809042"/>
              <a:chExt cx="638978" cy="395949"/>
            </a:xfrm>
          </p:grpSpPr>
          <p:sp>
            <p:nvSpPr>
              <p:cNvPr id="1718" name="Google Shape;1718;p50"/>
              <p:cNvSpPr/>
              <p:nvPr/>
            </p:nvSpPr>
            <p:spPr>
              <a:xfrm>
                <a:off x="2735298" y="940937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1" y="866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50"/>
              <p:cNvSpPr/>
              <p:nvPr/>
            </p:nvSpPr>
            <p:spPr>
              <a:xfrm>
                <a:off x="2920409" y="809042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4"/>
                    </a:moveTo>
                    <a:lnTo>
                      <a:pt x="2208" y="741"/>
                    </a:lnTo>
                    <a:lnTo>
                      <a:pt x="125" y="741"/>
                    </a:lnTo>
                    <a:lnTo>
                      <a:pt x="125" y="124"/>
                    </a:lnTo>
                    <a:close/>
                    <a:moveTo>
                      <a:pt x="1" y="0"/>
                    </a:moveTo>
                    <a:lnTo>
                      <a:pt x="1" y="865"/>
                    </a:lnTo>
                    <a:lnTo>
                      <a:pt x="2332" y="865"/>
                    </a:lnTo>
                    <a:lnTo>
                      <a:pt x="23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50"/>
              <p:cNvSpPr/>
              <p:nvPr/>
            </p:nvSpPr>
            <p:spPr>
              <a:xfrm>
                <a:off x="2883439" y="1091450"/>
                <a:ext cx="305725" cy="113541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2" y="866"/>
                    </a:lnTo>
                    <a:lnTo>
                      <a:pt x="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50"/>
              <p:cNvSpPr/>
              <p:nvPr/>
            </p:nvSpPr>
            <p:spPr>
              <a:xfrm>
                <a:off x="3068681" y="950115"/>
                <a:ext cx="305594" cy="113803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8" extrusionOk="0">
                    <a:moveTo>
                      <a:pt x="2207" y="125"/>
                    </a:moveTo>
                    <a:lnTo>
                      <a:pt x="2207" y="743"/>
                    </a:lnTo>
                    <a:lnTo>
                      <a:pt x="124" y="743"/>
                    </a:lnTo>
                    <a:lnTo>
                      <a:pt x="124" y="125"/>
                    </a:lnTo>
                    <a:close/>
                    <a:moveTo>
                      <a:pt x="0" y="1"/>
                    </a:moveTo>
                    <a:lnTo>
                      <a:pt x="0" y="867"/>
                    </a:lnTo>
                    <a:lnTo>
                      <a:pt x="2331" y="867"/>
                    </a:lnTo>
                    <a:lnTo>
                      <a:pt x="23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22" name="Google Shape;1722;p50"/>
            <p:cNvSpPr/>
            <p:nvPr/>
          </p:nvSpPr>
          <p:spPr>
            <a:xfrm rot="10800000">
              <a:off x="8443875" y="3968864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3" name="Google Shape;1723;p50"/>
            <p:cNvGrpSpPr/>
            <p:nvPr/>
          </p:nvGrpSpPr>
          <p:grpSpPr>
            <a:xfrm flipH="1">
              <a:off x="3670561" y="4151069"/>
              <a:ext cx="464802" cy="167435"/>
              <a:chOff x="1564074" y="825393"/>
              <a:chExt cx="464802" cy="167435"/>
            </a:xfrm>
          </p:grpSpPr>
          <p:sp>
            <p:nvSpPr>
              <p:cNvPr id="1724" name="Google Shape;1724;p50"/>
              <p:cNvSpPr/>
              <p:nvPr/>
            </p:nvSpPr>
            <p:spPr>
              <a:xfrm>
                <a:off x="1641092" y="917813"/>
                <a:ext cx="222579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50"/>
              <p:cNvSpPr/>
              <p:nvPr/>
            </p:nvSpPr>
            <p:spPr>
              <a:xfrm>
                <a:off x="1564074" y="825393"/>
                <a:ext cx="222697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3" y="638"/>
                    </a:lnTo>
                    <a:lnTo>
                      <a:pt x="1893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50"/>
              <p:cNvSpPr/>
              <p:nvPr/>
            </p:nvSpPr>
            <p:spPr>
              <a:xfrm>
                <a:off x="1806415" y="825393"/>
                <a:ext cx="222461" cy="7501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638" extrusionOk="0">
                    <a:moveTo>
                      <a:pt x="1" y="1"/>
                    </a:moveTo>
                    <a:lnTo>
                      <a:pt x="1" y="638"/>
                    </a:lnTo>
                    <a:lnTo>
                      <a:pt x="1892" y="638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rgbClr val="FDD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7" name="Google Shape;1727;p50"/>
            <p:cNvGrpSpPr/>
            <p:nvPr/>
          </p:nvGrpSpPr>
          <p:grpSpPr>
            <a:xfrm>
              <a:off x="2178760" y="535012"/>
              <a:ext cx="464800" cy="388458"/>
              <a:chOff x="5871443" y="2651058"/>
              <a:chExt cx="713540" cy="596342"/>
            </a:xfrm>
          </p:grpSpPr>
          <p:sp>
            <p:nvSpPr>
              <p:cNvPr id="1728" name="Google Shape;1728;p50"/>
              <p:cNvSpPr/>
              <p:nvPr/>
            </p:nvSpPr>
            <p:spPr>
              <a:xfrm>
                <a:off x="5871443" y="2875678"/>
                <a:ext cx="430042" cy="160022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7" extrusionOk="0">
                    <a:moveTo>
                      <a:pt x="2205" y="124"/>
                    </a:moveTo>
                    <a:lnTo>
                      <a:pt x="2205" y="743"/>
                    </a:lnTo>
                    <a:lnTo>
                      <a:pt x="124" y="743"/>
                    </a:lnTo>
                    <a:lnTo>
                      <a:pt x="124" y="124"/>
                    </a:lnTo>
                    <a:close/>
                    <a:moveTo>
                      <a:pt x="0" y="0"/>
                    </a:moveTo>
                    <a:lnTo>
                      <a:pt x="0" y="867"/>
                    </a:lnTo>
                    <a:lnTo>
                      <a:pt x="2329" y="867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50"/>
              <p:cNvSpPr/>
              <p:nvPr/>
            </p:nvSpPr>
            <p:spPr>
              <a:xfrm>
                <a:off x="6154756" y="2651058"/>
                <a:ext cx="430227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1" h="866" extrusionOk="0">
                    <a:moveTo>
                      <a:pt x="2208" y="123"/>
                    </a:moveTo>
                    <a:lnTo>
                      <a:pt x="2208" y="742"/>
                    </a:lnTo>
                    <a:lnTo>
                      <a:pt x="125" y="742"/>
                    </a:lnTo>
                    <a:lnTo>
                      <a:pt x="125" y="123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50"/>
              <p:cNvSpPr/>
              <p:nvPr/>
            </p:nvSpPr>
            <p:spPr>
              <a:xfrm>
                <a:off x="6073361" y="3087563"/>
                <a:ext cx="430042" cy="159838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66" extrusionOk="0">
                    <a:moveTo>
                      <a:pt x="2208" y="124"/>
                    </a:moveTo>
                    <a:lnTo>
                      <a:pt x="2208" y="742"/>
                    </a:lnTo>
                    <a:lnTo>
                      <a:pt x="124" y="742"/>
                    </a:lnTo>
                    <a:lnTo>
                      <a:pt x="124" y="124"/>
                    </a:lnTo>
                    <a:close/>
                    <a:moveTo>
                      <a:pt x="1" y="1"/>
                    </a:moveTo>
                    <a:lnTo>
                      <a:pt x="1" y="866"/>
                    </a:lnTo>
                    <a:lnTo>
                      <a:pt x="2330" y="866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31" name="Google Shape;1731;p50"/>
            <p:cNvSpPr/>
            <p:nvPr/>
          </p:nvSpPr>
          <p:spPr>
            <a:xfrm flipH="1">
              <a:off x="4323650" y="1352463"/>
              <a:ext cx="162900" cy="16290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0"/>
            <p:cNvSpPr/>
            <p:nvPr/>
          </p:nvSpPr>
          <p:spPr>
            <a:xfrm rot="10800000" flipH="1">
              <a:off x="289041" y="3947463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0"/>
            <p:cNvSpPr/>
            <p:nvPr/>
          </p:nvSpPr>
          <p:spPr>
            <a:xfrm rot="10800000" flipH="1">
              <a:off x="572916" y="2091875"/>
              <a:ext cx="162900" cy="16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0"/>
            <p:cNvSpPr/>
            <p:nvPr/>
          </p:nvSpPr>
          <p:spPr>
            <a:xfrm flipH="1">
              <a:off x="6439463" y="4076771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0"/>
            <p:cNvSpPr/>
            <p:nvPr/>
          </p:nvSpPr>
          <p:spPr>
            <a:xfrm flipH="1">
              <a:off x="8857638" y="2725021"/>
              <a:ext cx="66900" cy="6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44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47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46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5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A48EFD">
            <a:alpha val="65359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ExtraBold"/>
              <a:buNone/>
              <a:defRPr sz="27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ExtraBold"/>
              <a:buNone/>
              <a:defRPr sz="27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ExtraBold"/>
              <a:buNone/>
              <a:defRPr sz="27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ExtraBold"/>
              <a:buNone/>
              <a:defRPr sz="27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ExtraBold"/>
              <a:buNone/>
              <a:defRPr sz="27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ExtraBold"/>
              <a:buNone/>
              <a:defRPr sz="27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ExtraBold"/>
              <a:buNone/>
              <a:defRPr sz="27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ExtraBold"/>
              <a:buNone/>
              <a:defRPr sz="27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ExtraBold"/>
              <a:buNone/>
              <a:defRPr sz="27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○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■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○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■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○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■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A48EFD">
            <a:alpha val="65359"/>
          </a:srgbClr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498" name="Google Shape;49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○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■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○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■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○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■"/>
              <a:def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51"/>
          <p:cNvSpPr txBox="1">
            <a:spLocks noGrp="1"/>
          </p:cNvSpPr>
          <p:nvPr>
            <p:ph type="ctrTitle"/>
          </p:nvPr>
        </p:nvSpPr>
        <p:spPr>
          <a:xfrm>
            <a:off x="715100" y="254450"/>
            <a:ext cx="4725300" cy="2370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dirty="0">
                <a:latin typeface="Montserrat ExtraBold" panose="00000900000000000000" pitchFamily="2" charset="0"/>
              </a:rPr>
              <a:t>Exploration &amp; Mitigation of Gender Bias in </a:t>
            </a:r>
            <a:br>
              <a:rPr lang="en" sz="2700" dirty="0">
                <a:latin typeface="Montserrat ExtraBold" panose="00000900000000000000" pitchFamily="2" charset="0"/>
              </a:rPr>
            </a:br>
            <a:r>
              <a:rPr lang="en" sz="2700" dirty="0">
                <a:latin typeface="Montserrat ExtraBold" panose="00000900000000000000" pitchFamily="2" charset="0"/>
              </a:rPr>
              <a:t>Word Embeddings from Transformer-based Language Models</a:t>
            </a:r>
            <a:endParaRPr sz="3700" dirty="0">
              <a:latin typeface="Montserrat ExtraBold" panose="00000900000000000000" pitchFamily="2" charset="0"/>
              <a:sym typeface="Montserrat ExtraBold"/>
            </a:endParaRPr>
          </a:p>
        </p:txBody>
      </p:sp>
      <p:sp>
        <p:nvSpPr>
          <p:cNvPr id="1741" name="Google Shape;1741;p51"/>
          <p:cNvSpPr/>
          <p:nvPr/>
        </p:nvSpPr>
        <p:spPr>
          <a:xfrm>
            <a:off x="763050" y="2624750"/>
            <a:ext cx="4378800" cy="1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2" name="Google Shape;1742;p51"/>
          <p:cNvGrpSpPr/>
          <p:nvPr/>
        </p:nvGrpSpPr>
        <p:grpSpPr>
          <a:xfrm>
            <a:off x="5354519" y="898765"/>
            <a:ext cx="3603696" cy="3706651"/>
            <a:chOff x="5202119" y="906940"/>
            <a:chExt cx="3603696" cy="3706651"/>
          </a:xfrm>
        </p:grpSpPr>
        <p:grpSp>
          <p:nvGrpSpPr>
            <p:cNvPr id="1743" name="Google Shape;1743;p51"/>
            <p:cNvGrpSpPr/>
            <p:nvPr/>
          </p:nvGrpSpPr>
          <p:grpSpPr>
            <a:xfrm>
              <a:off x="7980042" y="3882423"/>
              <a:ext cx="646431" cy="655133"/>
              <a:chOff x="7980042" y="3882423"/>
              <a:chExt cx="646431" cy="655133"/>
            </a:xfrm>
          </p:grpSpPr>
          <p:grpSp>
            <p:nvGrpSpPr>
              <p:cNvPr id="1744" name="Google Shape;1744;p51"/>
              <p:cNvGrpSpPr/>
              <p:nvPr/>
            </p:nvGrpSpPr>
            <p:grpSpPr>
              <a:xfrm rot="-1049198">
                <a:off x="8037277" y="4005596"/>
                <a:ext cx="531962" cy="462731"/>
                <a:chOff x="3801355" y="2221554"/>
                <a:chExt cx="174010" cy="151358"/>
              </a:xfrm>
            </p:grpSpPr>
            <p:sp>
              <p:nvSpPr>
                <p:cNvPr id="1745" name="Google Shape;1745;p51"/>
                <p:cNvSpPr/>
                <p:nvPr/>
              </p:nvSpPr>
              <p:spPr>
                <a:xfrm>
                  <a:off x="3908133" y="2251075"/>
                  <a:ext cx="67232" cy="19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462" extrusionOk="0">
                      <a:moveTo>
                        <a:pt x="714" y="0"/>
                      </a:moveTo>
                      <a:cubicBezTo>
                        <a:pt x="650" y="0"/>
                        <a:pt x="586" y="4"/>
                        <a:pt x="523" y="14"/>
                      </a:cubicBezTo>
                      <a:cubicBezTo>
                        <a:pt x="317" y="44"/>
                        <a:pt x="113" y="142"/>
                        <a:pt x="1" y="317"/>
                      </a:cubicBezTo>
                      <a:cubicBezTo>
                        <a:pt x="55" y="357"/>
                        <a:pt x="241" y="442"/>
                        <a:pt x="307" y="451"/>
                      </a:cubicBezTo>
                      <a:cubicBezTo>
                        <a:pt x="365" y="458"/>
                        <a:pt x="421" y="461"/>
                        <a:pt x="476" y="461"/>
                      </a:cubicBezTo>
                      <a:cubicBezTo>
                        <a:pt x="684" y="461"/>
                        <a:pt x="871" y="414"/>
                        <a:pt x="1085" y="342"/>
                      </a:cubicBezTo>
                      <a:cubicBezTo>
                        <a:pt x="1255" y="284"/>
                        <a:pt x="1417" y="187"/>
                        <a:pt x="1576" y="101"/>
                      </a:cubicBezTo>
                      <a:lnTo>
                        <a:pt x="1143" y="41"/>
                      </a:lnTo>
                      <a:cubicBezTo>
                        <a:pt x="1001" y="20"/>
                        <a:pt x="857" y="0"/>
                        <a:pt x="714" y="0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6" name="Google Shape;1746;p51"/>
                <p:cNvSpPr/>
                <p:nvPr/>
              </p:nvSpPr>
              <p:spPr>
                <a:xfrm>
                  <a:off x="3873792" y="2221554"/>
                  <a:ext cx="46158" cy="51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" h="1196" extrusionOk="0">
                      <a:moveTo>
                        <a:pt x="1082" y="1"/>
                      </a:moveTo>
                      <a:lnTo>
                        <a:pt x="716" y="238"/>
                      </a:lnTo>
                      <a:cubicBezTo>
                        <a:pt x="542" y="350"/>
                        <a:pt x="364" y="466"/>
                        <a:pt x="229" y="623"/>
                      </a:cubicBezTo>
                      <a:cubicBezTo>
                        <a:pt x="92" y="781"/>
                        <a:pt x="1" y="989"/>
                        <a:pt x="30" y="1195"/>
                      </a:cubicBezTo>
                      <a:cubicBezTo>
                        <a:pt x="424" y="1168"/>
                        <a:pt x="684" y="816"/>
                        <a:pt x="867" y="505"/>
                      </a:cubicBezTo>
                      <a:cubicBezTo>
                        <a:pt x="959" y="351"/>
                        <a:pt x="1019" y="171"/>
                        <a:pt x="1082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7" name="Google Shape;1747;p51"/>
                <p:cNvSpPr/>
                <p:nvPr/>
              </p:nvSpPr>
              <p:spPr>
                <a:xfrm>
                  <a:off x="3835483" y="2235120"/>
                  <a:ext cx="34981" cy="60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1410" extrusionOk="0">
                      <a:moveTo>
                        <a:pt x="820" y="0"/>
                      </a:moveTo>
                      <a:lnTo>
                        <a:pt x="820" y="0"/>
                      </a:lnTo>
                      <a:cubicBezTo>
                        <a:pt x="720" y="106"/>
                        <a:pt x="618" y="212"/>
                        <a:pt x="518" y="318"/>
                      </a:cubicBezTo>
                      <a:cubicBezTo>
                        <a:pt x="375" y="469"/>
                        <a:pt x="231" y="622"/>
                        <a:pt x="135" y="807"/>
                      </a:cubicBezTo>
                      <a:cubicBezTo>
                        <a:pt x="40" y="992"/>
                        <a:pt x="1" y="1216"/>
                        <a:pt x="77" y="1410"/>
                      </a:cubicBezTo>
                      <a:cubicBezTo>
                        <a:pt x="453" y="1290"/>
                        <a:pt x="624" y="888"/>
                        <a:pt x="730" y="542"/>
                      </a:cubicBezTo>
                      <a:cubicBezTo>
                        <a:pt x="782" y="369"/>
                        <a:pt x="799" y="181"/>
                        <a:pt x="820" y="0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8" name="Google Shape;1748;p51"/>
                <p:cNvSpPr/>
                <p:nvPr/>
              </p:nvSpPr>
              <p:spPr>
                <a:xfrm>
                  <a:off x="3801355" y="2269589"/>
                  <a:ext cx="24274" cy="65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" h="1546" extrusionOk="0">
                      <a:moveTo>
                        <a:pt x="515" y="1"/>
                      </a:moveTo>
                      <a:cubicBezTo>
                        <a:pt x="443" y="127"/>
                        <a:pt x="371" y="254"/>
                        <a:pt x="301" y="381"/>
                      </a:cubicBezTo>
                      <a:cubicBezTo>
                        <a:pt x="198" y="561"/>
                        <a:pt x="96" y="746"/>
                        <a:pt x="48" y="948"/>
                      </a:cubicBezTo>
                      <a:cubicBezTo>
                        <a:pt x="0" y="1150"/>
                        <a:pt x="18" y="1377"/>
                        <a:pt x="140" y="1545"/>
                      </a:cubicBezTo>
                      <a:cubicBezTo>
                        <a:pt x="476" y="1340"/>
                        <a:pt x="541" y="907"/>
                        <a:pt x="559" y="546"/>
                      </a:cubicBezTo>
                      <a:cubicBezTo>
                        <a:pt x="568" y="366"/>
                        <a:pt x="537" y="180"/>
                        <a:pt x="515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9" name="Google Shape;1749;p51"/>
                <p:cNvSpPr/>
                <p:nvPr/>
              </p:nvSpPr>
              <p:spPr>
                <a:xfrm>
                  <a:off x="3878996" y="2276116"/>
                  <a:ext cx="66294" cy="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" h="491" extrusionOk="0">
                      <a:moveTo>
                        <a:pt x="403" y="1"/>
                      </a:moveTo>
                      <a:cubicBezTo>
                        <a:pt x="263" y="1"/>
                        <a:pt x="126" y="31"/>
                        <a:pt x="1" y="110"/>
                      </a:cubicBezTo>
                      <a:cubicBezTo>
                        <a:pt x="98" y="295"/>
                        <a:pt x="295" y="410"/>
                        <a:pt x="496" y="456"/>
                      </a:cubicBezTo>
                      <a:cubicBezTo>
                        <a:pt x="608" y="482"/>
                        <a:pt x="723" y="491"/>
                        <a:pt x="838" y="491"/>
                      </a:cubicBezTo>
                      <a:cubicBezTo>
                        <a:pt x="932" y="491"/>
                        <a:pt x="1025" y="485"/>
                        <a:pt x="1118" y="480"/>
                      </a:cubicBezTo>
                      <a:lnTo>
                        <a:pt x="1553" y="455"/>
                      </a:lnTo>
                      <a:cubicBezTo>
                        <a:pt x="1403" y="356"/>
                        <a:pt x="1249" y="246"/>
                        <a:pt x="1082" y="174"/>
                      </a:cubicBezTo>
                      <a:cubicBezTo>
                        <a:pt x="876" y="85"/>
                        <a:pt x="635" y="1"/>
                        <a:pt x="403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1750;p51"/>
                <p:cNvSpPr/>
                <p:nvPr/>
              </p:nvSpPr>
              <p:spPr>
                <a:xfrm>
                  <a:off x="3841882" y="2297105"/>
                  <a:ext cx="67787" cy="1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9" h="458" extrusionOk="0">
                      <a:moveTo>
                        <a:pt x="712" y="1"/>
                      </a:moveTo>
                      <a:cubicBezTo>
                        <a:pt x="447" y="1"/>
                        <a:pt x="182" y="57"/>
                        <a:pt x="0" y="259"/>
                      </a:cubicBezTo>
                      <a:cubicBezTo>
                        <a:pt x="132" y="398"/>
                        <a:pt x="331" y="457"/>
                        <a:pt x="523" y="457"/>
                      </a:cubicBezTo>
                      <a:cubicBezTo>
                        <a:pt x="539" y="457"/>
                        <a:pt x="555" y="457"/>
                        <a:pt x="571" y="456"/>
                      </a:cubicBezTo>
                      <a:cubicBezTo>
                        <a:pt x="778" y="447"/>
                        <a:pt x="980" y="379"/>
                        <a:pt x="1175" y="311"/>
                      </a:cubicBezTo>
                      <a:lnTo>
                        <a:pt x="1588" y="168"/>
                      </a:lnTo>
                      <a:cubicBezTo>
                        <a:pt x="1417" y="113"/>
                        <a:pt x="1238" y="50"/>
                        <a:pt x="1059" y="27"/>
                      </a:cubicBezTo>
                      <a:cubicBezTo>
                        <a:pt x="948" y="12"/>
                        <a:pt x="830" y="1"/>
                        <a:pt x="712" y="1"/>
                      </a:cubicBez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1" name="Google Shape;1751;p51"/>
                <p:cNvSpPr/>
                <p:nvPr/>
              </p:nvSpPr>
              <p:spPr>
                <a:xfrm>
                  <a:off x="3817310" y="2322402"/>
                  <a:ext cx="61174" cy="31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4" h="741" extrusionOk="0">
                      <a:moveTo>
                        <a:pt x="1433" y="0"/>
                      </a:moveTo>
                      <a:lnTo>
                        <a:pt x="1433" y="0"/>
                      </a:lnTo>
                      <a:cubicBezTo>
                        <a:pt x="1255" y="15"/>
                        <a:pt x="1064" y="26"/>
                        <a:pt x="891" y="72"/>
                      </a:cubicBezTo>
                      <a:cubicBezTo>
                        <a:pt x="542" y="164"/>
                        <a:pt x="133" y="321"/>
                        <a:pt x="0" y="692"/>
                      </a:cubicBezTo>
                      <a:cubicBezTo>
                        <a:pt x="78" y="726"/>
                        <a:pt x="161" y="741"/>
                        <a:pt x="245" y="741"/>
                      </a:cubicBezTo>
                      <a:cubicBezTo>
                        <a:pt x="368" y="741"/>
                        <a:pt x="493" y="709"/>
                        <a:pt x="604" y="656"/>
                      </a:cubicBezTo>
                      <a:cubicBezTo>
                        <a:pt x="792" y="567"/>
                        <a:pt x="952" y="427"/>
                        <a:pt x="1107" y="290"/>
                      </a:cubicBezTo>
                      <a:lnTo>
                        <a:pt x="1433" y="0"/>
                      </a:lnTo>
                      <a:close/>
                    </a:path>
                  </a:pathLst>
                </a:custGeom>
                <a:solidFill>
                  <a:srgbClr val="FF71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2" name="Google Shape;1752;p51"/>
                <p:cNvSpPr/>
                <p:nvPr/>
              </p:nvSpPr>
              <p:spPr>
                <a:xfrm>
                  <a:off x="3801654" y="2257772"/>
                  <a:ext cx="152637" cy="115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8" h="2699" extrusionOk="0">
                      <a:moveTo>
                        <a:pt x="3545" y="0"/>
                      </a:moveTo>
                      <a:cubicBezTo>
                        <a:pt x="2725" y="6"/>
                        <a:pt x="1675" y="354"/>
                        <a:pt x="1155" y="792"/>
                      </a:cubicBezTo>
                      <a:cubicBezTo>
                        <a:pt x="640" y="1225"/>
                        <a:pt x="178" y="1978"/>
                        <a:pt x="5" y="2663"/>
                      </a:cubicBezTo>
                      <a:cubicBezTo>
                        <a:pt x="1" y="2678"/>
                        <a:pt x="10" y="2695"/>
                        <a:pt x="24" y="2698"/>
                      </a:cubicBezTo>
                      <a:cubicBezTo>
                        <a:pt x="26" y="2699"/>
                        <a:pt x="27" y="2699"/>
                        <a:pt x="28" y="2699"/>
                      </a:cubicBezTo>
                      <a:cubicBezTo>
                        <a:pt x="29" y="2699"/>
                        <a:pt x="30" y="2699"/>
                        <a:pt x="32" y="2698"/>
                      </a:cubicBezTo>
                      <a:cubicBezTo>
                        <a:pt x="44" y="2698"/>
                        <a:pt x="56" y="2690"/>
                        <a:pt x="59" y="2677"/>
                      </a:cubicBezTo>
                      <a:cubicBezTo>
                        <a:pt x="230" y="2001"/>
                        <a:pt x="688" y="1257"/>
                        <a:pt x="1191" y="834"/>
                      </a:cubicBezTo>
                      <a:cubicBezTo>
                        <a:pt x="1693" y="410"/>
                        <a:pt x="2749" y="61"/>
                        <a:pt x="3545" y="55"/>
                      </a:cubicBezTo>
                      <a:cubicBezTo>
                        <a:pt x="3578" y="52"/>
                        <a:pt x="3578" y="3"/>
                        <a:pt x="35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3" name="Google Shape;1753;p51"/>
                <p:cNvSpPr/>
                <p:nvPr/>
              </p:nvSpPr>
              <p:spPr>
                <a:xfrm>
                  <a:off x="3867478" y="2240410"/>
                  <a:ext cx="54861" cy="49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" h="1156" extrusionOk="0">
                      <a:moveTo>
                        <a:pt x="886" y="0"/>
                      </a:moveTo>
                      <a:cubicBezTo>
                        <a:pt x="880" y="0"/>
                        <a:pt x="874" y="2"/>
                        <a:pt x="869" y="6"/>
                      </a:cubicBezTo>
                      <a:cubicBezTo>
                        <a:pt x="517" y="263"/>
                        <a:pt x="223" y="591"/>
                        <a:pt x="5" y="968"/>
                      </a:cubicBezTo>
                      <a:cubicBezTo>
                        <a:pt x="1" y="977"/>
                        <a:pt x="1" y="987"/>
                        <a:pt x="5" y="995"/>
                      </a:cubicBezTo>
                      <a:cubicBezTo>
                        <a:pt x="10" y="1004"/>
                        <a:pt x="19" y="1010"/>
                        <a:pt x="28" y="1010"/>
                      </a:cubicBezTo>
                      <a:lnTo>
                        <a:pt x="117" y="1019"/>
                      </a:lnTo>
                      <a:cubicBezTo>
                        <a:pt x="501" y="1051"/>
                        <a:pt x="863" y="1081"/>
                        <a:pt x="1242" y="1156"/>
                      </a:cubicBezTo>
                      <a:lnTo>
                        <a:pt x="1246" y="1156"/>
                      </a:lnTo>
                      <a:cubicBezTo>
                        <a:pt x="1247" y="1156"/>
                        <a:pt x="1247" y="1156"/>
                        <a:pt x="1248" y="1156"/>
                      </a:cubicBezTo>
                      <a:cubicBezTo>
                        <a:pt x="1282" y="1156"/>
                        <a:pt x="1286" y="1107"/>
                        <a:pt x="1252" y="1101"/>
                      </a:cubicBezTo>
                      <a:cubicBezTo>
                        <a:pt x="870" y="1026"/>
                        <a:pt x="506" y="995"/>
                        <a:pt x="122" y="962"/>
                      </a:cubicBezTo>
                      <a:lnTo>
                        <a:pt x="77" y="957"/>
                      </a:lnTo>
                      <a:cubicBezTo>
                        <a:pt x="289" y="604"/>
                        <a:pt x="569" y="295"/>
                        <a:pt x="902" y="51"/>
                      </a:cubicBezTo>
                      <a:cubicBezTo>
                        <a:pt x="927" y="34"/>
                        <a:pt x="909" y="0"/>
                        <a:pt x="8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4" name="Google Shape;1754;p51"/>
                <p:cNvSpPr/>
                <p:nvPr/>
              </p:nvSpPr>
              <p:spPr>
                <a:xfrm>
                  <a:off x="3832881" y="2254488"/>
                  <a:ext cx="47267" cy="56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8" h="1321" extrusionOk="0">
                      <a:moveTo>
                        <a:pt x="621" y="0"/>
                      </a:moveTo>
                      <a:cubicBezTo>
                        <a:pt x="613" y="0"/>
                        <a:pt x="606" y="3"/>
                        <a:pt x="600" y="10"/>
                      </a:cubicBezTo>
                      <a:cubicBezTo>
                        <a:pt x="287" y="374"/>
                        <a:pt x="81" y="815"/>
                        <a:pt x="4" y="1288"/>
                      </a:cubicBezTo>
                      <a:cubicBezTo>
                        <a:pt x="1" y="1299"/>
                        <a:pt x="5" y="1307"/>
                        <a:pt x="13" y="1315"/>
                      </a:cubicBezTo>
                      <a:cubicBezTo>
                        <a:pt x="17" y="1319"/>
                        <a:pt x="25" y="1321"/>
                        <a:pt x="31" y="1321"/>
                      </a:cubicBezTo>
                      <a:lnTo>
                        <a:pt x="40" y="1321"/>
                      </a:lnTo>
                      <a:cubicBezTo>
                        <a:pt x="365" y="1217"/>
                        <a:pt x="717" y="1205"/>
                        <a:pt x="1058" y="1193"/>
                      </a:cubicBezTo>
                      <a:lnTo>
                        <a:pt x="1079" y="1193"/>
                      </a:lnTo>
                      <a:cubicBezTo>
                        <a:pt x="1095" y="1193"/>
                        <a:pt x="1107" y="1179"/>
                        <a:pt x="1107" y="1164"/>
                      </a:cubicBezTo>
                      <a:cubicBezTo>
                        <a:pt x="1106" y="1148"/>
                        <a:pt x="1092" y="1136"/>
                        <a:pt x="1077" y="1136"/>
                      </a:cubicBezTo>
                      <a:lnTo>
                        <a:pt x="1057" y="1136"/>
                      </a:lnTo>
                      <a:cubicBezTo>
                        <a:pt x="727" y="1148"/>
                        <a:pt x="386" y="1158"/>
                        <a:pt x="66" y="1254"/>
                      </a:cubicBezTo>
                      <a:cubicBezTo>
                        <a:pt x="148" y="808"/>
                        <a:pt x="347" y="392"/>
                        <a:pt x="642" y="47"/>
                      </a:cubicBezTo>
                      <a:cubicBezTo>
                        <a:pt x="661" y="26"/>
                        <a:pt x="642" y="0"/>
                        <a:pt x="6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5" name="Google Shape;1755;p51"/>
                <p:cNvSpPr/>
                <p:nvPr/>
              </p:nvSpPr>
              <p:spPr>
                <a:xfrm>
                  <a:off x="3809503" y="2330465"/>
                  <a:ext cx="49784" cy="22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525" extrusionOk="0">
                      <a:moveTo>
                        <a:pt x="1126" y="1"/>
                      </a:moveTo>
                      <a:cubicBezTo>
                        <a:pt x="1122" y="1"/>
                        <a:pt x="1116" y="2"/>
                        <a:pt x="1111" y="5"/>
                      </a:cubicBezTo>
                      <a:cubicBezTo>
                        <a:pt x="792" y="202"/>
                        <a:pt x="427" y="424"/>
                        <a:pt x="27" y="469"/>
                      </a:cubicBezTo>
                      <a:cubicBezTo>
                        <a:pt x="12" y="470"/>
                        <a:pt x="0" y="484"/>
                        <a:pt x="2" y="499"/>
                      </a:cubicBezTo>
                      <a:cubicBezTo>
                        <a:pt x="3" y="514"/>
                        <a:pt x="16" y="524"/>
                        <a:pt x="30" y="524"/>
                      </a:cubicBezTo>
                      <a:lnTo>
                        <a:pt x="33" y="524"/>
                      </a:lnTo>
                      <a:cubicBezTo>
                        <a:pt x="446" y="479"/>
                        <a:pt x="814" y="253"/>
                        <a:pt x="1141" y="53"/>
                      </a:cubicBezTo>
                      <a:cubicBezTo>
                        <a:pt x="1167" y="37"/>
                        <a:pt x="1151" y="1"/>
                        <a:pt x="11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6" name="Google Shape;1756;p51"/>
                <p:cNvSpPr/>
                <p:nvPr/>
              </p:nvSpPr>
              <p:spPr>
                <a:xfrm>
                  <a:off x="3806474" y="2297787"/>
                  <a:ext cx="9982" cy="50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1195" extrusionOk="0">
                      <a:moveTo>
                        <a:pt x="197" y="0"/>
                      </a:moveTo>
                      <a:cubicBezTo>
                        <a:pt x="186" y="0"/>
                        <a:pt x="176" y="6"/>
                        <a:pt x="171" y="20"/>
                      </a:cubicBezTo>
                      <a:cubicBezTo>
                        <a:pt x="11" y="412"/>
                        <a:pt x="5" y="619"/>
                        <a:pt x="2" y="743"/>
                      </a:cubicBezTo>
                      <a:cubicBezTo>
                        <a:pt x="1" y="877"/>
                        <a:pt x="52" y="1054"/>
                        <a:pt x="99" y="1177"/>
                      </a:cubicBezTo>
                      <a:cubicBezTo>
                        <a:pt x="104" y="1187"/>
                        <a:pt x="114" y="1195"/>
                        <a:pt x="126" y="1195"/>
                      </a:cubicBezTo>
                      <a:cubicBezTo>
                        <a:pt x="129" y="1195"/>
                        <a:pt x="134" y="1195"/>
                        <a:pt x="137" y="1193"/>
                      </a:cubicBezTo>
                      <a:cubicBezTo>
                        <a:pt x="152" y="1187"/>
                        <a:pt x="159" y="1171"/>
                        <a:pt x="152" y="1156"/>
                      </a:cubicBezTo>
                      <a:cubicBezTo>
                        <a:pt x="105" y="1040"/>
                        <a:pt x="56" y="873"/>
                        <a:pt x="59" y="744"/>
                      </a:cubicBezTo>
                      <a:cubicBezTo>
                        <a:pt x="62" y="616"/>
                        <a:pt x="67" y="424"/>
                        <a:pt x="223" y="40"/>
                      </a:cubicBezTo>
                      <a:cubicBezTo>
                        <a:pt x="234" y="18"/>
                        <a:pt x="215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57" name="Google Shape;1757;p51"/>
              <p:cNvGrpSpPr/>
              <p:nvPr/>
            </p:nvGrpSpPr>
            <p:grpSpPr>
              <a:xfrm>
                <a:off x="8344651" y="3882423"/>
                <a:ext cx="168505" cy="165830"/>
                <a:chOff x="6698852" y="4727890"/>
                <a:chExt cx="128160" cy="126173"/>
              </a:xfrm>
            </p:grpSpPr>
            <p:grpSp>
              <p:nvGrpSpPr>
                <p:cNvPr id="1758" name="Google Shape;1758;p51"/>
                <p:cNvGrpSpPr/>
                <p:nvPr/>
              </p:nvGrpSpPr>
              <p:grpSpPr>
                <a:xfrm>
                  <a:off x="6698852" y="4727890"/>
                  <a:ext cx="128160" cy="126173"/>
                  <a:chOff x="6922677" y="4661215"/>
                  <a:chExt cx="128160" cy="126173"/>
                </a:xfrm>
              </p:grpSpPr>
              <p:sp>
                <p:nvSpPr>
                  <p:cNvPr id="1759" name="Google Shape;1759;p51"/>
                  <p:cNvSpPr/>
                  <p:nvPr/>
                </p:nvSpPr>
                <p:spPr>
                  <a:xfrm rot="520759">
                    <a:off x="6965039" y="4663870"/>
                    <a:ext cx="44349" cy="1208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5" h="1349" extrusionOk="0">
                        <a:moveTo>
                          <a:pt x="405" y="0"/>
                        </a:moveTo>
                        <a:cubicBezTo>
                          <a:pt x="379" y="0"/>
                          <a:pt x="355" y="17"/>
                          <a:pt x="348" y="43"/>
                        </a:cubicBezTo>
                        <a:lnTo>
                          <a:pt x="8" y="1267"/>
                        </a:lnTo>
                        <a:cubicBezTo>
                          <a:pt x="1" y="1298"/>
                          <a:pt x="19" y="1331"/>
                          <a:pt x="50" y="1340"/>
                        </a:cubicBezTo>
                        <a:lnTo>
                          <a:pt x="74" y="1346"/>
                        </a:lnTo>
                        <a:cubicBezTo>
                          <a:pt x="79" y="1347"/>
                          <a:pt x="85" y="1348"/>
                          <a:pt x="90" y="1348"/>
                        </a:cubicBezTo>
                        <a:cubicBezTo>
                          <a:pt x="116" y="1348"/>
                          <a:pt x="139" y="1331"/>
                          <a:pt x="147" y="1306"/>
                        </a:cubicBezTo>
                        <a:lnTo>
                          <a:pt x="485" y="81"/>
                        </a:lnTo>
                        <a:cubicBezTo>
                          <a:pt x="494" y="50"/>
                          <a:pt x="476" y="17"/>
                          <a:pt x="445" y="8"/>
                        </a:cubicBezTo>
                        <a:lnTo>
                          <a:pt x="421" y="2"/>
                        </a:lnTo>
                        <a:cubicBezTo>
                          <a:pt x="416" y="1"/>
                          <a:pt x="410" y="0"/>
                          <a:pt x="4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0" name="Google Shape;1760;p51"/>
                  <p:cNvSpPr/>
                  <p:nvPr/>
                </p:nvSpPr>
                <p:spPr>
                  <a:xfrm rot="520759">
                    <a:off x="6937273" y="4681059"/>
                    <a:ext cx="99718" cy="863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" h="964" extrusionOk="0">
                        <a:moveTo>
                          <a:pt x="1031" y="1"/>
                        </a:moveTo>
                        <a:cubicBezTo>
                          <a:pt x="1017" y="1"/>
                          <a:pt x="1004" y="5"/>
                          <a:pt x="994" y="15"/>
                        </a:cubicBezTo>
                        <a:lnTo>
                          <a:pt x="29" y="841"/>
                        </a:lnTo>
                        <a:cubicBezTo>
                          <a:pt x="3" y="862"/>
                          <a:pt x="0" y="899"/>
                          <a:pt x="21" y="924"/>
                        </a:cubicBezTo>
                        <a:lnTo>
                          <a:pt x="38" y="944"/>
                        </a:lnTo>
                        <a:cubicBezTo>
                          <a:pt x="49" y="957"/>
                          <a:pt x="66" y="964"/>
                          <a:pt x="82" y="964"/>
                        </a:cubicBezTo>
                        <a:cubicBezTo>
                          <a:pt x="96" y="964"/>
                          <a:pt x="110" y="959"/>
                          <a:pt x="121" y="950"/>
                        </a:cubicBezTo>
                        <a:lnTo>
                          <a:pt x="1086" y="123"/>
                        </a:lnTo>
                        <a:cubicBezTo>
                          <a:pt x="1111" y="103"/>
                          <a:pt x="1113" y="65"/>
                          <a:pt x="1092" y="40"/>
                        </a:cubicBezTo>
                        <a:lnTo>
                          <a:pt x="1076" y="22"/>
                        </a:lnTo>
                        <a:cubicBezTo>
                          <a:pt x="1064" y="8"/>
                          <a:pt x="1047" y="1"/>
                          <a:pt x="1031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1" name="Google Shape;1761;p51"/>
                  <p:cNvSpPr/>
                  <p:nvPr/>
                </p:nvSpPr>
                <p:spPr>
                  <a:xfrm rot="520759">
                    <a:off x="6925099" y="4704611"/>
                    <a:ext cx="122564" cy="413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8" h="462" extrusionOk="0">
                        <a:moveTo>
                          <a:pt x="1295" y="1"/>
                        </a:moveTo>
                        <a:cubicBezTo>
                          <a:pt x="1291" y="1"/>
                          <a:pt x="1286" y="2"/>
                          <a:pt x="1281" y="3"/>
                        </a:cubicBezTo>
                        <a:lnTo>
                          <a:pt x="51" y="320"/>
                        </a:lnTo>
                        <a:cubicBezTo>
                          <a:pt x="20" y="329"/>
                          <a:pt x="0" y="361"/>
                          <a:pt x="9" y="393"/>
                        </a:cubicBezTo>
                        <a:lnTo>
                          <a:pt x="15" y="417"/>
                        </a:lnTo>
                        <a:cubicBezTo>
                          <a:pt x="23" y="443"/>
                          <a:pt x="46" y="461"/>
                          <a:pt x="71" y="461"/>
                        </a:cubicBezTo>
                        <a:cubicBezTo>
                          <a:pt x="76" y="461"/>
                          <a:pt x="82" y="460"/>
                          <a:pt x="87" y="459"/>
                        </a:cubicBezTo>
                        <a:lnTo>
                          <a:pt x="1317" y="141"/>
                        </a:lnTo>
                        <a:cubicBezTo>
                          <a:pt x="1348" y="132"/>
                          <a:pt x="1368" y="101"/>
                          <a:pt x="1359" y="70"/>
                        </a:cubicBezTo>
                        <a:lnTo>
                          <a:pt x="1353" y="46"/>
                        </a:lnTo>
                        <a:cubicBezTo>
                          <a:pt x="1346" y="18"/>
                          <a:pt x="1322" y="1"/>
                          <a:pt x="1295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2" name="Google Shape;1762;p51"/>
                  <p:cNvSpPr/>
                  <p:nvPr/>
                </p:nvSpPr>
                <p:spPr>
                  <a:xfrm rot="520759">
                    <a:off x="6926163" y="4702665"/>
                    <a:ext cx="122116" cy="431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3" h="482" extrusionOk="0">
                        <a:moveTo>
                          <a:pt x="72" y="1"/>
                        </a:moveTo>
                        <a:cubicBezTo>
                          <a:pt x="47" y="1"/>
                          <a:pt x="23" y="18"/>
                          <a:pt x="16" y="44"/>
                        </a:cubicBezTo>
                        <a:lnTo>
                          <a:pt x="8" y="67"/>
                        </a:lnTo>
                        <a:cubicBezTo>
                          <a:pt x="1" y="99"/>
                          <a:pt x="19" y="132"/>
                          <a:pt x="50" y="140"/>
                        </a:cubicBezTo>
                        <a:lnTo>
                          <a:pt x="1274" y="479"/>
                        </a:lnTo>
                        <a:cubicBezTo>
                          <a:pt x="1280" y="481"/>
                          <a:pt x="1285" y="481"/>
                          <a:pt x="1291" y="481"/>
                        </a:cubicBezTo>
                        <a:cubicBezTo>
                          <a:pt x="1316" y="481"/>
                          <a:pt x="1340" y="465"/>
                          <a:pt x="1347" y="439"/>
                        </a:cubicBezTo>
                        <a:lnTo>
                          <a:pt x="1353" y="415"/>
                        </a:lnTo>
                        <a:cubicBezTo>
                          <a:pt x="1362" y="384"/>
                          <a:pt x="1344" y="351"/>
                          <a:pt x="1311" y="342"/>
                        </a:cubicBezTo>
                        <a:lnTo>
                          <a:pt x="89" y="3"/>
                        </a:lnTo>
                        <a:cubicBezTo>
                          <a:pt x="83" y="2"/>
                          <a:pt x="78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3" name="Google Shape;1763;p51"/>
                  <p:cNvSpPr/>
                  <p:nvPr/>
                </p:nvSpPr>
                <p:spPr>
                  <a:xfrm rot="520759">
                    <a:off x="6940576" y="4678832"/>
                    <a:ext cx="93088" cy="93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9" h="1042" extrusionOk="0">
                        <a:moveTo>
                          <a:pt x="82" y="1"/>
                        </a:moveTo>
                        <a:cubicBezTo>
                          <a:pt x="67" y="1"/>
                          <a:pt x="52" y="6"/>
                          <a:pt x="40" y="17"/>
                        </a:cubicBezTo>
                        <a:lnTo>
                          <a:pt x="23" y="35"/>
                        </a:lnTo>
                        <a:cubicBezTo>
                          <a:pt x="0" y="58"/>
                          <a:pt x="0" y="95"/>
                          <a:pt x="23" y="119"/>
                        </a:cubicBezTo>
                        <a:lnTo>
                          <a:pt x="913" y="1024"/>
                        </a:lnTo>
                        <a:cubicBezTo>
                          <a:pt x="925" y="1036"/>
                          <a:pt x="940" y="1042"/>
                          <a:pt x="955" y="1042"/>
                        </a:cubicBezTo>
                        <a:cubicBezTo>
                          <a:pt x="969" y="1042"/>
                          <a:pt x="984" y="1036"/>
                          <a:pt x="996" y="1024"/>
                        </a:cubicBezTo>
                        <a:lnTo>
                          <a:pt x="1014" y="1007"/>
                        </a:lnTo>
                        <a:cubicBezTo>
                          <a:pt x="1038" y="985"/>
                          <a:pt x="1038" y="948"/>
                          <a:pt x="1014" y="924"/>
                        </a:cubicBezTo>
                        <a:lnTo>
                          <a:pt x="124" y="19"/>
                        </a:lnTo>
                        <a:cubicBezTo>
                          <a:pt x="113" y="7"/>
                          <a:pt x="97" y="1"/>
                          <a:pt x="82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4" name="Google Shape;1764;p51"/>
                  <p:cNvSpPr/>
                  <p:nvPr/>
                </p:nvSpPr>
                <p:spPr>
                  <a:xfrm rot="520759">
                    <a:off x="6963337" y="4664228"/>
                    <a:ext cx="47753" cy="120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3" h="1341" extrusionOk="0">
                        <a:moveTo>
                          <a:pt x="91" y="0"/>
                        </a:moveTo>
                        <a:cubicBezTo>
                          <a:pt x="85" y="0"/>
                          <a:pt x="79" y="1"/>
                          <a:pt x="73" y="3"/>
                        </a:cubicBezTo>
                        <a:lnTo>
                          <a:pt x="49" y="10"/>
                        </a:lnTo>
                        <a:cubicBezTo>
                          <a:pt x="18" y="19"/>
                          <a:pt x="0" y="54"/>
                          <a:pt x="11" y="85"/>
                        </a:cubicBezTo>
                        <a:lnTo>
                          <a:pt x="385" y="1299"/>
                        </a:lnTo>
                        <a:cubicBezTo>
                          <a:pt x="392" y="1324"/>
                          <a:pt x="416" y="1340"/>
                          <a:pt x="441" y="1340"/>
                        </a:cubicBezTo>
                        <a:cubicBezTo>
                          <a:pt x="447" y="1340"/>
                          <a:pt x="453" y="1339"/>
                          <a:pt x="460" y="1337"/>
                        </a:cubicBezTo>
                        <a:lnTo>
                          <a:pt x="483" y="1330"/>
                        </a:lnTo>
                        <a:cubicBezTo>
                          <a:pt x="515" y="1321"/>
                          <a:pt x="533" y="1287"/>
                          <a:pt x="522" y="1255"/>
                        </a:cubicBezTo>
                        <a:lnTo>
                          <a:pt x="148" y="42"/>
                        </a:lnTo>
                        <a:cubicBezTo>
                          <a:pt x="139" y="16"/>
                          <a:pt x="116" y="0"/>
                          <a:pt x="9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65" name="Google Shape;1765;p51"/>
                <p:cNvSpPr/>
                <p:nvPr/>
              </p:nvSpPr>
              <p:spPr>
                <a:xfrm rot="520759">
                  <a:off x="6746386" y="4778324"/>
                  <a:ext cx="28491" cy="24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" h="268" extrusionOk="0">
                      <a:moveTo>
                        <a:pt x="168" y="0"/>
                      </a:moveTo>
                      <a:cubicBezTo>
                        <a:pt x="70" y="0"/>
                        <a:pt x="1" y="108"/>
                        <a:pt x="52" y="199"/>
                      </a:cubicBezTo>
                      <a:cubicBezTo>
                        <a:pt x="79" y="246"/>
                        <a:pt x="124" y="268"/>
                        <a:pt x="169" y="268"/>
                      </a:cubicBezTo>
                      <a:cubicBezTo>
                        <a:pt x="225" y="268"/>
                        <a:pt x="281" y="233"/>
                        <a:pt x="299" y="170"/>
                      </a:cubicBezTo>
                      <a:cubicBezTo>
                        <a:pt x="318" y="98"/>
                        <a:pt x="276" y="25"/>
                        <a:pt x="206" y="6"/>
                      </a:cubicBezTo>
                      <a:cubicBezTo>
                        <a:pt x="193" y="2"/>
                        <a:pt x="180" y="0"/>
                        <a:pt x="168" y="0"/>
                      </a:cubicBezTo>
                      <a:close/>
                    </a:path>
                  </a:pathLst>
                </a:custGeom>
                <a:solidFill>
                  <a:srgbClr val="322C2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66" name="Google Shape;1766;p51"/>
              <p:cNvGrpSpPr/>
              <p:nvPr/>
            </p:nvGrpSpPr>
            <p:grpSpPr>
              <a:xfrm>
                <a:off x="8249184" y="4318878"/>
                <a:ext cx="143822" cy="141579"/>
                <a:chOff x="6922677" y="4661215"/>
                <a:chExt cx="128160" cy="126173"/>
              </a:xfrm>
            </p:grpSpPr>
            <p:sp>
              <p:nvSpPr>
                <p:cNvPr id="1767" name="Google Shape;1767;p51"/>
                <p:cNvSpPr/>
                <p:nvPr/>
              </p:nvSpPr>
              <p:spPr>
                <a:xfrm rot="520759">
                  <a:off x="6965039" y="4663870"/>
                  <a:ext cx="44349" cy="12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" h="1349" extrusionOk="0">
                      <a:moveTo>
                        <a:pt x="405" y="0"/>
                      </a:moveTo>
                      <a:cubicBezTo>
                        <a:pt x="379" y="0"/>
                        <a:pt x="355" y="17"/>
                        <a:pt x="348" y="43"/>
                      </a:cubicBezTo>
                      <a:lnTo>
                        <a:pt x="8" y="1267"/>
                      </a:lnTo>
                      <a:cubicBezTo>
                        <a:pt x="1" y="1298"/>
                        <a:pt x="19" y="1331"/>
                        <a:pt x="50" y="1340"/>
                      </a:cubicBezTo>
                      <a:lnTo>
                        <a:pt x="74" y="1346"/>
                      </a:lnTo>
                      <a:cubicBezTo>
                        <a:pt x="79" y="1347"/>
                        <a:pt x="85" y="1348"/>
                        <a:pt x="90" y="1348"/>
                      </a:cubicBezTo>
                      <a:cubicBezTo>
                        <a:pt x="116" y="1348"/>
                        <a:pt x="139" y="1331"/>
                        <a:pt x="147" y="1306"/>
                      </a:cubicBezTo>
                      <a:lnTo>
                        <a:pt x="485" y="81"/>
                      </a:lnTo>
                      <a:cubicBezTo>
                        <a:pt x="494" y="50"/>
                        <a:pt x="476" y="17"/>
                        <a:pt x="445" y="8"/>
                      </a:cubicBezTo>
                      <a:lnTo>
                        <a:pt x="421" y="2"/>
                      </a:lnTo>
                      <a:cubicBezTo>
                        <a:pt x="416" y="1"/>
                        <a:pt x="410" y="0"/>
                        <a:pt x="40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768;p51"/>
                <p:cNvSpPr/>
                <p:nvPr/>
              </p:nvSpPr>
              <p:spPr>
                <a:xfrm rot="520759">
                  <a:off x="6937273" y="4681059"/>
                  <a:ext cx="99718" cy="8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3" h="964" extrusionOk="0">
                      <a:moveTo>
                        <a:pt x="1031" y="1"/>
                      </a:moveTo>
                      <a:cubicBezTo>
                        <a:pt x="1017" y="1"/>
                        <a:pt x="1004" y="5"/>
                        <a:pt x="994" y="15"/>
                      </a:cubicBezTo>
                      <a:lnTo>
                        <a:pt x="29" y="841"/>
                      </a:lnTo>
                      <a:cubicBezTo>
                        <a:pt x="3" y="862"/>
                        <a:pt x="0" y="899"/>
                        <a:pt x="21" y="924"/>
                      </a:cubicBezTo>
                      <a:lnTo>
                        <a:pt x="38" y="944"/>
                      </a:lnTo>
                      <a:cubicBezTo>
                        <a:pt x="49" y="957"/>
                        <a:pt x="66" y="964"/>
                        <a:pt x="82" y="964"/>
                      </a:cubicBezTo>
                      <a:cubicBezTo>
                        <a:pt x="96" y="964"/>
                        <a:pt x="110" y="959"/>
                        <a:pt x="121" y="950"/>
                      </a:cubicBezTo>
                      <a:lnTo>
                        <a:pt x="1086" y="123"/>
                      </a:lnTo>
                      <a:cubicBezTo>
                        <a:pt x="1111" y="103"/>
                        <a:pt x="1113" y="65"/>
                        <a:pt x="1092" y="40"/>
                      </a:cubicBezTo>
                      <a:lnTo>
                        <a:pt x="1076" y="22"/>
                      </a:lnTo>
                      <a:cubicBezTo>
                        <a:pt x="1064" y="8"/>
                        <a:pt x="1047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769;p51"/>
                <p:cNvSpPr/>
                <p:nvPr/>
              </p:nvSpPr>
              <p:spPr>
                <a:xfrm rot="520759">
                  <a:off x="6925099" y="4704611"/>
                  <a:ext cx="122564" cy="41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8" h="462" extrusionOk="0">
                      <a:moveTo>
                        <a:pt x="1295" y="1"/>
                      </a:moveTo>
                      <a:cubicBezTo>
                        <a:pt x="1291" y="1"/>
                        <a:pt x="1286" y="2"/>
                        <a:pt x="1281" y="3"/>
                      </a:cubicBezTo>
                      <a:lnTo>
                        <a:pt x="51" y="320"/>
                      </a:lnTo>
                      <a:cubicBezTo>
                        <a:pt x="20" y="329"/>
                        <a:pt x="0" y="361"/>
                        <a:pt x="9" y="393"/>
                      </a:cubicBezTo>
                      <a:lnTo>
                        <a:pt x="15" y="417"/>
                      </a:lnTo>
                      <a:cubicBezTo>
                        <a:pt x="23" y="443"/>
                        <a:pt x="46" y="461"/>
                        <a:pt x="71" y="461"/>
                      </a:cubicBezTo>
                      <a:cubicBezTo>
                        <a:pt x="76" y="461"/>
                        <a:pt x="82" y="460"/>
                        <a:pt x="87" y="459"/>
                      </a:cubicBezTo>
                      <a:lnTo>
                        <a:pt x="1317" y="141"/>
                      </a:lnTo>
                      <a:cubicBezTo>
                        <a:pt x="1348" y="132"/>
                        <a:pt x="1368" y="101"/>
                        <a:pt x="1359" y="70"/>
                      </a:cubicBezTo>
                      <a:lnTo>
                        <a:pt x="1353" y="46"/>
                      </a:lnTo>
                      <a:cubicBezTo>
                        <a:pt x="1346" y="18"/>
                        <a:pt x="1322" y="1"/>
                        <a:pt x="129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51"/>
                <p:cNvSpPr/>
                <p:nvPr/>
              </p:nvSpPr>
              <p:spPr>
                <a:xfrm rot="520759">
                  <a:off x="6926163" y="4702665"/>
                  <a:ext cx="122116" cy="43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482" extrusionOk="0">
                      <a:moveTo>
                        <a:pt x="72" y="1"/>
                      </a:moveTo>
                      <a:cubicBezTo>
                        <a:pt x="47" y="1"/>
                        <a:pt x="23" y="18"/>
                        <a:pt x="16" y="44"/>
                      </a:cubicBezTo>
                      <a:lnTo>
                        <a:pt x="8" y="67"/>
                      </a:lnTo>
                      <a:cubicBezTo>
                        <a:pt x="1" y="99"/>
                        <a:pt x="19" y="132"/>
                        <a:pt x="50" y="140"/>
                      </a:cubicBezTo>
                      <a:lnTo>
                        <a:pt x="1274" y="479"/>
                      </a:lnTo>
                      <a:cubicBezTo>
                        <a:pt x="1280" y="481"/>
                        <a:pt x="1285" y="481"/>
                        <a:pt x="1291" y="481"/>
                      </a:cubicBezTo>
                      <a:cubicBezTo>
                        <a:pt x="1316" y="481"/>
                        <a:pt x="1340" y="465"/>
                        <a:pt x="1347" y="439"/>
                      </a:cubicBezTo>
                      <a:lnTo>
                        <a:pt x="1353" y="415"/>
                      </a:lnTo>
                      <a:cubicBezTo>
                        <a:pt x="1362" y="384"/>
                        <a:pt x="1344" y="351"/>
                        <a:pt x="1311" y="342"/>
                      </a:cubicBezTo>
                      <a:lnTo>
                        <a:pt x="89" y="3"/>
                      </a:lnTo>
                      <a:cubicBezTo>
                        <a:pt x="83" y="2"/>
                        <a:pt x="78" y="1"/>
                        <a:pt x="7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771;p51"/>
                <p:cNvSpPr/>
                <p:nvPr/>
              </p:nvSpPr>
              <p:spPr>
                <a:xfrm rot="520759">
                  <a:off x="6940576" y="4678832"/>
                  <a:ext cx="93088" cy="9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" h="1042" extrusionOk="0">
                      <a:moveTo>
                        <a:pt x="82" y="1"/>
                      </a:moveTo>
                      <a:cubicBezTo>
                        <a:pt x="67" y="1"/>
                        <a:pt x="52" y="6"/>
                        <a:pt x="40" y="17"/>
                      </a:cubicBezTo>
                      <a:lnTo>
                        <a:pt x="23" y="35"/>
                      </a:lnTo>
                      <a:cubicBezTo>
                        <a:pt x="0" y="58"/>
                        <a:pt x="0" y="95"/>
                        <a:pt x="23" y="119"/>
                      </a:cubicBezTo>
                      <a:lnTo>
                        <a:pt x="913" y="1024"/>
                      </a:lnTo>
                      <a:cubicBezTo>
                        <a:pt x="925" y="1036"/>
                        <a:pt x="940" y="1042"/>
                        <a:pt x="955" y="1042"/>
                      </a:cubicBezTo>
                      <a:cubicBezTo>
                        <a:pt x="969" y="1042"/>
                        <a:pt x="984" y="1036"/>
                        <a:pt x="996" y="1024"/>
                      </a:cubicBezTo>
                      <a:lnTo>
                        <a:pt x="1014" y="1007"/>
                      </a:lnTo>
                      <a:cubicBezTo>
                        <a:pt x="1038" y="985"/>
                        <a:pt x="1038" y="948"/>
                        <a:pt x="1014" y="924"/>
                      </a:cubicBezTo>
                      <a:lnTo>
                        <a:pt x="124" y="19"/>
                      </a:lnTo>
                      <a:cubicBezTo>
                        <a:pt x="113" y="7"/>
                        <a:pt x="9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772;p51"/>
                <p:cNvSpPr/>
                <p:nvPr/>
              </p:nvSpPr>
              <p:spPr>
                <a:xfrm rot="520759">
                  <a:off x="6963337" y="4664228"/>
                  <a:ext cx="47753" cy="120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" h="1341" extrusionOk="0">
                      <a:moveTo>
                        <a:pt x="91" y="0"/>
                      </a:moveTo>
                      <a:cubicBezTo>
                        <a:pt x="85" y="0"/>
                        <a:pt x="79" y="1"/>
                        <a:pt x="73" y="3"/>
                      </a:cubicBezTo>
                      <a:lnTo>
                        <a:pt x="49" y="10"/>
                      </a:lnTo>
                      <a:cubicBezTo>
                        <a:pt x="18" y="19"/>
                        <a:pt x="0" y="54"/>
                        <a:pt x="11" y="85"/>
                      </a:cubicBezTo>
                      <a:lnTo>
                        <a:pt x="385" y="1299"/>
                      </a:lnTo>
                      <a:cubicBezTo>
                        <a:pt x="392" y="1324"/>
                        <a:pt x="416" y="1340"/>
                        <a:pt x="441" y="1340"/>
                      </a:cubicBezTo>
                      <a:cubicBezTo>
                        <a:pt x="447" y="1340"/>
                        <a:pt x="453" y="1339"/>
                        <a:pt x="460" y="1337"/>
                      </a:cubicBezTo>
                      <a:lnTo>
                        <a:pt x="483" y="1330"/>
                      </a:lnTo>
                      <a:cubicBezTo>
                        <a:pt x="515" y="1321"/>
                        <a:pt x="533" y="1287"/>
                        <a:pt x="522" y="1255"/>
                      </a:cubicBezTo>
                      <a:lnTo>
                        <a:pt x="148" y="42"/>
                      </a:lnTo>
                      <a:cubicBezTo>
                        <a:pt x="139" y="16"/>
                        <a:pt x="116" y="0"/>
                        <a:pt x="9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73" name="Google Shape;1773;p51"/>
              <p:cNvSpPr/>
              <p:nvPr/>
            </p:nvSpPr>
            <p:spPr>
              <a:xfrm rot="520688">
                <a:off x="8302526" y="4375469"/>
                <a:ext cx="31972" cy="26944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8" extrusionOk="0">
                    <a:moveTo>
                      <a:pt x="168" y="0"/>
                    </a:moveTo>
                    <a:cubicBezTo>
                      <a:pt x="70" y="0"/>
                      <a:pt x="1" y="108"/>
                      <a:pt x="52" y="199"/>
                    </a:cubicBezTo>
                    <a:cubicBezTo>
                      <a:pt x="79" y="246"/>
                      <a:pt x="124" y="268"/>
                      <a:pt x="169" y="268"/>
                    </a:cubicBezTo>
                    <a:cubicBezTo>
                      <a:pt x="225" y="268"/>
                      <a:pt x="281" y="233"/>
                      <a:pt x="299" y="170"/>
                    </a:cubicBezTo>
                    <a:cubicBezTo>
                      <a:pt x="318" y="98"/>
                      <a:pt x="276" y="25"/>
                      <a:pt x="206" y="6"/>
                    </a:cubicBezTo>
                    <a:cubicBezTo>
                      <a:pt x="193" y="2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74" name="Google Shape;1774;p51"/>
              <p:cNvGrpSpPr/>
              <p:nvPr/>
            </p:nvGrpSpPr>
            <p:grpSpPr>
              <a:xfrm>
                <a:off x="8158353" y="3963981"/>
                <a:ext cx="90494" cy="89078"/>
                <a:chOff x="6922677" y="4661215"/>
                <a:chExt cx="128160" cy="126173"/>
              </a:xfrm>
            </p:grpSpPr>
            <p:sp>
              <p:nvSpPr>
                <p:cNvPr id="1775" name="Google Shape;1775;p51"/>
                <p:cNvSpPr/>
                <p:nvPr/>
              </p:nvSpPr>
              <p:spPr>
                <a:xfrm rot="520759">
                  <a:off x="6965039" y="4663870"/>
                  <a:ext cx="44349" cy="120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" h="1349" extrusionOk="0">
                      <a:moveTo>
                        <a:pt x="405" y="0"/>
                      </a:moveTo>
                      <a:cubicBezTo>
                        <a:pt x="379" y="0"/>
                        <a:pt x="355" y="17"/>
                        <a:pt x="348" y="43"/>
                      </a:cubicBezTo>
                      <a:lnTo>
                        <a:pt x="8" y="1267"/>
                      </a:lnTo>
                      <a:cubicBezTo>
                        <a:pt x="1" y="1298"/>
                        <a:pt x="19" y="1331"/>
                        <a:pt x="50" y="1340"/>
                      </a:cubicBezTo>
                      <a:lnTo>
                        <a:pt x="74" y="1346"/>
                      </a:lnTo>
                      <a:cubicBezTo>
                        <a:pt x="79" y="1347"/>
                        <a:pt x="85" y="1348"/>
                        <a:pt x="90" y="1348"/>
                      </a:cubicBezTo>
                      <a:cubicBezTo>
                        <a:pt x="116" y="1348"/>
                        <a:pt x="139" y="1331"/>
                        <a:pt x="147" y="1306"/>
                      </a:cubicBezTo>
                      <a:lnTo>
                        <a:pt x="485" y="81"/>
                      </a:lnTo>
                      <a:cubicBezTo>
                        <a:pt x="494" y="50"/>
                        <a:pt x="476" y="17"/>
                        <a:pt x="445" y="8"/>
                      </a:cubicBezTo>
                      <a:lnTo>
                        <a:pt x="421" y="2"/>
                      </a:lnTo>
                      <a:cubicBezTo>
                        <a:pt x="416" y="1"/>
                        <a:pt x="410" y="0"/>
                        <a:pt x="40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6" name="Google Shape;1776;p51"/>
                <p:cNvSpPr/>
                <p:nvPr/>
              </p:nvSpPr>
              <p:spPr>
                <a:xfrm rot="520759">
                  <a:off x="6937273" y="4681059"/>
                  <a:ext cx="99718" cy="8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3" h="964" extrusionOk="0">
                      <a:moveTo>
                        <a:pt x="1031" y="1"/>
                      </a:moveTo>
                      <a:cubicBezTo>
                        <a:pt x="1017" y="1"/>
                        <a:pt x="1004" y="5"/>
                        <a:pt x="994" y="15"/>
                      </a:cubicBezTo>
                      <a:lnTo>
                        <a:pt x="29" y="841"/>
                      </a:lnTo>
                      <a:cubicBezTo>
                        <a:pt x="3" y="862"/>
                        <a:pt x="0" y="899"/>
                        <a:pt x="21" y="924"/>
                      </a:cubicBezTo>
                      <a:lnTo>
                        <a:pt x="38" y="944"/>
                      </a:lnTo>
                      <a:cubicBezTo>
                        <a:pt x="49" y="957"/>
                        <a:pt x="66" y="964"/>
                        <a:pt x="82" y="964"/>
                      </a:cubicBezTo>
                      <a:cubicBezTo>
                        <a:pt x="96" y="964"/>
                        <a:pt x="110" y="959"/>
                        <a:pt x="121" y="950"/>
                      </a:cubicBezTo>
                      <a:lnTo>
                        <a:pt x="1086" y="123"/>
                      </a:lnTo>
                      <a:cubicBezTo>
                        <a:pt x="1111" y="103"/>
                        <a:pt x="1113" y="65"/>
                        <a:pt x="1092" y="40"/>
                      </a:cubicBezTo>
                      <a:lnTo>
                        <a:pt x="1076" y="22"/>
                      </a:lnTo>
                      <a:cubicBezTo>
                        <a:pt x="1064" y="8"/>
                        <a:pt x="1047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7" name="Google Shape;1777;p51"/>
                <p:cNvSpPr/>
                <p:nvPr/>
              </p:nvSpPr>
              <p:spPr>
                <a:xfrm rot="520759">
                  <a:off x="6925099" y="4704611"/>
                  <a:ext cx="122564" cy="41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8" h="462" extrusionOk="0">
                      <a:moveTo>
                        <a:pt x="1295" y="1"/>
                      </a:moveTo>
                      <a:cubicBezTo>
                        <a:pt x="1291" y="1"/>
                        <a:pt x="1286" y="2"/>
                        <a:pt x="1281" y="3"/>
                      </a:cubicBezTo>
                      <a:lnTo>
                        <a:pt x="51" y="320"/>
                      </a:lnTo>
                      <a:cubicBezTo>
                        <a:pt x="20" y="329"/>
                        <a:pt x="0" y="361"/>
                        <a:pt x="9" y="393"/>
                      </a:cubicBezTo>
                      <a:lnTo>
                        <a:pt x="15" y="417"/>
                      </a:lnTo>
                      <a:cubicBezTo>
                        <a:pt x="23" y="443"/>
                        <a:pt x="46" y="461"/>
                        <a:pt x="71" y="461"/>
                      </a:cubicBezTo>
                      <a:cubicBezTo>
                        <a:pt x="76" y="461"/>
                        <a:pt x="82" y="460"/>
                        <a:pt x="87" y="459"/>
                      </a:cubicBezTo>
                      <a:lnTo>
                        <a:pt x="1317" y="141"/>
                      </a:lnTo>
                      <a:cubicBezTo>
                        <a:pt x="1348" y="132"/>
                        <a:pt x="1368" y="101"/>
                        <a:pt x="1359" y="70"/>
                      </a:cubicBezTo>
                      <a:lnTo>
                        <a:pt x="1353" y="46"/>
                      </a:lnTo>
                      <a:cubicBezTo>
                        <a:pt x="1346" y="18"/>
                        <a:pt x="1322" y="1"/>
                        <a:pt x="129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1778;p51"/>
                <p:cNvSpPr/>
                <p:nvPr/>
              </p:nvSpPr>
              <p:spPr>
                <a:xfrm rot="520759">
                  <a:off x="6926163" y="4702665"/>
                  <a:ext cx="122116" cy="43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482" extrusionOk="0">
                      <a:moveTo>
                        <a:pt x="72" y="1"/>
                      </a:moveTo>
                      <a:cubicBezTo>
                        <a:pt x="47" y="1"/>
                        <a:pt x="23" y="18"/>
                        <a:pt x="16" y="44"/>
                      </a:cubicBezTo>
                      <a:lnTo>
                        <a:pt x="8" y="67"/>
                      </a:lnTo>
                      <a:cubicBezTo>
                        <a:pt x="1" y="99"/>
                        <a:pt x="19" y="132"/>
                        <a:pt x="50" y="140"/>
                      </a:cubicBezTo>
                      <a:lnTo>
                        <a:pt x="1274" y="479"/>
                      </a:lnTo>
                      <a:cubicBezTo>
                        <a:pt x="1280" y="481"/>
                        <a:pt x="1285" y="481"/>
                        <a:pt x="1291" y="481"/>
                      </a:cubicBezTo>
                      <a:cubicBezTo>
                        <a:pt x="1316" y="481"/>
                        <a:pt x="1340" y="465"/>
                        <a:pt x="1347" y="439"/>
                      </a:cubicBezTo>
                      <a:lnTo>
                        <a:pt x="1353" y="415"/>
                      </a:lnTo>
                      <a:cubicBezTo>
                        <a:pt x="1362" y="384"/>
                        <a:pt x="1344" y="351"/>
                        <a:pt x="1311" y="342"/>
                      </a:cubicBezTo>
                      <a:lnTo>
                        <a:pt x="89" y="3"/>
                      </a:lnTo>
                      <a:cubicBezTo>
                        <a:pt x="83" y="2"/>
                        <a:pt x="78" y="1"/>
                        <a:pt x="7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9" name="Google Shape;1779;p51"/>
                <p:cNvSpPr/>
                <p:nvPr/>
              </p:nvSpPr>
              <p:spPr>
                <a:xfrm rot="520759">
                  <a:off x="6940576" y="4678832"/>
                  <a:ext cx="93088" cy="9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" h="1042" extrusionOk="0">
                      <a:moveTo>
                        <a:pt x="82" y="1"/>
                      </a:moveTo>
                      <a:cubicBezTo>
                        <a:pt x="67" y="1"/>
                        <a:pt x="52" y="6"/>
                        <a:pt x="40" y="17"/>
                      </a:cubicBezTo>
                      <a:lnTo>
                        <a:pt x="23" y="35"/>
                      </a:lnTo>
                      <a:cubicBezTo>
                        <a:pt x="0" y="58"/>
                        <a:pt x="0" y="95"/>
                        <a:pt x="23" y="119"/>
                      </a:cubicBezTo>
                      <a:lnTo>
                        <a:pt x="913" y="1024"/>
                      </a:lnTo>
                      <a:cubicBezTo>
                        <a:pt x="925" y="1036"/>
                        <a:pt x="940" y="1042"/>
                        <a:pt x="955" y="1042"/>
                      </a:cubicBezTo>
                      <a:cubicBezTo>
                        <a:pt x="969" y="1042"/>
                        <a:pt x="984" y="1036"/>
                        <a:pt x="996" y="1024"/>
                      </a:cubicBezTo>
                      <a:lnTo>
                        <a:pt x="1014" y="1007"/>
                      </a:lnTo>
                      <a:cubicBezTo>
                        <a:pt x="1038" y="985"/>
                        <a:pt x="1038" y="948"/>
                        <a:pt x="1014" y="924"/>
                      </a:cubicBezTo>
                      <a:lnTo>
                        <a:pt x="124" y="19"/>
                      </a:lnTo>
                      <a:cubicBezTo>
                        <a:pt x="113" y="7"/>
                        <a:pt x="97" y="1"/>
                        <a:pt x="8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51"/>
                <p:cNvSpPr/>
                <p:nvPr/>
              </p:nvSpPr>
              <p:spPr>
                <a:xfrm rot="520759">
                  <a:off x="6963337" y="4664228"/>
                  <a:ext cx="47753" cy="120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" h="1341" extrusionOk="0">
                      <a:moveTo>
                        <a:pt x="91" y="0"/>
                      </a:moveTo>
                      <a:cubicBezTo>
                        <a:pt x="85" y="0"/>
                        <a:pt x="79" y="1"/>
                        <a:pt x="73" y="3"/>
                      </a:cubicBezTo>
                      <a:lnTo>
                        <a:pt x="49" y="10"/>
                      </a:lnTo>
                      <a:cubicBezTo>
                        <a:pt x="18" y="19"/>
                        <a:pt x="0" y="54"/>
                        <a:pt x="11" y="85"/>
                      </a:cubicBezTo>
                      <a:lnTo>
                        <a:pt x="385" y="1299"/>
                      </a:lnTo>
                      <a:cubicBezTo>
                        <a:pt x="392" y="1324"/>
                        <a:pt x="416" y="1340"/>
                        <a:pt x="441" y="1340"/>
                      </a:cubicBezTo>
                      <a:cubicBezTo>
                        <a:pt x="447" y="1340"/>
                        <a:pt x="453" y="1339"/>
                        <a:pt x="460" y="1337"/>
                      </a:cubicBezTo>
                      <a:lnTo>
                        <a:pt x="483" y="1330"/>
                      </a:lnTo>
                      <a:cubicBezTo>
                        <a:pt x="515" y="1321"/>
                        <a:pt x="533" y="1287"/>
                        <a:pt x="522" y="1255"/>
                      </a:cubicBezTo>
                      <a:lnTo>
                        <a:pt x="148" y="42"/>
                      </a:lnTo>
                      <a:cubicBezTo>
                        <a:pt x="139" y="16"/>
                        <a:pt x="116" y="0"/>
                        <a:pt x="9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81" name="Google Shape;1781;p51"/>
              <p:cNvSpPr/>
              <p:nvPr/>
            </p:nvSpPr>
            <p:spPr>
              <a:xfrm rot="520639">
                <a:off x="8192241" y="3999727"/>
                <a:ext cx="20119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8" extrusionOk="0">
                    <a:moveTo>
                      <a:pt x="168" y="0"/>
                    </a:moveTo>
                    <a:cubicBezTo>
                      <a:pt x="70" y="0"/>
                      <a:pt x="1" y="108"/>
                      <a:pt x="52" y="199"/>
                    </a:cubicBezTo>
                    <a:cubicBezTo>
                      <a:pt x="79" y="246"/>
                      <a:pt x="124" y="268"/>
                      <a:pt x="169" y="268"/>
                    </a:cubicBezTo>
                    <a:cubicBezTo>
                      <a:pt x="225" y="268"/>
                      <a:pt x="281" y="233"/>
                      <a:pt x="299" y="170"/>
                    </a:cubicBezTo>
                    <a:cubicBezTo>
                      <a:pt x="318" y="98"/>
                      <a:pt x="276" y="25"/>
                      <a:pt x="206" y="6"/>
                    </a:cubicBezTo>
                    <a:cubicBezTo>
                      <a:pt x="193" y="2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2" name="Google Shape;1782;p51"/>
            <p:cNvGrpSpPr/>
            <p:nvPr/>
          </p:nvGrpSpPr>
          <p:grpSpPr>
            <a:xfrm>
              <a:off x="5202119" y="906940"/>
              <a:ext cx="3603696" cy="3706648"/>
              <a:chOff x="4990125" y="908118"/>
              <a:chExt cx="3603696" cy="3700357"/>
            </a:xfrm>
          </p:grpSpPr>
          <p:sp>
            <p:nvSpPr>
              <p:cNvPr id="1783" name="Google Shape;1783;p51"/>
              <p:cNvSpPr/>
              <p:nvPr/>
            </p:nvSpPr>
            <p:spPr>
              <a:xfrm>
                <a:off x="5441661" y="2640706"/>
                <a:ext cx="530969" cy="1905248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15887" extrusionOk="0">
                    <a:moveTo>
                      <a:pt x="0" y="1"/>
                    </a:moveTo>
                    <a:lnTo>
                      <a:pt x="0" y="15886"/>
                    </a:lnTo>
                    <a:lnTo>
                      <a:pt x="4516" y="15886"/>
                    </a:lnTo>
                    <a:lnTo>
                      <a:pt x="45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51"/>
              <p:cNvSpPr/>
              <p:nvPr/>
            </p:nvSpPr>
            <p:spPr>
              <a:xfrm>
                <a:off x="6842651" y="2640706"/>
                <a:ext cx="530756" cy="1905248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15887" extrusionOk="0">
                    <a:moveTo>
                      <a:pt x="0" y="1"/>
                    </a:moveTo>
                    <a:lnTo>
                      <a:pt x="0" y="15886"/>
                    </a:lnTo>
                    <a:lnTo>
                      <a:pt x="4514" y="15886"/>
                    </a:lnTo>
                    <a:lnTo>
                      <a:pt x="451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51"/>
              <p:cNvSpPr/>
              <p:nvPr/>
            </p:nvSpPr>
            <p:spPr>
              <a:xfrm>
                <a:off x="5712563" y="2584378"/>
                <a:ext cx="879028" cy="2024097"/>
              </a:xfrm>
              <a:custGeom>
                <a:avLst/>
                <a:gdLst/>
                <a:ahLst/>
                <a:cxnLst/>
                <a:rect l="l" t="t" r="r" b="b"/>
                <a:pathLst>
                  <a:path w="7476" h="17215" extrusionOk="0">
                    <a:moveTo>
                      <a:pt x="0" y="0"/>
                    </a:moveTo>
                    <a:lnTo>
                      <a:pt x="0" y="17214"/>
                    </a:lnTo>
                    <a:lnTo>
                      <a:pt x="7476" y="17214"/>
                    </a:lnTo>
                    <a:lnTo>
                      <a:pt x="7476" y="0"/>
                    </a:ln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51"/>
              <p:cNvSpPr/>
              <p:nvPr/>
            </p:nvSpPr>
            <p:spPr>
              <a:xfrm>
                <a:off x="5712563" y="2487373"/>
                <a:ext cx="879028" cy="97119"/>
              </a:xfrm>
              <a:custGeom>
                <a:avLst/>
                <a:gdLst/>
                <a:ahLst/>
                <a:cxnLst/>
                <a:rect l="l" t="t" r="r" b="b"/>
                <a:pathLst>
                  <a:path w="7476" h="826" extrusionOk="0">
                    <a:moveTo>
                      <a:pt x="0" y="0"/>
                    </a:moveTo>
                    <a:lnTo>
                      <a:pt x="0" y="825"/>
                    </a:lnTo>
                    <a:lnTo>
                      <a:pt x="7476" y="825"/>
                    </a:lnTo>
                    <a:lnTo>
                      <a:pt x="7476" y="0"/>
                    </a:lnTo>
                    <a:close/>
                  </a:path>
                </a:pathLst>
              </a:custGeom>
              <a:solidFill>
                <a:srgbClr val="C2A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51"/>
              <p:cNvSpPr/>
              <p:nvPr/>
            </p:nvSpPr>
            <p:spPr>
              <a:xfrm>
                <a:off x="4990125" y="908118"/>
                <a:ext cx="804012" cy="671955"/>
              </a:xfrm>
              <a:custGeom>
                <a:avLst/>
                <a:gdLst/>
                <a:ahLst/>
                <a:cxnLst/>
                <a:rect l="l" t="t" r="r" b="b"/>
                <a:pathLst>
                  <a:path w="6838" h="5715" extrusionOk="0">
                    <a:moveTo>
                      <a:pt x="3420" y="0"/>
                    </a:moveTo>
                    <a:cubicBezTo>
                      <a:pt x="1531" y="0"/>
                      <a:pt x="1" y="1280"/>
                      <a:pt x="1" y="2857"/>
                    </a:cubicBezTo>
                    <a:cubicBezTo>
                      <a:pt x="1" y="4435"/>
                      <a:pt x="1531" y="5715"/>
                      <a:pt x="3420" y="5715"/>
                    </a:cubicBezTo>
                    <a:cubicBezTo>
                      <a:pt x="5308" y="5715"/>
                      <a:pt x="6838" y="4435"/>
                      <a:pt x="6838" y="2857"/>
                    </a:cubicBezTo>
                    <a:cubicBezTo>
                      <a:pt x="6838" y="1280"/>
                      <a:pt x="5308" y="0"/>
                      <a:pt x="34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51"/>
              <p:cNvSpPr/>
              <p:nvPr/>
            </p:nvSpPr>
            <p:spPr>
              <a:xfrm>
                <a:off x="6056261" y="2423525"/>
                <a:ext cx="74898" cy="78424"/>
              </a:xfrm>
              <a:custGeom>
                <a:avLst/>
                <a:gdLst/>
                <a:ahLst/>
                <a:cxnLst/>
                <a:rect l="l" t="t" r="r" b="b"/>
                <a:pathLst>
                  <a:path w="637" h="667" extrusionOk="0">
                    <a:moveTo>
                      <a:pt x="582" y="1"/>
                    </a:moveTo>
                    <a:lnTo>
                      <a:pt x="243" y="95"/>
                    </a:lnTo>
                    <a:cubicBezTo>
                      <a:pt x="243" y="95"/>
                      <a:pt x="0" y="563"/>
                      <a:pt x="113" y="600"/>
                    </a:cubicBezTo>
                    <a:cubicBezTo>
                      <a:pt x="183" y="623"/>
                      <a:pt x="323" y="667"/>
                      <a:pt x="434" y="667"/>
                    </a:cubicBezTo>
                    <a:cubicBezTo>
                      <a:pt x="503" y="667"/>
                      <a:pt x="560" y="650"/>
                      <a:pt x="582" y="600"/>
                    </a:cubicBezTo>
                    <a:cubicBezTo>
                      <a:pt x="637" y="469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51"/>
              <p:cNvSpPr/>
              <p:nvPr/>
            </p:nvSpPr>
            <p:spPr>
              <a:xfrm>
                <a:off x="6036390" y="2477848"/>
                <a:ext cx="200474" cy="67489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574" extrusionOk="0">
                    <a:moveTo>
                      <a:pt x="279" y="1"/>
                    </a:moveTo>
                    <a:cubicBezTo>
                      <a:pt x="279" y="1"/>
                      <a:pt x="1" y="401"/>
                      <a:pt x="75" y="456"/>
                    </a:cubicBezTo>
                    <a:cubicBezTo>
                      <a:pt x="150" y="512"/>
                      <a:pt x="357" y="512"/>
                      <a:pt x="357" y="512"/>
                    </a:cubicBezTo>
                    <a:cubicBezTo>
                      <a:pt x="357" y="512"/>
                      <a:pt x="907" y="573"/>
                      <a:pt x="1305" y="573"/>
                    </a:cubicBezTo>
                    <a:cubicBezTo>
                      <a:pt x="1529" y="573"/>
                      <a:pt x="1705" y="554"/>
                      <a:pt x="1705" y="493"/>
                    </a:cubicBezTo>
                    <a:lnTo>
                      <a:pt x="880" y="213"/>
                    </a:lnTo>
                    <a:lnTo>
                      <a:pt x="774" y="62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51"/>
              <p:cNvSpPr/>
              <p:nvPr/>
            </p:nvSpPr>
            <p:spPr>
              <a:xfrm>
                <a:off x="6056261" y="1714266"/>
                <a:ext cx="213996" cy="757199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6440" extrusionOk="0">
                    <a:moveTo>
                      <a:pt x="188" y="1"/>
                    </a:moveTo>
                    <a:lnTo>
                      <a:pt x="355" y="3073"/>
                    </a:lnTo>
                    <a:cubicBezTo>
                      <a:pt x="355" y="3073"/>
                      <a:pt x="0" y="6313"/>
                      <a:pt x="188" y="6389"/>
                    </a:cubicBezTo>
                    <a:cubicBezTo>
                      <a:pt x="269" y="6421"/>
                      <a:pt x="360" y="6439"/>
                      <a:pt x="442" y="6439"/>
                    </a:cubicBezTo>
                    <a:cubicBezTo>
                      <a:pt x="550" y="6439"/>
                      <a:pt x="643" y="6407"/>
                      <a:pt x="674" y="6332"/>
                    </a:cubicBezTo>
                    <a:cubicBezTo>
                      <a:pt x="731" y="6203"/>
                      <a:pt x="1256" y="3972"/>
                      <a:pt x="1256" y="3972"/>
                    </a:cubicBezTo>
                    <a:cubicBezTo>
                      <a:pt x="1256" y="3972"/>
                      <a:pt x="1819" y="843"/>
                      <a:pt x="17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51"/>
              <p:cNvSpPr/>
              <p:nvPr/>
            </p:nvSpPr>
            <p:spPr>
              <a:xfrm>
                <a:off x="5985711" y="2456448"/>
                <a:ext cx="75016" cy="78542"/>
              </a:xfrm>
              <a:custGeom>
                <a:avLst/>
                <a:gdLst/>
                <a:ahLst/>
                <a:cxnLst/>
                <a:rect l="l" t="t" r="r" b="b"/>
                <a:pathLst>
                  <a:path w="638" h="668" extrusionOk="0">
                    <a:moveTo>
                      <a:pt x="582" y="1"/>
                    </a:moveTo>
                    <a:lnTo>
                      <a:pt x="244" y="95"/>
                    </a:lnTo>
                    <a:cubicBezTo>
                      <a:pt x="244" y="95"/>
                      <a:pt x="1" y="563"/>
                      <a:pt x="114" y="600"/>
                    </a:cubicBezTo>
                    <a:cubicBezTo>
                      <a:pt x="184" y="623"/>
                      <a:pt x="324" y="668"/>
                      <a:pt x="435" y="668"/>
                    </a:cubicBezTo>
                    <a:cubicBezTo>
                      <a:pt x="503" y="668"/>
                      <a:pt x="560" y="651"/>
                      <a:pt x="582" y="600"/>
                    </a:cubicBezTo>
                    <a:cubicBezTo>
                      <a:pt x="637" y="471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51"/>
              <p:cNvSpPr/>
              <p:nvPr/>
            </p:nvSpPr>
            <p:spPr>
              <a:xfrm>
                <a:off x="5983594" y="1747306"/>
                <a:ext cx="213173" cy="757082"/>
              </a:xfrm>
              <a:custGeom>
                <a:avLst/>
                <a:gdLst/>
                <a:ahLst/>
                <a:cxnLst/>
                <a:rect l="l" t="t" r="r" b="b"/>
                <a:pathLst>
                  <a:path w="1813" h="6439" extrusionOk="0">
                    <a:moveTo>
                      <a:pt x="1" y="0"/>
                    </a:moveTo>
                    <a:lnTo>
                      <a:pt x="393" y="3072"/>
                    </a:lnTo>
                    <a:cubicBezTo>
                      <a:pt x="393" y="3072"/>
                      <a:pt x="38" y="6314"/>
                      <a:pt x="224" y="6388"/>
                    </a:cubicBezTo>
                    <a:cubicBezTo>
                      <a:pt x="305" y="6420"/>
                      <a:pt x="396" y="6439"/>
                      <a:pt x="478" y="6439"/>
                    </a:cubicBezTo>
                    <a:cubicBezTo>
                      <a:pt x="587" y="6439"/>
                      <a:pt x="680" y="6406"/>
                      <a:pt x="712" y="6332"/>
                    </a:cubicBezTo>
                    <a:cubicBezTo>
                      <a:pt x="769" y="6200"/>
                      <a:pt x="1292" y="3971"/>
                      <a:pt x="1292" y="3971"/>
                    </a:cubicBezTo>
                    <a:lnTo>
                      <a:pt x="1316" y="3838"/>
                    </a:lnTo>
                    <a:cubicBezTo>
                      <a:pt x="1382" y="3466"/>
                      <a:pt x="1568" y="2383"/>
                      <a:pt x="1687" y="1430"/>
                    </a:cubicBezTo>
                    <a:cubicBezTo>
                      <a:pt x="1763" y="832"/>
                      <a:pt x="1813" y="285"/>
                      <a:pt x="1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51"/>
              <p:cNvSpPr/>
              <p:nvPr/>
            </p:nvSpPr>
            <p:spPr>
              <a:xfrm>
                <a:off x="5970425" y="1720262"/>
                <a:ext cx="295831" cy="62551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532" extrusionOk="0">
                    <a:moveTo>
                      <a:pt x="2515" y="0"/>
                    </a:moveTo>
                    <a:lnTo>
                      <a:pt x="113" y="324"/>
                    </a:lnTo>
                    <a:cubicBezTo>
                      <a:pt x="131" y="342"/>
                      <a:pt x="1" y="510"/>
                      <a:pt x="113" y="510"/>
                    </a:cubicBezTo>
                    <a:cubicBezTo>
                      <a:pt x="151" y="510"/>
                      <a:pt x="440" y="531"/>
                      <a:pt x="805" y="531"/>
                    </a:cubicBezTo>
                    <a:cubicBezTo>
                      <a:pt x="1508" y="531"/>
                      <a:pt x="2493" y="454"/>
                      <a:pt x="25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51"/>
              <p:cNvSpPr/>
              <p:nvPr/>
            </p:nvSpPr>
            <p:spPr>
              <a:xfrm>
                <a:off x="5950435" y="1167976"/>
                <a:ext cx="330517" cy="59482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5059" extrusionOk="0">
                    <a:moveTo>
                      <a:pt x="1166" y="1"/>
                    </a:moveTo>
                    <a:cubicBezTo>
                      <a:pt x="1156" y="1"/>
                      <a:pt x="1147" y="2"/>
                      <a:pt x="1137" y="3"/>
                    </a:cubicBezTo>
                    <a:cubicBezTo>
                      <a:pt x="793" y="63"/>
                      <a:pt x="320" y="995"/>
                      <a:pt x="301" y="1050"/>
                    </a:cubicBezTo>
                    <a:lnTo>
                      <a:pt x="1" y="3466"/>
                    </a:lnTo>
                    <a:lnTo>
                      <a:pt x="207" y="5058"/>
                    </a:lnTo>
                    <a:cubicBezTo>
                      <a:pt x="207" y="5058"/>
                      <a:pt x="207" y="5058"/>
                      <a:pt x="207" y="5058"/>
                    </a:cubicBezTo>
                    <a:cubicBezTo>
                      <a:pt x="239" y="5058"/>
                      <a:pt x="2662" y="5057"/>
                      <a:pt x="2736" y="4609"/>
                    </a:cubicBezTo>
                    <a:cubicBezTo>
                      <a:pt x="2810" y="4161"/>
                      <a:pt x="2342" y="2549"/>
                      <a:pt x="2342" y="2549"/>
                    </a:cubicBezTo>
                    <a:cubicBezTo>
                      <a:pt x="2411" y="2210"/>
                      <a:pt x="2424" y="1861"/>
                      <a:pt x="2379" y="1518"/>
                    </a:cubicBezTo>
                    <a:cubicBezTo>
                      <a:pt x="2307" y="990"/>
                      <a:pt x="1525" y="1"/>
                      <a:pt x="1166" y="1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51"/>
              <p:cNvSpPr/>
              <p:nvPr/>
            </p:nvSpPr>
            <p:spPr>
              <a:xfrm>
                <a:off x="6062846" y="1114946"/>
                <a:ext cx="136746" cy="147795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1257" extrusionOk="0">
                    <a:moveTo>
                      <a:pt x="675" y="1"/>
                    </a:moveTo>
                    <a:cubicBezTo>
                      <a:pt x="675" y="11"/>
                      <a:pt x="627" y="55"/>
                      <a:pt x="558" y="113"/>
                    </a:cubicBezTo>
                    <a:cubicBezTo>
                      <a:pt x="494" y="169"/>
                      <a:pt x="411" y="238"/>
                      <a:pt x="329" y="310"/>
                    </a:cubicBezTo>
                    <a:cubicBezTo>
                      <a:pt x="162" y="454"/>
                      <a:pt x="1" y="602"/>
                      <a:pt x="19" y="639"/>
                    </a:cubicBezTo>
                    <a:cubicBezTo>
                      <a:pt x="56" y="714"/>
                      <a:pt x="637" y="1256"/>
                      <a:pt x="637" y="1256"/>
                    </a:cubicBezTo>
                    <a:lnTo>
                      <a:pt x="718" y="1191"/>
                    </a:lnTo>
                    <a:lnTo>
                      <a:pt x="797" y="1125"/>
                    </a:lnTo>
                    <a:lnTo>
                      <a:pt x="1162" y="826"/>
                    </a:lnTo>
                    <a:lnTo>
                      <a:pt x="675" y="1"/>
                    </a:lnTo>
                    <a:close/>
                  </a:path>
                </a:pathLst>
              </a:custGeom>
              <a:solidFill>
                <a:srgbClr val="FF72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51"/>
              <p:cNvSpPr/>
              <p:nvPr/>
            </p:nvSpPr>
            <p:spPr>
              <a:xfrm>
                <a:off x="6101414" y="1128351"/>
                <a:ext cx="55263" cy="126631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077" extrusionOk="0">
                    <a:moveTo>
                      <a:pt x="230" y="0"/>
                    </a:moveTo>
                    <a:lnTo>
                      <a:pt x="230" y="0"/>
                    </a:lnTo>
                    <a:cubicBezTo>
                      <a:pt x="166" y="55"/>
                      <a:pt x="83" y="125"/>
                      <a:pt x="1" y="196"/>
                    </a:cubicBezTo>
                    <a:cubicBezTo>
                      <a:pt x="60" y="485"/>
                      <a:pt x="268" y="873"/>
                      <a:pt x="390" y="1077"/>
                    </a:cubicBezTo>
                    <a:lnTo>
                      <a:pt x="469" y="1011"/>
                    </a:lnTo>
                    <a:cubicBezTo>
                      <a:pt x="321" y="814"/>
                      <a:pt x="210" y="463"/>
                      <a:pt x="196" y="451"/>
                    </a:cubicBezTo>
                    <a:cubicBezTo>
                      <a:pt x="184" y="437"/>
                      <a:pt x="198" y="205"/>
                      <a:pt x="2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51"/>
              <p:cNvSpPr/>
              <p:nvPr/>
            </p:nvSpPr>
            <p:spPr>
              <a:xfrm>
                <a:off x="6122344" y="1055802"/>
                <a:ext cx="154147" cy="206819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759" extrusionOk="0">
                    <a:moveTo>
                      <a:pt x="738" y="0"/>
                    </a:moveTo>
                    <a:cubicBezTo>
                      <a:pt x="623" y="0"/>
                      <a:pt x="498" y="58"/>
                      <a:pt x="370" y="207"/>
                    </a:cubicBezTo>
                    <a:cubicBezTo>
                      <a:pt x="339" y="243"/>
                      <a:pt x="310" y="283"/>
                      <a:pt x="284" y="323"/>
                    </a:cubicBezTo>
                    <a:cubicBezTo>
                      <a:pt x="260" y="306"/>
                      <a:pt x="232" y="291"/>
                      <a:pt x="203" y="291"/>
                    </a:cubicBezTo>
                    <a:cubicBezTo>
                      <a:pt x="170" y="291"/>
                      <a:pt x="136" y="312"/>
                      <a:pt x="112" y="374"/>
                    </a:cubicBezTo>
                    <a:cubicBezTo>
                      <a:pt x="38" y="565"/>
                      <a:pt x="0" y="1068"/>
                      <a:pt x="20" y="1068"/>
                    </a:cubicBezTo>
                    <a:cubicBezTo>
                      <a:pt x="38" y="1068"/>
                      <a:pt x="169" y="1506"/>
                      <a:pt x="336" y="1682"/>
                    </a:cubicBezTo>
                    <a:cubicBezTo>
                      <a:pt x="380" y="1729"/>
                      <a:pt x="427" y="1758"/>
                      <a:pt x="474" y="1758"/>
                    </a:cubicBezTo>
                    <a:cubicBezTo>
                      <a:pt x="510" y="1758"/>
                      <a:pt x="545" y="1742"/>
                      <a:pt x="580" y="1704"/>
                    </a:cubicBezTo>
                    <a:cubicBezTo>
                      <a:pt x="843" y="1422"/>
                      <a:pt x="1311" y="805"/>
                      <a:pt x="1236" y="486"/>
                    </a:cubicBezTo>
                    <a:cubicBezTo>
                      <a:pt x="1189" y="285"/>
                      <a:pt x="991" y="0"/>
                      <a:pt x="738" y="0"/>
                    </a:cubicBezTo>
                    <a:close/>
                  </a:path>
                </a:pathLst>
              </a:custGeom>
              <a:solidFill>
                <a:srgbClr val="FF72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51"/>
              <p:cNvSpPr/>
              <p:nvPr/>
            </p:nvSpPr>
            <p:spPr>
              <a:xfrm>
                <a:off x="6175139" y="1202663"/>
                <a:ext cx="27866" cy="16814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43" extrusionOk="0">
                    <a:moveTo>
                      <a:pt x="12" y="1"/>
                    </a:moveTo>
                    <a:cubicBezTo>
                      <a:pt x="6" y="1"/>
                      <a:pt x="1" y="8"/>
                      <a:pt x="5" y="14"/>
                    </a:cubicBezTo>
                    <a:cubicBezTo>
                      <a:pt x="15" y="29"/>
                      <a:pt x="28" y="42"/>
                      <a:pt x="45" y="53"/>
                    </a:cubicBezTo>
                    <a:cubicBezTo>
                      <a:pt x="63" y="63"/>
                      <a:pt x="79" y="74"/>
                      <a:pt x="99" y="83"/>
                    </a:cubicBezTo>
                    <a:cubicBezTo>
                      <a:pt x="116" y="93"/>
                      <a:pt x="136" y="102"/>
                      <a:pt x="155" y="112"/>
                    </a:cubicBezTo>
                    <a:lnTo>
                      <a:pt x="184" y="127"/>
                    </a:lnTo>
                    <a:cubicBezTo>
                      <a:pt x="194" y="132"/>
                      <a:pt x="204" y="138"/>
                      <a:pt x="216" y="142"/>
                    </a:cubicBezTo>
                    <a:cubicBezTo>
                      <a:pt x="217" y="142"/>
                      <a:pt x="218" y="142"/>
                      <a:pt x="219" y="142"/>
                    </a:cubicBezTo>
                    <a:cubicBezTo>
                      <a:pt x="232" y="142"/>
                      <a:pt x="236" y="125"/>
                      <a:pt x="227" y="117"/>
                    </a:cubicBezTo>
                    <a:cubicBezTo>
                      <a:pt x="216" y="111"/>
                      <a:pt x="207" y="106"/>
                      <a:pt x="198" y="102"/>
                    </a:cubicBezTo>
                    <a:lnTo>
                      <a:pt x="169" y="88"/>
                    </a:lnTo>
                    <a:lnTo>
                      <a:pt x="113" y="60"/>
                    </a:lnTo>
                    <a:cubicBezTo>
                      <a:pt x="96" y="53"/>
                      <a:pt x="79" y="44"/>
                      <a:pt x="63" y="33"/>
                    </a:cubicBezTo>
                    <a:cubicBezTo>
                      <a:pt x="46" y="24"/>
                      <a:pt x="33" y="11"/>
                      <a:pt x="16" y="2"/>
                    </a:cubicBezTo>
                    <a:cubicBezTo>
                      <a:pt x="15" y="1"/>
                      <a:pt x="14" y="1"/>
                      <a:pt x="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51"/>
              <p:cNvSpPr/>
              <p:nvPr/>
            </p:nvSpPr>
            <p:spPr>
              <a:xfrm>
                <a:off x="6202418" y="1167506"/>
                <a:ext cx="35039" cy="38801"/>
              </a:xfrm>
              <a:custGeom>
                <a:avLst/>
                <a:gdLst/>
                <a:ahLst/>
                <a:cxnLst/>
                <a:rect l="l" t="t" r="r" b="b"/>
                <a:pathLst>
                  <a:path w="298" h="330" extrusionOk="0">
                    <a:moveTo>
                      <a:pt x="292" y="0"/>
                    </a:moveTo>
                    <a:cubicBezTo>
                      <a:pt x="291" y="0"/>
                      <a:pt x="290" y="0"/>
                      <a:pt x="290" y="1"/>
                    </a:cubicBezTo>
                    <a:cubicBezTo>
                      <a:pt x="253" y="53"/>
                      <a:pt x="215" y="103"/>
                      <a:pt x="177" y="153"/>
                    </a:cubicBezTo>
                    <a:cubicBezTo>
                      <a:pt x="141" y="201"/>
                      <a:pt x="107" y="249"/>
                      <a:pt x="68" y="295"/>
                    </a:cubicBezTo>
                    <a:cubicBezTo>
                      <a:pt x="59" y="288"/>
                      <a:pt x="53" y="279"/>
                      <a:pt x="47" y="270"/>
                    </a:cubicBezTo>
                    <a:cubicBezTo>
                      <a:pt x="41" y="255"/>
                      <a:pt x="38" y="240"/>
                      <a:pt x="37" y="225"/>
                    </a:cubicBezTo>
                    <a:cubicBezTo>
                      <a:pt x="34" y="219"/>
                      <a:pt x="29" y="216"/>
                      <a:pt x="23" y="216"/>
                    </a:cubicBezTo>
                    <a:cubicBezTo>
                      <a:pt x="18" y="216"/>
                      <a:pt x="13" y="219"/>
                      <a:pt x="11" y="225"/>
                    </a:cubicBezTo>
                    <a:cubicBezTo>
                      <a:pt x="1" y="265"/>
                      <a:pt x="31" y="308"/>
                      <a:pt x="63" y="328"/>
                    </a:cubicBezTo>
                    <a:cubicBezTo>
                      <a:pt x="66" y="329"/>
                      <a:pt x="68" y="329"/>
                      <a:pt x="71" y="329"/>
                    </a:cubicBezTo>
                    <a:cubicBezTo>
                      <a:pt x="76" y="329"/>
                      <a:pt x="81" y="327"/>
                      <a:pt x="84" y="322"/>
                    </a:cubicBezTo>
                    <a:cubicBezTo>
                      <a:pt x="122" y="271"/>
                      <a:pt x="162" y="220"/>
                      <a:pt x="196" y="168"/>
                    </a:cubicBezTo>
                    <a:cubicBezTo>
                      <a:pt x="232" y="115"/>
                      <a:pt x="265" y="59"/>
                      <a:pt x="296" y="4"/>
                    </a:cubicBezTo>
                    <a:cubicBezTo>
                      <a:pt x="297" y="2"/>
                      <a:pt x="294" y="0"/>
                      <a:pt x="2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51"/>
              <p:cNvSpPr/>
              <p:nvPr/>
            </p:nvSpPr>
            <p:spPr>
              <a:xfrm>
                <a:off x="6129516" y="1069559"/>
                <a:ext cx="48443" cy="55614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73" extrusionOk="0">
                    <a:moveTo>
                      <a:pt x="406" y="1"/>
                    </a:moveTo>
                    <a:cubicBezTo>
                      <a:pt x="394" y="1"/>
                      <a:pt x="382" y="5"/>
                      <a:pt x="373" y="14"/>
                    </a:cubicBezTo>
                    <a:cubicBezTo>
                      <a:pt x="364" y="20"/>
                      <a:pt x="355" y="26"/>
                      <a:pt x="346" y="32"/>
                    </a:cubicBezTo>
                    <a:cubicBezTo>
                      <a:pt x="328" y="47"/>
                      <a:pt x="312" y="62"/>
                      <a:pt x="296" y="80"/>
                    </a:cubicBezTo>
                    <a:cubicBezTo>
                      <a:pt x="281" y="96"/>
                      <a:pt x="267" y="116"/>
                      <a:pt x="255" y="135"/>
                    </a:cubicBezTo>
                    <a:cubicBezTo>
                      <a:pt x="245" y="150"/>
                      <a:pt x="237" y="166"/>
                      <a:pt x="230" y="183"/>
                    </a:cubicBezTo>
                    <a:cubicBezTo>
                      <a:pt x="211" y="168"/>
                      <a:pt x="188" y="162"/>
                      <a:pt x="164" y="162"/>
                    </a:cubicBezTo>
                    <a:cubicBezTo>
                      <a:pt x="81" y="163"/>
                      <a:pt x="33" y="241"/>
                      <a:pt x="17" y="314"/>
                    </a:cubicBezTo>
                    <a:cubicBezTo>
                      <a:pt x="12" y="338"/>
                      <a:pt x="8" y="360"/>
                      <a:pt x="6" y="384"/>
                    </a:cubicBezTo>
                    <a:cubicBezTo>
                      <a:pt x="5" y="397"/>
                      <a:pt x="3" y="411"/>
                      <a:pt x="3" y="424"/>
                    </a:cubicBezTo>
                    <a:cubicBezTo>
                      <a:pt x="3" y="439"/>
                      <a:pt x="3" y="453"/>
                      <a:pt x="2" y="466"/>
                    </a:cubicBezTo>
                    <a:cubicBezTo>
                      <a:pt x="1" y="470"/>
                      <a:pt x="4" y="472"/>
                      <a:pt x="7" y="472"/>
                    </a:cubicBezTo>
                    <a:cubicBezTo>
                      <a:pt x="9" y="472"/>
                      <a:pt x="10" y="471"/>
                      <a:pt x="11" y="469"/>
                    </a:cubicBezTo>
                    <a:cubicBezTo>
                      <a:pt x="15" y="451"/>
                      <a:pt x="23" y="433"/>
                      <a:pt x="26" y="414"/>
                    </a:cubicBezTo>
                    <a:cubicBezTo>
                      <a:pt x="29" y="393"/>
                      <a:pt x="30" y="376"/>
                      <a:pt x="33" y="359"/>
                    </a:cubicBezTo>
                    <a:cubicBezTo>
                      <a:pt x="38" y="323"/>
                      <a:pt x="48" y="288"/>
                      <a:pt x="66" y="256"/>
                    </a:cubicBezTo>
                    <a:cubicBezTo>
                      <a:pt x="81" y="230"/>
                      <a:pt x="103" y="209"/>
                      <a:pt x="132" y="198"/>
                    </a:cubicBezTo>
                    <a:cubicBezTo>
                      <a:pt x="142" y="193"/>
                      <a:pt x="153" y="191"/>
                      <a:pt x="164" y="191"/>
                    </a:cubicBezTo>
                    <a:cubicBezTo>
                      <a:pt x="182" y="191"/>
                      <a:pt x="200" y="197"/>
                      <a:pt x="215" y="208"/>
                    </a:cubicBezTo>
                    <a:cubicBezTo>
                      <a:pt x="226" y="218"/>
                      <a:pt x="233" y="232"/>
                      <a:pt x="236" y="247"/>
                    </a:cubicBezTo>
                    <a:cubicBezTo>
                      <a:pt x="237" y="254"/>
                      <a:pt x="237" y="262"/>
                      <a:pt x="236" y="269"/>
                    </a:cubicBezTo>
                    <a:cubicBezTo>
                      <a:pt x="235" y="277"/>
                      <a:pt x="232" y="283"/>
                      <a:pt x="235" y="291"/>
                    </a:cubicBezTo>
                    <a:cubicBezTo>
                      <a:pt x="236" y="295"/>
                      <a:pt x="239" y="298"/>
                      <a:pt x="243" y="298"/>
                    </a:cubicBezTo>
                    <a:cubicBezTo>
                      <a:pt x="244" y="298"/>
                      <a:pt x="245" y="298"/>
                      <a:pt x="246" y="297"/>
                    </a:cubicBezTo>
                    <a:cubicBezTo>
                      <a:pt x="263" y="294"/>
                      <a:pt x="266" y="271"/>
                      <a:pt x="267" y="257"/>
                    </a:cubicBezTo>
                    <a:cubicBezTo>
                      <a:pt x="267" y="239"/>
                      <a:pt x="263" y="223"/>
                      <a:pt x="254" y="208"/>
                    </a:cubicBezTo>
                    <a:cubicBezTo>
                      <a:pt x="251" y="202"/>
                      <a:pt x="246" y="196"/>
                      <a:pt x="240" y="192"/>
                    </a:cubicBezTo>
                    <a:cubicBezTo>
                      <a:pt x="251" y="175"/>
                      <a:pt x="260" y="159"/>
                      <a:pt x="270" y="144"/>
                    </a:cubicBezTo>
                    <a:cubicBezTo>
                      <a:pt x="284" y="127"/>
                      <a:pt x="299" y="110"/>
                      <a:pt x="314" y="95"/>
                    </a:cubicBezTo>
                    <a:cubicBezTo>
                      <a:pt x="328" y="78"/>
                      <a:pt x="345" y="65"/>
                      <a:pt x="363" y="51"/>
                    </a:cubicBezTo>
                    <a:cubicBezTo>
                      <a:pt x="370" y="44"/>
                      <a:pt x="379" y="38"/>
                      <a:pt x="388" y="32"/>
                    </a:cubicBezTo>
                    <a:cubicBezTo>
                      <a:pt x="397" y="26"/>
                      <a:pt x="407" y="22"/>
                      <a:pt x="412" y="11"/>
                    </a:cubicBezTo>
                    <a:cubicBezTo>
                      <a:pt x="412" y="7"/>
                      <a:pt x="409" y="2"/>
                      <a:pt x="4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51"/>
              <p:cNvSpPr/>
              <p:nvPr/>
            </p:nvSpPr>
            <p:spPr>
              <a:xfrm>
                <a:off x="6123755" y="1182674"/>
                <a:ext cx="60083" cy="81364"/>
              </a:xfrm>
              <a:custGeom>
                <a:avLst/>
                <a:gdLst/>
                <a:ahLst/>
                <a:cxnLst/>
                <a:rect l="l" t="t" r="r" b="b"/>
                <a:pathLst>
                  <a:path w="511" h="692" extrusionOk="0">
                    <a:moveTo>
                      <a:pt x="9" y="1"/>
                    </a:moveTo>
                    <a:cubicBezTo>
                      <a:pt x="5" y="1"/>
                      <a:pt x="0" y="4"/>
                      <a:pt x="0" y="9"/>
                    </a:cubicBezTo>
                    <a:cubicBezTo>
                      <a:pt x="2" y="29"/>
                      <a:pt x="6" y="48"/>
                      <a:pt x="14" y="66"/>
                    </a:cubicBezTo>
                    <a:cubicBezTo>
                      <a:pt x="20" y="84"/>
                      <a:pt x="26" y="103"/>
                      <a:pt x="33" y="121"/>
                    </a:cubicBezTo>
                    <a:cubicBezTo>
                      <a:pt x="46" y="159"/>
                      <a:pt x="61" y="196"/>
                      <a:pt x="78" y="233"/>
                    </a:cubicBezTo>
                    <a:cubicBezTo>
                      <a:pt x="111" y="305"/>
                      <a:pt x="146" y="376"/>
                      <a:pt x="188" y="443"/>
                    </a:cubicBezTo>
                    <a:cubicBezTo>
                      <a:pt x="200" y="463"/>
                      <a:pt x="210" y="481"/>
                      <a:pt x="224" y="500"/>
                    </a:cubicBezTo>
                    <a:cubicBezTo>
                      <a:pt x="230" y="509"/>
                      <a:pt x="236" y="518"/>
                      <a:pt x="242" y="527"/>
                    </a:cubicBezTo>
                    <a:cubicBezTo>
                      <a:pt x="248" y="536"/>
                      <a:pt x="257" y="543"/>
                      <a:pt x="263" y="552"/>
                    </a:cubicBezTo>
                    <a:cubicBezTo>
                      <a:pt x="288" y="592"/>
                      <a:pt x="322" y="628"/>
                      <a:pt x="361" y="657"/>
                    </a:cubicBezTo>
                    <a:cubicBezTo>
                      <a:pt x="382" y="670"/>
                      <a:pt x="404" y="680"/>
                      <a:pt x="430" y="686"/>
                    </a:cubicBezTo>
                    <a:cubicBezTo>
                      <a:pt x="440" y="689"/>
                      <a:pt x="454" y="691"/>
                      <a:pt x="467" y="691"/>
                    </a:cubicBezTo>
                    <a:cubicBezTo>
                      <a:pt x="482" y="691"/>
                      <a:pt x="496" y="688"/>
                      <a:pt x="504" y="679"/>
                    </a:cubicBezTo>
                    <a:cubicBezTo>
                      <a:pt x="510" y="675"/>
                      <a:pt x="509" y="664"/>
                      <a:pt x="500" y="661"/>
                    </a:cubicBezTo>
                    <a:cubicBezTo>
                      <a:pt x="495" y="660"/>
                      <a:pt x="489" y="660"/>
                      <a:pt x="484" y="660"/>
                    </a:cubicBezTo>
                    <a:cubicBezTo>
                      <a:pt x="479" y="660"/>
                      <a:pt x="474" y="660"/>
                      <a:pt x="468" y="661"/>
                    </a:cubicBezTo>
                    <a:cubicBezTo>
                      <a:pt x="465" y="661"/>
                      <a:pt x="462" y="662"/>
                      <a:pt x="459" y="662"/>
                    </a:cubicBezTo>
                    <a:cubicBezTo>
                      <a:pt x="450" y="662"/>
                      <a:pt x="442" y="660"/>
                      <a:pt x="434" y="658"/>
                    </a:cubicBezTo>
                    <a:cubicBezTo>
                      <a:pt x="410" y="654"/>
                      <a:pt x="389" y="643"/>
                      <a:pt x="370" y="630"/>
                    </a:cubicBezTo>
                    <a:cubicBezTo>
                      <a:pt x="349" y="615"/>
                      <a:pt x="331" y="598"/>
                      <a:pt x="316" y="581"/>
                    </a:cubicBezTo>
                    <a:cubicBezTo>
                      <a:pt x="301" y="561"/>
                      <a:pt x="285" y="543"/>
                      <a:pt x="267" y="527"/>
                    </a:cubicBezTo>
                    <a:lnTo>
                      <a:pt x="266" y="527"/>
                    </a:lnTo>
                    <a:cubicBezTo>
                      <a:pt x="264" y="524"/>
                      <a:pt x="263" y="522"/>
                      <a:pt x="261" y="519"/>
                    </a:cubicBezTo>
                    <a:cubicBezTo>
                      <a:pt x="257" y="510"/>
                      <a:pt x="251" y="500"/>
                      <a:pt x="245" y="493"/>
                    </a:cubicBezTo>
                    <a:cubicBezTo>
                      <a:pt x="236" y="476"/>
                      <a:pt x="227" y="460"/>
                      <a:pt x="216" y="443"/>
                    </a:cubicBezTo>
                    <a:cubicBezTo>
                      <a:pt x="197" y="409"/>
                      <a:pt x="178" y="375"/>
                      <a:pt x="160" y="340"/>
                    </a:cubicBezTo>
                    <a:cubicBezTo>
                      <a:pt x="124" y="270"/>
                      <a:pt x="93" y="200"/>
                      <a:pt x="64" y="127"/>
                    </a:cubicBezTo>
                    <a:cubicBezTo>
                      <a:pt x="57" y="108"/>
                      <a:pt x="49" y="87"/>
                      <a:pt x="42" y="66"/>
                    </a:cubicBezTo>
                    <a:cubicBezTo>
                      <a:pt x="36" y="45"/>
                      <a:pt x="29" y="24"/>
                      <a:pt x="18" y="5"/>
                    </a:cubicBezTo>
                    <a:cubicBezTo>
                      <a:pt x="16" y="2"/>
                      <a:pt x="13" y="1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51"/>
              <p:cNvSpPr/>
              <p:nvPr/>
            </p:nvSpPr>
            <p:spPr>
              <a:xfrm>
                <a:off x="5935267" y="1709680"/>
                <a:ext cx="49384" cy="53498"/>
              </a:xfrm>
              <a:custGeom>
                <a:avLst/>
                <a:gdLst/>
                <a:ahLst/>
                <a:cxnLst/>
                <a:rect l="l" t="t" r="r" b="b"/>
                <a:pathLst>
                  <a:path w="420" h="455" extrusionOk="0">
                    <a:moveTo>
                      <a:pt x="169" y="1"/>
                    </a:moveTo>
                    <a:cubicBezTo>
                      <a:pt x="133" y="41"/>
                      <a:pt x="100" y="83"/>
                      <a:pt x="70" y="126"/>
                    </a:cubicBezTo>
                    <a:cubicBezTo>
                      <a:pt x="31" y="184"/>
                      <a:pt x="0" y="247"/>
                      <a:pt x="18" y="283"/>
                    </a:cubicBezTo>
                    <a:cubicBezTo>
                      <a:pt x="55" y="357"/>
                      <a:pt x="130" y="432"/>
                      <a:pt x="167" y="451"/>
                    </a:cubicBezTo>
                    <a:cubicBezTo>
                      <a:pt x="172" y="454"/>
                      <a:pt x="179" y="455"/>
                      <a:pt x="189" y="455"/>
                    </a:cubicBezTo>
                    <a:cubicBezTo>
                      <a:pt x="251" y="455"/>
                      <a:pt x="395" y="407"/>
                      <a:pt x="412" y="357"/>
                    </a:cubicBezTo>
                    <a:cubicBezTo>
                      <a:pt x="419" y="334"/>
                      <a:pt x="416" y="274"/>
                      <a:pt x="412" y="210"/>
                    </a:cubicBezTo>
                    <a:cubicBezTo>
                      <a:pt x="406" y="126"/>
                      <a:pt x="392" y="38"/>
                      <a:pt x="392" y="38"/>
                    </a:cubicBezTo>
                    <a:lnTo>
                      <a:pt x="169" y="1"/>
                    </a:lnTo>
                    <a:close/>
                  </a:path>
                </a:pathLst>
              </a:custGeom>
              <a:solidFill>
                <a:srgbClr val="F76E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51"/>
              <p:cNvSpPr/>
              <p:nvPr/>
            </p:nvSpPr>
            <p:spPr>
              <a:xfrm>
                <a:off x="5943469" y="1709915"/>
                <a:ext cx="40212" cy="37154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16" extrusionOk="0">
                    <a:moveTo>
                      <a:pt x="97" y="0"/>
                    </a:moveTo>
                    <a:cubicBezTo>
                      <a:pt x="61" y="39"/>
                      <a:pt x="30" y="81"/>
                      <a:pt x="0" y="126"/>
                    </a:cubicBezTo>
                    <a:cubicBezTo>
                      <a:pt x="54" y="207"/>
                      <a:pt x="139" y="315"/>
                      <a:pt x="217" y="315"/>
                    </a:cubicBezTo>
                    <a:cubicBezTo>
                      <a:pt x="241" y="315"/>
                      <a:pt x="264" y="305"/>
                      <a:pt x="285" y="281"/>
                    </a:cubicBezTo>
                    <a:cubicBezTo>
                      <a:pt x="304" y="258"/>
                      <a:pt x="324" y="233"/>
                      <a:pt x="342" y="209"/>
                    </a:cubicBezTo>
                    <a:cubicBezTo>
                      <a:pt x="334" y="124"/>
                      <a:pt x="322" y="38"/>
                      <a:pt x="322" y="38"/>
                    </a:cubicBez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51"/>
              <p:cNvSpPr/>
              <p:nvPr/>
            </p:nvSpPr>
            <p:spPr>
              <a:xfrm>
                <a:off x="5918217" y="1238408"/>
                <a:ext cx="186364" cy="480422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4086" extrusionOk="0">
                    <a:moveTo>
                      <a:pt x="931" y="1"/>
                    </a:moveTo>
                    <a:cubicBezTo>
                      <a:pt x="919" y="1"/>
                      <a:pt x="906" y="1"/>
                      <a:pt x="894" y="2"/>
                    </a:cubicBezTo>
                    <a:cubicBezTo>
                      <a:pt x="425" y="39"/>
                      <a:pt x="144" y="2175"/>
                      <a:pt x="69" y="2512"/>
                    </a:cubicBezTo>
                    <a:cubicBezTo>
                      <a:pt x="1" y="2819"/>
                      <a:pt x="214" y="3782"/>
                      <a:pt x="264" y="3948"/>
                    </a:cubicBezTo>
                    <a:cubicBezTo>
                      <a:pt x="270" y="3964"/>
                      <a:pt x="273" y="3973"/>
                      <a:pt x="275" y="3973"/>
                    </a:cubicBezTo>
                    <a:lnTo>
                      <a:pt x="557" y="4085"/>
                    </a:lnTo>
                    <a:cubicBezTo>
                      <a:pt x="595" y="4072"/>
                      <a:pt x="745" y="3308"/>
                      <a:pt x="837" y="2819"/>
                    </a:cubicBezTo>
                    <a:cubicBezTo>
                      <a:pt x="837" y="2818"/>
                      <a:pt x="837" y="2816"/>
                      <a:pt x="837" y="2816"/>
                    </a:cubicBezTo>
                    <a:cubicBezTo>
                      <a:pt x="882" y="2585"/>
                      <a:pt x="912" y="2418"/>
                      <a:pt x="912" y="2418"/>
                    </a:cubicBezTo>
                    <a:cubicBezTo>
                      <a:pt x="912" y="2418"/>
                      <a:pt x="1210" y="1792"/>
                      <a:pt x="1395" y="1335"/>
                    </a:cubicBezTo>
                    <a:cubicBezTo>
                      <a:pt x="1462" y="1165"/>
                      <a:pt x="1516" y="1019"/>
                      <a:pt x="1530" y="937"/>
                    </a:cubicBezTo>
                    <a:cubicBezTo>
                      <a:pt x="1584" y="645"/>
                      <a:pt x="1374" y="1"/>
                      <a:pt x="931" y="1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51"/>
              <p:cNvSpPr/>
              <p:nvPr/>
            </p:nvSpPr>
            <p:spPr>
              <a:xfrm>
                <a:off x="6001349" y="1400437"/>
                <a:ext cx="72194" cy="241504"/>
              </a:xfrm>
              <a:custGeom>
                <a:avLst/>
                <a:gdLst/>
                <a:ahLst/>
                <a:cxnLst/>
                <a:rect l="l" t="t" r="r" b="b"/>
                <a:pathLst>
                  <a:path w="614" h="2054" extrusionOk="0">
                    <a:moveTo>
                      <a:pt x="604" y="1"/>
                    </a:moveTo>
                    <a:cubicBezTo>
                      <a:pt x="599" y="1"/>
                      <a:pt x="594" y="3"/>
                      <a:pt x="592" y="8"/>
                    </a:cubicBezTo>
                    <a:cubicBezTo>
                      <a:pt x="577" y="48"/>
                      <a:pt x="565" y="89"/>
                      <a:pt x="557" y="130"/>
                    </a:cubicBezTo>
                    <a:cubicBezTo>
                      <a:pt x="546" y="172"/>
                      <a:pt x="534" y="212"/>
                      <a:pt x="522" y="254"/>
                    </a:cubicBezTo>
                    <a:cubicBezTo>
                      <a:pt x="498" y="335"/>
                      <a:pt x="473" y="417"/>
                      <a:pt x="445" y="497"/>
                    </a:cubicBezTo>
                    <a:cubicBezTo>
                      <a:pt x="390" y="657"/>
                      <a:pt x="325" y="815"/>
                      <a:pt x="255" y="970"/>
                    </a:cubicBezTo>
                    <a:cubicBezTo>
                      <a:pt x="239" y="1007"/>
                      <a:pt x="221" y="1043"/>
                      <a:pt x="203" y="1080"/>
                    </a:cubicBezTo>
                    <a:cubicBezTo>
                      <a:pt x="208" y="1052"/>
                      <a:pt x="209" y="1025"/>
                      <a:pt x="211" y="998"/>
                    </a:cubicBezTo>
                    <a:cubicBezTo>
                      <a:pt x="211" y="974"/>
                      <a:pt x="209" y="950"/>
                      <a:pt x="208" y="927"/>
                    </a:cubicBezTo>
                    <a:cubicBezTo>
                      <a:pt x="206" y="907"/>
                      <a:pt x="206" y="877"/>
                      <a:pt x="190" y="862"/>
                    </a:cubicBezTo>
                    <a:cubicBezTo>
                      <a:pt x="188" y="861"/>
                      <a:pt x="187" y="860"/>
                      <a:pt x="185" y="860"/>
                    </a:cubicBezTo>
                    <a:cubicBezTo>
                      <a:pt x="182" y="860"/>
                      <a:pt x="180" y="861"/>
                      <a:pt x="178" y="864"/>
                    </a:cubicBezTo>
                    <a:cubicBezTo>
                      <a:pt x="169" y="883"/>
                      <a:pt x="178" y="909"/>
                      <a:pt x="179" y="930"/>
                    </a:cubicBezTo>
                    <a:cubicBezTo>
                      <a:pt x="182" y="950"/>
                      <a:pt x="184" y="973"/>
                      <a:pt x="184" y="995"/>
                    </a:cubicBezTo>
                    <a:cubicBezTo>
                      <a:pt x="182" y="1029"/>
                      <a:pt x="181" y="1064"/>
                      <a:pt x="175" y="1097"/>
                    </a:cubicBezTo>
                    <a:cubicBezTo>
                      <a:pt x="175" y="1083"/>
                      <a:pt x="175" y="1071"/>
                      <a:pt x="173" y="1059"/>
                    </a:cubicBezTo>
                    <a:cubicBezTo>
                      <a:pt x="170" y="1019"/>
                      <a:pt x="160" y="979"/>
                      <a:pt x="143" y="941"/>
                    </a:cubicBezTo>
                    <a:cubicBezTo>
                      <a:pt x="130" y="904"/>
                      <a:pt x="105" y="873"/>
                      <a:pt x="72" y="852"/>
                    </a:cubicBezTo>
                    <a:cubicBezTo>
                      <a:pt x="70" y="851"/>
                      <a:pt x="67" y="850"/>
                      <a:pt x="65" y="850"/>
                    </a:cubicBezTo>
                    <a:cubicBezTo>
                      <a:pt x="55" y="850"/>
                      <a:pt x="47" y="863"/>
                      <a:pt x="57" y="871"/>
                    </a:cubicBezTo>
                    <a:cubicBezTo>
                      <a:pt x="78" y="897"/>
                      <a:pt x="97" y="924"/>
                      <a:pt x="112" y="952"/>
                    </a:cubicBezTo>
                    <a:cubicBezTo>
                      <a:pt x="126" y="983"/>
                      <a:pt x="135" y="1016"/>
                      <a:pt x="139" y="1050"/>
                    </a:cubicBezTo>
                    <a:cubicBezTo>
                      <a:pt x="143" y="1106"/>
                      <a:pt x="143" y="1162"/>
                      <a:pt x="136" y="1217"/>
                    </a:cubicBezTo>
                    <a:lnTo>
                      <a:pt x="132" y="1231"/>
                    </a:lnTo>
                    <a:cubicBezTo>
                      <a:pt x="129" y="1235"/>
                      <a:pt x="130" y="1241"/>
                      <a:pt x="135" y="1244"/>
                    </a:cubicBezTo>
                    <a:cubicBezTo>
                      <a:pt x="133" y="1261"/>
                      <a:pt x="130" y="1276"/>
                      <a:pt x="129" y="1292"/>
                    </a:cubicBezTo>
                    <a:cubicBezTo>
                      <a:pt x="112" y="1453"/>
                      <a:pt x="88" y="1613"/>
                      <a:pt x="57" y="1772"/>
                    </a:cubicBezTo>
                    <a:cubicBezTo>
                      <a:pt x="48" y="1817"/>
                      <a:pt x="39" y="1862"/>
                      <a:pt x="29" y="1906"/>
                    </a:cubicBezTo>
                    <a:cubicBezTo>
                      <a:pt x="20" y="1951"/>
                      <a:pt x="12" y="1997"/>
                      <a:pt x="2" y="2042"/>
                    </a:cubicBezTo>
                    <a:cubicBezTo>
                      <a:pt x="0" y="2049"/>
                      <a:pt x="5" y="2053"/>
                      <a:pt x="10" y="2053"/>
                    </a:cubicBezTo>
                    <a:cubicBezTo>
                      <a:pt x="14" y="2053"/>
                      <a:pt x="17" y="2051"/>
                      <a:pt x="18" y="2046"/>
                    </a:cubicBezTo>
                    <a:cubicBezTo>
                      <a:pt x="29" y="2006"/>
                      <a:pt x="42" y="1967"/>
                      <a:pt x="53" y="1927"/>
                    </a:cubicBezTo>
                    <a:cubicBezTo>
                      <a:pt x="63" y="1885"/>
                      <a:pt x="70" y="1845"/>
                      <a:pt x="81" y="1805"/>
                    </a:cubicBezTo>
                    <a:cubicBezTo>
                      <a:pt x="97" y="1721"/>
                      <a:pt x="112" y="1639"/>
                      <a:pt x="126" y="1556"/>
                    </a:cubicBezTo>
                    <a:cubicBezTo>
                      <a:pt x="139" y="1472"/>
                      <a:pt x="149" y="1390"/>
                      <a:pt x="160" y="1307"/>
                    </a:cubicBezTo>
                    <a:cubicBezTo>
                      <a:pt x="163" y="1274"/>
                      <a:pt x="167" y="1241"/>
                      <a:pt x="170" y="1207"/>
                    </a:cubicBezTo>
                    <a:cubicBezTo>
                      <a:pt x="246" y="1068"/>
                      <a:pt x="313" y="925"/>
                      <a:pt x="372" y="777"/>
                    </a:cubicBezTo>
                    <a:cubicBezTo>
                      <a:pt x="436" y="618"/>
                      <a:pt x="492" y="457"/>
                      <a:pt x="543" y="291"/>
                    </a:cubicBezTo>
                    <a:cubicBezTo>
                      <a:pt x="557" y="245"/>
                      <a:pt x="568" y="200"/>
                      <a:pt x="582" y="154"/>
                    </a:cubicBezTo>
                    <a:cubicBezTo>
                      <a:pt x="595" y="108"/>
                      <a:pt x="606" y="60"/>
                      <a:pt x="612" y="11"/>
                    </a:cubicBezTo>
                    <a:cubicBezTo>
                      <a:pt x="613" y="4"/>
                      <a:pt x="609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51"/>
              <p:cNvSpPr/>
              <p:nvPr/>
            </p:nvSpPr>
            <p:spPr>
              <a:xfrm>
                <a:off x="6016400" y="1488507"/>
                <a:ext cx="4115" cy="8348"/>
              </a:xfrm>
              <a:custGeom>
                <a:avLst/>
                <a:gdLst/>
                <a:ahLst/>
                <a:cxnLst/>
                <a:rect l="l" t="t" r="r" b="b"/>
                <a:pathLst>
                  <a:path w="35" h="71" extrusionOk="0">
                    <a:moveTo>
                      <a:pt x="11" y="1"/>
                    </a:moveTo>
                    <a:cubicBezTo>
                      <a:pt x="9" y="1"/>
                      <a:pt x="7" y="1"/>
                      <a:pt x="5" y="3"/>
                    </a:cubicBezTo>
                    <a:cubicBezTo>
                      <a:pt x="2" y="5"/>
                      <a:pt x="1" y="9"/>
                      <a:pt x="2" y="14"/>
                    </a:cubicBezTo>
                    <a:cubicBezTo>
                      <a:pt x="2" y="15"/>
                      <a:pt x="2" y="17"/>
                      <a:pt x="4" y="17"/>
                    </a:cubicBezTo>
                    <a:cubicBezTo>
                      <a:pt x="5" y="21"/>
                      <a:pt x="8" y="24"/>
                      <a:pt x="10" y="27"/>
                    </a:cubicBezTo>
                    <a:lnTo>
                      <a:pt x="11" y="30"/>
                    </a:lnTo>
                    <a:lnTo>
                      <a:pt x="13" y="36"/>
                    </a:lnTo>
                    <a:cubicBezTo>
                      <a:pt x="13" y="37"/>
                      <a:pt x="13" y="39"/>
                      <a:pt x="14" y="42"/>
                    </a:cubicBezTo>
                    <a:cubicBezTo>
                      <a:pt x="14" y="42"/>
                      <a:pt x="14" y="43"/>
                      <a:pt x="14" y="43"/>
                    </a:cubicBezTo>
                    <a:cubicBezTo>
                      <a:pt x="14" y="45"/>
                      <a:pt x="14" y="45"/>
                      <a:pt x="14" y="46"/>
                    </a:cubicBezTo>
                    <a:lnTo>
                      <a:pt x="14" y="52"/>
                    </a:lnTo>
                    <a:lnTo>
                      <a:pt x="14" y="54"/>
                    </a:lnTo>
                    <a:lnTo>
                      <a:pt x="14" y="58"/>
                    </a:lnTo>
                    <a:cubicBezTo>
                      <a:pt x="13" y="63"/>
                      <a:pt x="15" y="69"/>
                      <a:pt x="20" y="70"/>
                    </a:cubicBezTo>
                    <a:cubicBezTo>
                      <a:pt x="26" y="70"/>
                      <a:pt x="30" y="67"/>
                      <a:pt x="32" y="63"/>
                    </a:cubicBezTo>
                    <a:cubicBezTo>
                      <a:pt x="33" y="55"/>
                      <a:pt x="35" y="48"/>
                      <a:pt x="33" y="39"/>
                    </a:cubicBezTo>
                    <a:cubicBezTo>
                      <a:pt x="33" y="30"/>
                      <a:pt x="30" y="21"/>
                      <a:pt x="26" y="14"/>
                    </a:cubicBezTo>
                    <a:cubicBezTo>
                      <a:pt x="23" y="9"/>
                      <a:pt x="20" y="5"/>
                      <a:pt x="15" y="2"/>
                    </a:cubicBezTo>
                    <a:cubicBezTo>
                      <a:pt x="14" y="1"/>
                      <a:pt x="12" y="1"/>
                      <a:pt x="11" y="1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51"/>
              <p:cNvSpPr/>
              <p:nvPr/>
            </p:nvSpPr>
            <p:spPr>
              <a:xfrm>
                <a:off x="6028276" y="1499795"/>
                <a:ext cx="4821" cy="9994"/>
              </a:xfrm>
              <a:custGeom>
                <a:avLst/>
                <a:gdLst/>
                <a:ahLst/>
                <a:cxnLst/>
                <a:rect l="l" t="t" r="r" b="b"/>
                <a:pathLst>
                  <a:path w="41" h="85" extrusionOk="0">
                    <a:moveTo>
                      <a:pt x="9" y="1"/>
                    </a:moveTo>
                    <a:cubicBezTo>
                      <a:pt x="6" y="1"/>
                      <a:pt x="3" y="3"/>
                      <a:pt x="2" y="6"/>
                    </a:cubicBezTo>
                    <a:cubicBezTo>
                      <a:pt x="1" y="10"/>
                      <a:pt x="1" y="13"/>
                      <a:pt x="2" y="17"/>
                    </a:cubicBezTo>
                    <a:cubicBezTo>
                      <a:pt x="2" y="20"/>
                      <a:pt x="4" y="23"/>
                      <a:pt x="4" y="26"/>
                    </a:cubicBezTo>
                    <a:cubicBezTo>
                      <a:pt x="4" y="32"/>
                      <a:pt x="5" y="38"/>
                      <a:pt x="8" y="43"/>
                    </a:cubicBezTo>
                    <a:lnTo>
                      <a:pt x="19" y="77"/>
                    </a:lnTo>
                    <a:cubicBezTo>
                      <a:pt x="19" y="82"/>
                      <a:pt x="22" y="84"/>
                      <a:pt x="26" y="84"/>
                    </a:cubicBezTo>
                    <a:cubicBezTo>
                      <a:pt x="33" y="84"/>
                      <a:pt x="40" y="79"/>
                      <a:pt x="37" y="73"/>
                    </a:cubicBezTo>
                    <a:lnTo>
                      <a:pt x="38" y="73"/>
                    </a:lnTo>
                    <a:cubicBezTo>
                      <a:pt x="35" y="61"/>
                      <a:pt x="32" y="49"/>
                      <a:pt x="29" y="37"/>
                    </a:cubicBezTo>
                    <a:lnTo>
                      <a:pt x="26" y="29"/>
                    </a:lnTo>
                    <a:cubicBezTo>
                      <a:pt x="25" y="26"/>
                      <a:pt x="23" y="22"/>
                      <a:pt x="22" y="19"/>
                    </a:cubicBezTo>
                    <a:cubicBezTo>
                      <a:pt x="20" y="13"/>
                      <a:pt x="17" y="7"/>
                      <a:pt x="14" y="3"/>
                    </a:cubicBezTo>
                    <a:cubicBezTo>
                      <a:pt x="13" y="1"/>
                      <a:pt x="11" y="1"/>
                      <a:pt x="9" y="1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51"/>
              <p:cNvSpPr/>
              <p:nvPr/>
            </p:nvSpPr>
            <p:spPr>
              <a:xfrm>
                <a:off x="6005230" y="1532365"/>
                <a:ext cx="9054" cy="13169"/>
              </a:xfrm>
              <a:custGeom>
                <a:avLst/>
                <a:gdLst/>
                <a:ahLst/>
                <a:cxnLst/>
                <a:rect l="l" t="t" r="r" b="b"/>
                <a:pathLst>
                  <a:path w="77" h="112" extrusionOk="0">
                    <a:moveTo>
                      <a:pt x="9" y="0"/>
                    </a:moveTo>
                    <a:cubicBezTo>
                      <a:pt x="5" y="0"/>
                      <a:pt x="0" y="4"/>
                      <a:pt x="0" y="9"/>
                    </a:cubicBezTo>
                    <a:cubicBezTo>
                      <a:pt x="0" y="18"/>
                      <a:pt x="5" y="27"/>
                      <a:pt x="9" y="36"/>
                    </a:cubicBezTo>
                    <a:cubicBezTo>
                      <a:pt x="14" y="43"/>
                      <a:pt x="18" y="51"/>
                      <a:pt x="23" y="58"/>
                    </a:cubicBezTo>
                    <a:cubicBezTo>
                      <a:pt x="33" y="74"/>
                      <a:pt x="42" y="89"/>
                      <a:pt x="51" y="106"/>
                    </a:cubicBezTo>
                    <a:cubicBezTo>
                      <a:pt x="53" y="109"/>
                      <a:pt x="57" y="111"/>
                      <a:pt x="60" y="111"/>
                    </a:cubicBezTo>
                    <a:cubicBezTo>
                      <a:pt x="68" y="111"/>
                      <a:pt x="77" y="103"/>
                      <a:pt x="72" y="94"/>
                    </a:cubicBezTo>
                    <a:cubicBezTo>
                      <a:pt x="63" y="77"/>
                      <a:pt x="54" y="63"/>
                      <a:pt x="45" y="46"/>
                    </a:cubicBezTo>
                    <a:cubicBezTo>
                      <a:pt x="40" y="39"/>
                      <a:pt x="36" y="31"/>
                      <a:pt x="31" y="22"/>
                    </a:cubicBezTo>
                    <a:cubicBezTo>
                      <a:pt x="27" y="15"/>
                      <a:pt x="21" y="7"/>
                      <a:pt x="12" y="1"/>
                    </a:cubicBezTo>
                    <a:cubicBezTo>
                      <a:pt x="11" y="1"/>
                      <a:pt x="10" y="0"/>
                      <a:pt x="9" y="0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51"/>
              <p:cNvSpPr/>
              <p:nvPr/>
            </p:nvSpPr>
            <p:spPr>
              <a:xfrm>
                <a:off x="6080248" y="1276975"/>
                <a:ext cx="23634" cy="95473"/>
              </a:xfrm>
              <a:custGeom>
                <a:avLst/>
                <a:gdLst/>
                <a:ahLst/>
                <a:cxnLst/>
                <a:rect l="l" t="t" r="r" b="b"/>
                <a:pathLst>
                  <a:path w="201" h="812" extrusionOk="0">
                    <a:moveTo>
                      <a:pt x="11" y="1"/>
                    </a:moveTo>
                    <a:cubicBezTo>
                      <a:pt x="6" y="1"/>
                      <a:pt x="0" y="7"/>
                      <a:pt x="3" y="13"/>
                    </a:cubicBezTo>
                    <a:cubicBezTo>
                      <a:pt x="132" y="190"/>
                      <a:pt x="181" y="412"/>
                      <a:pt x="139" y="627"/>
                    </a:cubicBezTo>
                    <a:cubicBezTo>
                      <a:pt x="133" y="657"/>
                      <a:pt x="126" y="685"/>
                      <a:pt x="117" y="714"/>
                    </a:cubicBezTo>
                    <a:cubicBezTo>
                      <a:pt x="106" y="743"/>
                      <a:pt x="96" y="772"/>
                      <a:pt x="88" y="802"/>
                    </a:cubicBezTo>
                    <a:cubicBezTo>
                      <a:pt x="86" y="807"/>
                      <a:pt x="91" y="811"/>
                      <a:pt x="95" y="811"/>
                    </a:cubicBezTo>
                    <a:cubicBezTo>
                      <a:pt x="98" y="811"/>
                      <a:pt x="100" y="810"/>
                      <a:pt x="102" y="807"/>
                    </a:cubicBezTo>
                    <a:cubicBezTo>
                      <a:pt x="132" y="761"/>
                      <a:pt x="154" y="708"/>
                      <a:pt x="163" y="652"/>
                    </a:cubicBezTo>
                    <a:cubicBezTo>
                      <a:pt x="200" y="488"/>
                      <a:pt x="184" y="317"/>
                      <a:pt x="117" y="163"/>
                    </a:cubicBezTo>
                    <a:cubicBezTo>
                      <a:pt x="91" y="105"/>
                      <a:pt x="57" y="51"/>
                      <a:pt x="17" y="4"/>
                    </a:cubicBezTo>
                    <a:cubicBezTo>
                      <a:pt x="15" y="2"/>
                      <a:pt x="13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51"/>
              <p:cNvSpPr/>
              <p:nvPr/>
            </p:nvSpPr>
            <p:spPr>
              <a:xfrm>
                <a:off x="6016635" y="1395381"/>
                <a:ext cx="85951" cy="17425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482" extrusionOk="0">
                    <a:moveTo>
                      <a:pt x="558" y="0"/>
                    </a:moveTo>
                    <a:cubicBezTo>
                      <a:pt x="373" y="455"/>
                      <a:pt x="75" y="1083"/>
                      <a:pt x="75" y="1083"/>
                    </a:cubicBezTo>
                    <a:cubicBezTo>
                      <a:pt x="75" y="1083"/>
                      <a:pt x="45" y="1251"/>
                      <a:pt x="0" y="1481"/>
                    </a:cubicBezTo>
                    <a:cubicBezTo>
                      <a:pt x="24" y="1399"/>
                      <a:pt x="719" y="276"/>
                      <a:pt x="731" y="258"/>
                    </a:cubicBezTo>
                    <a:lnTo>
                      <a:pt x="731" y="258"/>
                    </a:lnTo>
                    <a:cubicBezTo>
                      <a:pt x="725" y="262"/>
                      <a:pt x="621" y="333"/>
                      <a:pt x="567" y="333"/>
                    </a:cubicBezTo>
                    <a:cubicBezTo>
                      <a:pt x="539" y="333"/>
                      <a:pt x="524" y="314"/>
                      <a:pt x="543" y="258"/>
                    </a:cubicBezTo>
                    <a:cubicBezTo>
                      <a:pt x="564" y="197"/>
                      <a:pt x="565" y="100"/>
                      <a:pt x="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51"/>
              <p:cNvSpPr/>
              <p:nvPr/>
            </p:nvSpPr>
            <p:spPr>
              <a:xfrm>
                <a:off x="5950389" y="1690044"/>
                <a:ext cx="45503" cy="46913"/>
              </a:xfrm>
              <a:custGeom>
                <a:avLst/>
                <a:gdLst/>
                <a:ahLst/>
                <a:cxnLst/>
                <a:rect l="l" t="t" r="r" b="b"/>
                <a:pathLst>
                  <a:path w="387" h="39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" y="19"/>
                      <a:pt x="2" y="262"/>
                      <a:pt x="39" y="299"/>
                    </a:cubicBezTo>
                    <a:cubicBezTo>
                      <a:pt x="67" y="328"/>
                      <a:pt x="161" y="399"/>
                      <a:pt x="228" y="399"/>
                    </a:cubicBezTo>
                    <a:cubicBezTo>
                      <a:pt x="250" y="399"/>
                      <a:pt x="269" y="392"/>
                      <a:pt x="282" y="374"/>
                    </a:cubicBezTo>
                    <a:cubicBezTo>
                      <a:pt x="339" y="299"/>
                      <a:pt x="386" y="29"/>
                      <a:pt x="386" y="2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51"/>
              <p:cNvSpPr/>
              <p:nvPr/>
            </p:nvSpPr>
            <p:spPr>
              <a:xfrm>
                <a:off x="6058966" y="1181851"/>
                <a:ext cx="89949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869" extrusionOk="0">
                    <a:moveTo>
                      <a:pt x="54" y="1"/>
                    </a:moveTo>
                    <a:cubicBezTo>
                      <a:pt x="53" y="1"/>
                      <a:pt x="52" y="1"/>
                      <a:pt x="50" y="2"/>
                    </a:cubicBezTo>
                    <a:lnTo>
                      <a:pt x="46" y="3"/>
                    </a:lnTo>
                    <a:cubicBezTo>
                      <a:pt x="20" y="5"/>
                      <a:pt x="1" y="25"/>
                      <a:pt x="2" y="51"/>
                    </a:cubicBezTo>
                    <a:cubicBezTo>
                      <a:pt x="2" y="82"/>
                      <a:pt x="31" y="106"/>
                      <a:pt x="50" y="127"/>
                    </a:cubicBezTo>
                    <a:cubicBezTo>
                      <a:pt x="101" y="179"/>
                      <a:pt x="150" y="231"/>
                      <a:pt x="202" y="282"/>
                    </a:cubicBezTo>
                    <a:cubicBezTo>
                      <a:pt x="254" y="331"/>
                      <a:pt x="308" y="380"/>
                      <a:pt x="363" y="425"/>
                    </a:cubicBezTo>
                    <a:cubicBezTo>
                      <a:pt x="377" y="434"/>
                      <a:pt x="390" y="444"/>
                      <a:pt x="402" y="453"/>
                    </a:cubicBezTo>
                    <a:cubicBezTo>
                      <a:pt x="426" y="476"/>
                      <a:pt x="450" y="498"/>
                      <a:pt x="474" y="519"/>
                    </a:cubicBezTo>
                    <a:cubicBezTo>
                      <a:pt x="518" y="559"/>
                      <a:pt x="565" y="597"/>
                      <a:pt x="608" y="638"/>
                    </a:cubicBezTo>
                    <a:cubicBezTo>
                      <a:pt x="617" y="655"/>
                      <a:pt x="624" y="671"/>
                      <a:pt x="633" y="687"/>
                    </a:cubicBezTo>
                    <a:cubicBezTo>
                      <a:pt x="636" y="693"/>
                      <a:pt x="641" y="696"/>
                      <a:pt x="646" y="696"/>
                    </a:cubicBezTo>
                    <a:cubicBezTo>
                      <a:pt x="649" y="696"/>
                      <a:pt x="653" y="694"/>
                      <a:pt x="656" y="692"/>
                    </a:cubicBezTo>
                    <a:cubicBezTo>
                      <a:pt x="696" y="740"/>
                      <a:pt x="723" y="796"/>
                      <a:pt x="735" y="857"/>
                    </a:cubicBezTo>
                    <a:cubicBezTo>
                      <a:pt x="737" y="865"/>
                      <a:pt x="743" y="868"/>
                      <a:pt x="749" y="868"/>
                    </a:cubicBezTo>
                    <a:cubicBezTo>
                      <a:pt x="756" y="868"/>
                      <a:pt x="764" y="863"/>
                      <a:pt x="764" y="854"/>
                    </a:cubicBezTo>
                    <a:cubicBezTo>
                      <a:pt x="760" y="798"/>
                      <a:pt x="741" y="744"/>
                      <a:pt x="706" y="699"/>
                    </a:cubicBezTo>
                    <a:cubicBezTo>
                      <a:pt x="711" y="693"/>
                      <a:pt x="714" y="687"/>
                      <a:pt x="717" y="682"/>
                    </a:cubicBezTo>
                    <a:cubicBezTo>
                      <a:pt x="724" y="671"/>
                      <a:pt x="732" y="661"/>
                      <a:pt x="736" y="649"/>
                    </a:cubicBezTo>
                    <a:cubicBezTo>
                      <a:pt x="745" y="635"/>
                      <a:pt x="734" y="623"/>
                      <a:pt x="722" y="623"/>
                    </a:cubicBezTo>
                    <a:cubicBezTo>
                      <a:pt x="717" y="623"/>
                      <a:pt x="712" y="626"/>
                      <a:pt x="709" y="632"/>
                    </a:cubicBezTo>
                    <a:cubicBezTo>
                      <a:pt x="702" y="643"/>
                      <a:pt x="696" y="655"/>
                      <a:pt x="690" y="665"/>
                    </a:cubicBezTo>
                    <a:cubicBezTo>
                      <a:pt x="688" y="668"/>
                      <a:pt x="687" y="670"/>
                      <a:pt x="687" y="673"/>
                    </a:cubicBezTo>
                    <a:lnTo>
                      <a:pt x="684" y="670"/>
                    </a:lnTo>
                    <a:cubicBezTo>
                      <a:pt x="669" y="650"/>
                      <a:pt x="651" y="631"/>
                      <a:pt x="633" y="614"/>
                    </a:cubicBezTo>
                    <a:cubicBezTo>
                      <a:pt x="630" y="610"/>
                      <a:pt x="629" y="605"/>
                      <a:pt x="626" y="601"/>
                    </a:cubicBezTo>
                    <a:cubicBezTo>
                      <a:pt x="609" y="580"/>
                      <a:pt x="591" y="559"/>
                      <a:pt x="572" y="541"/>
                    </a:cubicBezTo>
                    <a:cubicBezTo>
                      <a:pt x="530" y="506"/>
                      <a:pt x="487" y="471"/>
                      <a:pt x="441" y="440"/>
                    </a:cubicBezTo>
                    <a:lnTo>
                      <a:pt x="436" y="435"/>
                    </a:lnTo>
                    <a:cubicBezTo>
                      <a:pt x="357" y="364"/>
                      <a:pt x="281" y="291"/>
                      <a:pt x="208" y="215"/>
                    </a:cubicBezTo>
                    <a:cubicBezTo>
                      <a:pt x="180" y="185"/>
                      <a:pt x="152" y="155"/>
                      <a:pt x="123" y="124"/>
                    </a:cubicBezTo>
                    <a:cubicBezTo>
                      <a:pt x="101" y="101"/>
                      <a:pt x="80" y="75"/>
                      <a:pt x="56" y="54"/>
                    </a:cubicBezTo>
                    <a:cubicBezTo>
                      <a:pt x="62" y="45"/>
                      <a:pt x="65" y="34"/>
                      <a:pt x="65" y="24"/>
                    </a:cubicBezTo>
                    <a:cubicBezTo>
                      <a:pt x="65" y="22"/>
                      <a:pt x="67" y="19"/>
                      <a:pt x="67" y="18"/>
                    </a:cubicBezTo>
                    <a:cubicBezTo>
                      <a:pt x="69" y="9"/>
                      <a:pt x="63" y="1"/>
                      <a:pt x="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51"/>
              <p:cNvSpPr/>
              <p:nvPr/>
            </p:nvSpPr>
            <p:spPr>
              <a:xfrm>
                <a:off x="6145978" y="1256986"/>
                <a:ext cx="4703" cy="5761"/>
              </a:xfrm>
              <a:custGeom>
                <a:avLst/>
                <a:gdLst/>
                <a:ahLst/>
                <a:cxnLst/>
                <a:rect l="l" t="t" r="r" b="b"/>
                <a:pathLst>
                  <a:path w="40" h="49" extrusionOk="0">
                    <a:moveTo>
                      <a:pt x="29" y="0"/>
                    </a:moveTo>
                    <a:cubicBezTo>
                      <a:pt x="28" y="0"/>
                      <a:pt x="27" y="0"/>
                      <a:pt x="26" y="1"/>
                    </a:cubicBezTo>
                    <a:cubicBezTo>
                      <a:pt x="17" y="2"/>
                      <a:pt x="10" y="8"/>
                      <a:pt x="7" y="16"/>
                    </a:cubicBezTo>
                    <a:cubicBezTo>
                      <a:pt x="2" y="23"/>
                      <a:pt x="1" y="31"/>
                      <a:pt x="2" y="40"/>
                    </a:cubicBezTo>
                    <a:cubicBezTo>
                      <a:pt x="2" y="41"/>
                      <a:pt x="4" y="44"/>
                      <a:pt x="5" y="45"/>
                    </a:cubicBezTo>
                    <a:cubicBezTo>
                      <a:pt x="7" y="48"/>
                      <a:pt x="10" y="48"/>
                      <a:pt x="12" y="48"/>
                    </a:cubicBezTo>
                    <a:cubicBezTo>
                      <a:pt x="18" y="48"/>
                      <a:pt x="23" y="44"/>
                      <a:pt x="23" y="40"/>
                    </a:cubicBezTo>
                    <a:cubicBezTo>
                      <a:pt x="23" y="38"/>
                      <a:pt x="23" y="37"/>
                      <a:pt x="23" y="35"/>
                    </a:cubicBezTo>
                    <a:cubicBezTo>
                      <a:pt x="23" y="34"/>
                      <a:pt x="23" y="32"/>
                      <a:pt x="24" y="31"/>
                    </a:cubicBezTo>
                    <a:cubicBezTo>
                      <a:pt x="24" y="29"/>
                      <a:pt x="26" y="28"/>
                      <a:pt x="26" y="26"/>
                    </a:cubicBezTo>
                    <a:cubicBezTo>
                      <a:pt x="29" y="25"/>
                      <a:pt x="30" y="22"/>
                      <a:pt x="33" y="20"/>
                    </a:cubicBezTo>
                    <a:lnTo>
                      <a:pt x="36" y="17"/>
                    </a:lnTo>
                    <a:lnTo>
                      <a:pt x="38" y="16"/>
                    </a:lnTo>
                    <a:cubicBezTo>
                      <a:pt x="38" y="14"/>
                      <a:pt x="39" y="13"/>
                      <a:pt x="39" y="11"/>
                    </a:cubicBezTo>
                    <a:cubicBezTo>
                      <a:pt x="39" y="10"/>
                      <a:pt x="38" y="7"/>
                      <a:pt x="38" y="5"/>
                    </a:cubicBezTo>
                    <a:cubicBezTo>
                      <a:pt x="36" y="2"/>
                      <a:pt x="33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51"/>
              <p:cNvSpPr/>
              <p:nvPr/>
            </p:nvSpPr>
            <p:spPr>
              <a:xfrm>
                <a:off x="6221585" y="1353169"/>
                <a:ext cx="17402" cy="154262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312" extrusionOk="0">
                    <a:moveTo>
                      <a:pt x="68" y="1"/>
                    </a:moveTo>
                    <a:cubicBezTo>
                      <a:pt x="62" y="1"/>
                      <a:pt x="57" y="5"/>
                      <a:pt x="57" y="12"/>
                    </a:cubicBezTo>
                    <a:cubicBezTo>
                      <a:pt x="58" y="43"/>
                      <a:pt x="63" y="74"/>
                      <a:pt x="69" y="106"/>
                    </a:cubicBezTo>
                    <a:cubicBezTo>
                      <a:pt x="73" y="137"/>
                      <a:pt x="78" y="170"/>
                      <a:pt x="81" y="201"/>
                    </a:cubicBezTo>
                    <a:cubicBezTo>
                      <a:pt x="87" y="265"/>
                      <a:pt x="91" y="328"/>
                      <a:pt x="91" y="392"/>
                    </a:cubicBezTo>
                    <a:cubicBezTo>
                      <a:pt x="93" y="520"/>
                      <a:pt x="82" y="647"/>
                      <a:pt x="60" y="774"/>
                    </a:cubicBezTo>
                    <a:cubicBezTo>
                      <a:pt x="52" y="808"/>
                      <a:pt x="46" y="842"/>
                      <a:pt x="39" y="877"/>
                    </a:cubicBezTo>
                    <a:cubicBezTo>
                      <a:pt x="32" y="904"/>
                      <a:pt x="23" y="932"/>
                      <a:pt x="18" y="960"/>
                    </a:cubicBezTo>
                    <a:cubicBezTo>
                      <a:pt x="17" y="960"/>
                      <a:pt x="15" y="959"/>
                      <a:pt x="14" y="959"/>
                    </a:cubicBezTo>
                    <a:cubicBezTo>
                      <a:pt x="7" y="959"/>
                      <a:pt x="1" y="965"/>
                      <a:pt x="3" y="972"/>
                    </a:cubicBezTo>
                    <a:cubicBezTo>
                      <a:pt x="26" y="1027"/>
                      <a:pt x="51" y="1084"/>
                      <a:pt x="72" y="1141"/>
                    </a:cubicBezTo>
                    <a:cubicBezTo>
                      <a:pt x="81" y="1169"/>
                      <a:pt x="91" y="1199"/>
                      <a:pt x="100" y="1227"/>
                    </a:cubicBezTo>
                    <a:cubicBezTo>
                      <a:pt x="105" y="1241"/>
                      <a:pt x="109" y="1256"/>
                      <a:pt x="112" y="1269"/>
                    </a:cubicBezTo>
                    <a:cubicBezTo>
                      <a:pt x="115" y="1284"/>
                      <a:pt x="123" y="1297"/>
                      <a:pt x="131" y="1309"/>
                    </a:cubicBezTo>
                    <a:cubicBezTo>
                      <a:pt x="133" y="1311"/>
                      <a:pt x="135" y="1312"/>
                      <a:pt x="138" y="1312"/>
                    </a:cubicBezTo>
                    <a:cubicBezTo>
                      <a:pt x="141" y="1312"/>
                      <a:pt x="145" y="1310"/>
                      <a:pt x="146" y="1306"/>
                    </a:cubicBezTo>
                    <a:cubicBezTo>
                      <a:pt x="148" y="1291"/>
                      <a:pt x="146" y="1276"/>
                      <a:pt x="140" y="1263"/>
                    </a:cubicBezTo>
                    <a:cubicBezTo>
                      <a:pt x="136" y="1248"/>
                      <a:pt x="131" y="1233"/>
                      <a:pt x="127" y="1218"/>
                    </a:cubicBezTo>
                    <a:cubicBezTo>
                      <a:pt x="118" y="1190"/>
                      <a:pt x="108" y="1160"/>
                      <a:pt x="97" y="1132"/>
                    </a:cubicBezTo>
                    <a:cubicBezTo>
                      <a:pt x="78" y="1081"/>
                      <a:pt x="57" y="1032"/>
                      <a:pt x="33" y="984"/>
                    </a:cubicBezTo>
                    <a:cubicBezTo>
                      <a:pt x="45" y="956"/>
                      <a:pt x="55" y="924"/>
                      <a:pt x="61" y="893"/>
                    </a:cubicBezTo>
                    <a:cubicBezTo>
                      <a:pt x="69" y="862"/>
                      <a:pt x="76" y="831"/>
                      <a:pt x="82" y="801"/>
                    </a:cubicBezTo>
                    <a:cubicBezTo>
                      <a:pt x="96" y="737"/>
                      <a:pt x="105" y="672"/>
                      <a:pt x="111" y="608"/>
                    </a:cubicBezTo>
                    <a:cubicBezTo>
                      <a:pt x="124" y="480"/>
                      <a:pt x="124" y="352"/>
                      <a:pt x="114" y="224"/>
                    </a:cubicBezTo>
                    <a:cubicBezTo>
                      <a:pt x="109" y="188"/>
                      <a:pt x="106" y="152"/>
                      <a:pt x="100" y="115"/>
                    </a:cubicBezTo>
                    <a:cubicBezTo>
                      <a:pt x="97" y="79"/>
                      <a:pt x="90" y="43"/>
                      <a:pt x="78" y="9"/>
                    </a:cubicBezTo>
                    <a:cubicBezTo>
                      <a:pt x="76" y="3"/>
                      <a:pt x="72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51"/>
              <p:cNvSpPr/>
              <p:nvPr/>
            </p:nvSpPr>
            <p:spPr>
              <a:xfrm>
                <a:off x="6237694" y="1518373"/>
                <a:ext cx="23163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869" extrusionOk="0">
                    <a:moveTo>
                      <a:pt x="8" y="0"/>
                    </a:moveTo>
                    <a:cubicBezTo>
                      <a:pt x="4" y="0"/>
                      <a:pt x="0" y="3"/>
                      <a:pt x="2" y="9"/>
                    </a:cubicBezTo>
                    <a:cubicBezTo>
                      <a:pt x="17" y="65"/>
                      <a:pt x="29" y="120"/>
                      <a:pt x="44" y="176"/>
                    </a:cubicBezTo>
                    <a:cubicBezTo>
                      <a:pt x="57" y="229"/>
                      <a:pt x="71" y="283"/>
                      <a:pt x="82" y="338"/>
                    </a:cubicBezTo>
                    <a:cubicBezTo>
                      <a:pt x="108" y="448"/>
                      <a:pt x="129" y="560"/>
                      <a:pt x="147" y="672"/>
                    </a:cubicBezTo>
                    <a:cubicBezTo>
                      <a:pt x="153" y="703"/>
                      <a:pt x="157" y="735"/>
                      <a:pt x="161" y="765"/>
                    </a:cubicBezTo>
                    <a:cubicBezTo>
                      <a:pt x="163" y="781"/>
                      <a:pt x="166" y="796"/>
                      <a:pt x="167" y="812"/>
                    </a:cubicBezTo>
                    <a:cubicBezTo>
                      <a:pt x="170" y="829"/>
                      <a:pt x="173" y="845"/>
                      <a:pt x="178" y="860"/>
                    </a:cubicBezTo>
                    <a:cubicBezTo>
                      <a:pt x="179" y="866"/>
                      <a:pt x="182" y="869"/>
                      <a:pt x="186" y="869"/>
                    </a:cubicBezTo>
                    <a:cubicBezTo>
                      <a:pt x="191" y="869"/>
                      <a:pt x="197" y="865"/>
                      <a:pt x="196" y="857"/>
                    </a:cubicBezTo>
                    <a:cubicBezTo>
                      <a:pt x="196" y="829"/>
                      <a:pt x="194" y="800"/>
                      <a:pt x="188" y="774"/>
                    </a:cubicBezTo>
                    <a:cubicBezTo>
                      <a:pt x="185" y="745"/>
                      <a:pt x="181" y="717"/>
                      <a:pt x="176" y="689"/>
                    </a:cubicBezTo>
                    <a:cubicBezTo>
                      <a:pt x="169" y="633"/>
                      <a:pt x="159" y="577"/>
                      <a:pt x="148" y="520"/>
                    </a:cubicBezTo>
                    <a:cubicBezTo>
                      <a:pt x="127" y="410"/>
                      <a:pt x="103" y="299"/>
                      <a:pt x="74" y="190"/>
                    </a:cubicBezTo>
                    <a:cubicBezTo>
                      <a:pt x="57" y="128"/>
                      <a:pt x="36" y="67"/>
                      <a:pt x="15" y="6"/>
                    </a:cubicBezTo>
                    <a:cubicBezTo>
                      <a:pt x="14" y="2"/>
                      <a:pt x="11" y="0"/>
                      <a:pt x="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51"/>
              <p:cNvSpPr/>
              <p:nvPr/>
            </p:nvSpPr>
            <p:spPr>
              <a:xfrm>
                <a:off x="5965957" y="2511007"/>
                <a:ext cx="200474" cy="67254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572" extrusionOk="0">
                    <a:moveTo>
                      <a:pt x="279" y="1"/>
                    </a:moveTo>
                    <a:cubicBezTo>
                      <a:pt x="279" y="1"/>
                      <a:pt x="0" y="399"/>
                      <a:pt x="75" y="456"/>
                    </a:cubicBezTo>
                    <a:cubicBezTo>
                      <a:pt x="147" y="509"/>
                      <a:pt x="336" y="511"/>
                      <a:pt x="355" y="511"/>
                    </a:cubicBezTo>
                    <a:cubicBezTo>
                      <a:pt x="356" y="511"/>
                      <a:pt x="357" y="511"/>
                      <a:pt x="357" y="511"/>
                    </a:cubicBezTo>
                    <a:cubicBezTo>
                      <a:pt x="357" y="511"/>
                      <a:pt x="910" y="572"/>
                      <a:pt x="1308" y="572"/>
                    </a:cubicBezTo>
                    <a:cubicBezTo>
                      <a:pt x="1531" y="572"/>
                      <a:pt x="1705" y="553"/>
                      <a:pt x="1705" y="493"/>
                    </a:cubicBezTo>
                    <a:lnTo>
                      <a:pt x="880" y="211"/>
                    </a:lnTo>
                    <a:lnTo>
                      <a:pt x="774" y="60"/>
                    </a:lnTo>
                    <a:lnTo>
                      <a:pt x="2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51"/>
              <p:cNvSpPr/>
              <p:nvPr/>
            </p:nvSpPr>
            <p:spPr>
              <a:xfrm>
                <a:off x="6055909" y="1772116"/>
                <a:ext cx="38449" cy="61258"/>
              </a:xfrm>
              <a:custGeom>
                <a:avLst/>
                <a:gdLst/>
                <a:ahLst/>
                <a:cxnLst/>
                <a:rect l="l" t="t" r="r" b="b"/>
                <a:pathLst>
                  <a:path w="327" h="521" extrusionOk="0">
                    <a:moveTo>
                      <a:pt x="313" y="0"/>
                    </a:moveTo>
                    <a:cubicBezTo>
                      <a:pt x="307" y="0"/>
                      <a:pt x="302" y="3"/>
                      <a:pt x="300" y="10"/>
                    </a:cubicBezTo>
                    <a:cubicBezTo>
                      <a:pt x="294" y="29"/>
                      <a:pt x="291" y="49"/>
                      <a:pt x="289" y="66"/>
                    </a:cubicBezTo>
                    <a:cubicBezTo>
                      <a:pt x="285" y="86"/>
                      <a:pt x="280" y="104"/>
                      <a:pt x="274" y="122"/>
                    </a:cubicBezTo>
                    <a:cubicBezTo>
                      <a:pt x="264" y="157"/>
                      <a:pt x="251" y="193"/>
                      <a:pt x="234" y="228"/>
                    </a:cubicBezTo>
                    <a:cubicBezTo>
                      <a:pt x="201" y="296"/>
                      <a:pt x="158" y="359"/>
                      <a:pt x="106" y="412"/>
                    </a:cubicBezTo>
                    <a:cubicBezTo>
                      <a:pt x="76" y="445"/>
                      <a:pt x="43" y="474"/>
                      <a:pt x="9" y="499"/>
                    </a:cubicBezTo>
                    <a:cubicBezTo>
                      <a:pt x="0" y="506"/>
                      <a:pt x="6" y="520"/>
                      <a:pt x="14" y="520"/>
                    </a:cubicBezTo>
                    <a:cubicBezTo>
                      <a:pt x="16" y="520"/>
                      <a:pt x="18" y="520"/>
                      <a:pt x="19" y="518"/>
                    </a:cubicBezTo>
                    <a:cubicBezTo>
                      <a:pt x="85" y="474"/>
                      <a:pt x="143" y="418"/>
                      <a:pt x="191" y="356"/>
                    </a:cubicBezTo>
                    <a:cubicBezTo>
                      <a:pt x="237" y="292"/>
                      <a:pt x="274" y="220"/>
                      <a:pt x="300" y="145"/>
                    </a:cubicBezTo>
                    <a:cubicBezTo>
                      <a:pt x="306" y="125"/>
                      <a:pt x="312" y="104"/>
                      <a:pt x="316" y="83"/>
                    </a:cubicBezTo>
                    <a:cubicBezTo>
                      <a:pt x="324" y="61"/>
                      <a:pt x="327" y="37"/>
                      <a:pt x="327" y="14"/>
                    </a:cubicBezTo>
                    <a:cubicBezTo>
                      <a:pt x="327" y="5"/>
                      <a:pt x="320" y="0"/>
                      <a:pt x="3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51"/>
              <p:cNvSpPr/>
              <p:nvPr/>
            </p:nvSpPr>
            <p:spPr>
              <a:xfrm>
                <a:off x="6154562" y="1857481"/>
                <a:ext cx="63023" cy="223868"/>
              </a:xfrm>
              <a:custGeom>
                <a:avLst/>
                <a:gdLst/>
                <a:ahLst/>
                <a:cxnLst/>
                <a:rect l="l" t="t" r="r" b="b"/>
                <a:pathLst>
                  <a:path w="536" h="1904" extrusionOk="0">
                    <a:moveTo>
                      <a:pt x="523" y="1"/>
                    </a:moveTo>
                    <a:cubicBezTo>
                      <a:pt x="522" y="1"/>
                      <a:pt x="522" y="1"/>
                      <a:pt x="521" y="1"/>
                    </a:cubicBezTo>
                    <a:cubicBezTo>
                      <a:pt x="505" y="6"/>
                      <a:pt x="490" y="14"/>
                      <a:pt x="478" y="25"/>
                    </a:cubicBezTo>
                    <a:cubicBezTo>
                      <a:pt x="463" y="34"/>
                      <a:pt x="448" y="43"/>
                      <a:pt x="433" y="50"/>
                    </a:cubicBezTo>
                    <a:cubicBezTo>
                      <a:pt x="403" y="67"/>
                      <a:pt x="373" y="82"/>
                      <a:pt x="342" y="92"/>
                    </a:cubicBezTo>
                    <a:cubicBezTo>
                      <a:pt x="317" y="101"/>
                      <a:pt x="291" y="108"/>
                      <a:pt x="268" y="114"/>
                    </a:cubicBezTo>
                    <a:cubicBezTo>
                      <a:pt x="265" y="107"/>
                      <a:pt x="259" y="104"/>
                      <a:pt x="252" y="104"/>
                    </a:cubicBezTo>
                    <a:cubicBezTo>
                      <a:pt x="246" y="104"/>
                      <a:pt x="239" y="108"/>
                      <a:pt x="238" y="116"/>
                    </a:cubicBezTo>
                    <a:cubicBezTo>
                      <a:pt x="238" y="117"/>
                      <a:pt x="238" y="119"/>
                      <a:pt x="238" y="120"/>
                    </a:cubicBezTo>
                    <a:cubicBezTo>
                      <a:pt x="206" y="126"/>
                      <a:pt x="175" y="129"/>
                      <a:pt x="144" y="131"/>
                    </a:cubicBezTo>
                    <a:cubicBezTo>
                      <a:pt x="130" y="132"/>
                      <a:pt x="130" y="152"/>
                      <a:pt x="144" y="153"/>
                    </a:cubicBezTo>
                    <a:cubicBezTo>
                      <a:pt x="152" y="154"/>
                      <a:pt x="160" y="154"/>
                      <a:pt x="167" y="154"/>
                    </a:cubicBezTo>
                    <a:cubicBezTo>
                      <a:pt x="189" y="154"/>
                      <a:pt x="210" y="152"/>
                      <a:pt x="232" y="150"/>
                    </a:cubicBezTo>
                    <a:lnTo>
                      <a:pt x="232" y="150"/>
                    </a:lnTo>
                    <a:cubicBezTo>
                      <a:pt x="223" y="196"/>
                      <a:pt x="218" y="243"/>
                      <a:pt x="212" y="290"/>
                    </a:cubicBezTo>
                    <a:lnTo>
                      <a:pt x="190" y="462"/>
                    </a:lnTo>
                    <a:lnTo>
                      <a:pt x="142" y="809"/>
                    </a:lnTo>
                    <a:cubicBezTo>
                      <a:pt x="111" y="1040"/>
                      <a:pt x="81" y="1272"/>
                      <a:pt x="50" y="1503"/>
                    </a:cubicBezTo>
                    <a:cubicBezTo>
                      <a:pt x="41" y="1567"/>
                      <a:pt x="33" y="1631"/>
                      <a:pt x="24" y="1695"/>
                    </a:cubicBezTo>
                    <a:cubicBezTo>
                      <a:pt x="17" y="1759"/>
                      <a:pt x="7" y="1825"/>
                      <a:pt x="2" y="1890"/>
                    </a:cubicBezTo>
                    <a:cubicBezTo>
                      <a:pt x="0" y="1899"/>
                      <a:pt x="6" y="1903"/>
                      <a:pt x="12" y="1903"/>
                    </a:cubicBezTo>
                    <a:cubicBezTo>
                      <a:pt x="17" y="1903"/>
                      <a:pt x="22" y="1900"/>
                      <a:pt x="23" y="1893"/>
                    </a:cubicBezTo>
                    <a:cubicBezTo>
                      <a:pt x="36" y="1837"/>
                      <a:pt x="42" y="1779"/>
                      <a:pt x="51" y="1720"/>
                    </a:cubicBezTo>
                    <a:cubicBezTo>
                      <a:pt x="60" y="1662"/>
                      <a:pt x="68" y="1606"/>
                      <a:pt x="75" y="1549"/>
                    </a:cubicBezTo>
                    <a:lnTo>
                      <a:pt x="123" y="1201"/>
                    </a:lnTo>
                    <a:cubicBezTo>
                      <a:pt x="154" y="972"/>
                      <a:pt x="186" y="741"/>
                      <a:pt x="217" y="510"/>
                    </a:cubicBezTo>
                    <a:cubicBezTo>
                      <a:pt x="226" y="445"/>
                      <a:pt x="235" y="381"/>
                      <a:pt x="244" y="317"/>
                    </a:cubicBezTo>
                    <a:cubicBezTo>
                      <a:pt x="251" y="261"/>
                      <a:pt x="262" y="202"/>
                      <a:pt x="266" y="146"/>
                    </a:cubicBezTo>
                    <a:cubicBezTo>
                      <a:pt x="296" y="141"/>
                      <a:pt x="324" y="134"/>
                      <a:pt x="353" y="123"/>
                    </a:cubicBezTo>
                    <a:cubicBezTo>
                      <a:pt x="385" y="111"/>
                      <a:pt x="418" y="98"/>
                      <a:pt x="449" y="80"/>
                    </a:cubicBezTo>
                    <a:cubicBezTo>
                      <a:pt x="464" y="73"/>
                      <a:pt x="479" y="62"/>
                      <a:pt x="493" y="53"/>
                    </a:cubicBezTo>
                    <a:cubicBezTo>
                      <a:pt x="509" y="43"/>
                      <a:pt x="523" y="31"/>
                      <a:pt x="531" y="16"/>
                    </a:cubicBezTo>
                    <a:cubicBezTo>
                      <a:pt x="536" y="9"/>
                      <a:pt x="530" y="1"/>
                      <a:pt x="5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51"/>
              <p:cNvSpPr/>
              <p:nvPr/>
            </p:nvSpPr>
            <p:spPr>
              <a:xfrm>
                <a:off x="6104118" y="2135094"/>
                <a:ext cx="44680" cy="200234"/>
              </a:xfrm>
              <a:custGeom>
                <a:avLst/>
                <a:gdLst/>
                <a:ahLst/>
                <a:cxnLst/>
                <a:rect l="l" t="t" r="r" b="b"/>
                <a:pathLst>
                  <a:path w="380" h="1703" extrusionOk="0">
                    <a:moveTo>
                      <a:pt x="366" y="0"/>
                    </a:moveTo>
                    <a:cubicBezTo>
                      <a:pt x="361" y="0"/>
                      <a:pt x="355" y="4"/>
                      <a:pt x="354" y="11"/>
                    </a:cubicBezTo>
                    <a:cubicBezTo>
                      <a:pt x="342" y="65"/>
                      <a:pt x="334" y="120"/>
                      <a:pt x="328" y="175"/>
                    </a:cubicBezTo>
                    <a:cubicBezTo>
                      <a:pt x="321" y="232"/>
                      <a:pt x="313" y="285"/>
                      <a:pt x="304" y="341"/>
                    </a:cubicBezTo>
                    <a:cubicBezTo>
                      <a:pt x="286" y="452"/>
                      <a:pt x="269" y="563"/>
                      <a:pt x="248" y="673"/>
                    </a:cubicBezTo>
                    <a:cubicBezTo>
                      <a:pt x="206" y="892"/>
                      <a:pt x="157" y="1109"/>
                      <a:pt x="100" y="1325"/>
                    </a:cubicBezTo>
                    <a:cubicBezTo>
                      <a:pt x="84" y="1386"/>
                      <a:pt x="67" y="1446"/>
                      <a:pt x="51" y="1507"/>
                    </a:cubicBezTo>
                    <a:cubicBezTo>
                      <a:pt x="42" y="1537"/>
                      <a:pt x="34" y="1568"/>
                      <a:pt x="26" y="1598"/>
                    </a:cubicBezTo>
                    <a:cubicBezTo>
                      <a:pt x="17" y="1627"/>
                      <a:pt x="8" y="1659"/>
                      <a:pt x="2" y="1690"/>
                    </a:cubicBezTo>
                    <a:cubicBezTo>
                      <a:pt x="1" y="1696"/>
                      <a:pt x="7" y="1702"/>
                      <a:pt x="13" y="1702"/>
                    </a:cubicBezTo>
                    <a:cubicBezTo>
                      <a:pt x="16" y="1702"/>
                      <a:pt x="19" y="1701"/>
                      <a:pt x="21" y="1698"/>
                    </a:cubicBezTo>
                    <a:cubicBezTo>
                      <a:pt x="42" y="1645"/>
                      <a:pt x="60" y="1592"/>
                      <a:pt x="73" y="1538"/>
                    </a:cubicBezTo>
                    <a:cubicBezTo>
                      <a:pt x="90" y="1484"/>
                      <a:pt x="105" y="1429"/>
                      <a:pt x="119" y="1375"/>
                    </a:cubicBezTo>
                    <a:cubicBezTo>
                      <a:pt x="149" y="1267"/>
                      <a:pt x="176" y="1159"/>
                      <a:pt x="201" y="1050"/>
                    </a:cubicBezTo>
                    <a:cubicBezTo>
                      <a:pt x="252" y="831"/>
                      <a:pt x="295" y="612"/>
                      <a:pt x="330" y="390"/>
                    </a:cubicBezTo>
                    <a:cubicBezTo>
                      <a:pt x="340" y="327"/>
                      <a:pt x="349" y="265"/>
                      <a:pt x="358" y="202"/>
                    </a:cubicBezTo>
                    <a:cubicBezTo>
                      <a:pt x="363" y="171"/>
                      <a:pt x="367" y="139"/>
                      <a:pt x="370" y="108"/>
                    </a:cubicBezTo>
                    <a:cubicBezTo>
                      <a:pt x="376" y="77"/>
                      <a:pt x="377" y="45"/>
                      <a:pt x="377" y="14"/>
                    </a:cubicBezTo>
                    <a:cubicBezTo>
                      <a:pt x="379" y="5"/>
                      <a:pt x="373" y="0"/>
                      <a:pt x="366" y="0"/>
                    </a:cubicBezTo>
                    <a:close/>
                  </a:path>
                </a:pathLst>
              </a:custGeom>
              <a:solidFill>
                <a:srgbClr val="382B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51"/>
              <p:cNvSpPr/>
              <p:nvPr/>
            </p:nvSpPr>
            <p:spPr>
              <a:xfrm>
                <a:off x="6028276" y="2116046"/>
                <a:ext cx="24692" cy="14932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27" extrusionOk="0">
                    <a:moveTo>
                      <a:pt x="21" y="0"/>
                    </a:moveTo>
                    <a:cubicBezTo>
                      <a:pt x="19" y="0"/>
                      <a:pt x="17" y="1"/>
                      <a:pt x="16" y="2"/>
                    </a:cubicBezTo>
                    <a:cubicBezTo>
                      <a:pt x="14" y="2"/>
                      <a:pt x="13" y="3"/>
                      <a:pt x="13" y="3"/>
                    </a:cubicBezTo>
                    <a:lnTo>
                      <a:pt x="11" y="3"/>
                    </a:lnTo>
                    <a:cubicBezTo>
                      <a:pt x="5" y="22"/>
                      <a:pt x="1" y="43"/>
                      <a:pt x="1" y="63"/>
                    </a:cubicBezTo>
                    <a:cubicBezTo>
                      <a:pt x="2" y="64"/>
                      <a:pt x="5" y="66"/>
                      <a:pt x="7" y="66"/>
                    </a:cubicBezTo>
                    <a:cubicBezTo>
                      <a:pt x="35" y="82"/>
                      <a:pt x="67" y="95"/>
                      <a:pt x="98" y="104"/>
                    </a:cubicBezTo>
                    <a:cubicBezTo>
                      <a:pt x="116" y="110"/>
                      <a:pt x="132" y="116"/>
                      <a:pt x="150" y="121"/>
                    </a:cubicBezTo>
                    <a:cubicBezTo>
                      <a:pt x="161" y="125"/>
                      <a:pt x="173" y="127"/>
                      <a:pt x="184" y="127"/>
                    </a:cubicBezTo>
                    <a:cubicBezTo>
                      <a:pt x="190" y="127"/>
                      <a:pt x="196" y="126"/>
                      <a:pt x="202" y="125"/>
                    </a:cubicBezTo>
                    <a:cubicBezTo>
                      <a:pt x="210" y="122"/>
                      <a:pt x="210" y="112"/>
                      <a:pt x="204" y="107"/>
                    </a:cubicBezTo>
                    <a:cubicBezTo>
                      <a:pt x="189" y="100"/>
                      <a:pt x="174" y="94"/>
                      <a:pt x="158" y="93"/>
                    </a:cubicBezTo>
                    <a:cubicBezTo>
                      <a:pt x="141" y="87"/>
                      <a:pt x="125" y="82"/>
                      <a:pt x="108" y="76"/>
                    </a:cubicBezTo>
                    <a:cubicBezTo>
                      <a:pt x="76" y="66"/>
                      <a:pt x="46" y="51"/>
                      <a:pt x="14" y="37"/>
                    </a:cubicBezTo>
                    <a:cubicBezTo>
                      <a:pt x="13" y="36"/>
                      <a:pt x="10" y="36"/>
                      <a:pt x="8" y="36"/>
                    </a:cubicBezTo>
                    <a:lnTo>
                      <a:pt x="8" y="33"/>
                    </a:lnTo>
                    <a:cubicBezTo>
                      <a:pt x="10" y="33"/>
                      <a:pt x="11" y="33"/>
                      <a:pt x="13" y="31"/>
                    </a:cubicBezTo>
                    <a:cubicBezTo>
                      <a:pt x="14" y="30"/>
                      <a:pt x="16" y="28"/>
                      <a:pt x="19" y="27"/>
                    </a:cubicBezTo>
                    <a:cubicBezTo>
                      <a:pt x="35" y="36"/>
                      <a:pt x="52" y="43"/>
                      <a:pt x="70" y="48"/>
                    </a:cubicBezTo>
                    <a:cubicBezTo>
                      <a:pt x="80" y="51"/>
                      <a:pt x="89" y="54"/>
                      <a:pt x="98" y="55"/>
                    </a:cubicBezTo>
                    <a:cubicBezTo>
                      <a:pt x="104" y="57"/>
                      <a:pt x="110" y="59"/>
                      <a:pt x="116" y="59"/>
                    </a:cubicBezTo>
                    <a:cubicBezTo>
                      <a:pt x="121" y="59"/>
                      <a:pt x="127" y="57"/>
                      <a:pt x="132" y="55"/>
                    </a:cubicBezTo>
                    <a:cubicBezTo>
                      <a:pt x="141" y="52"/>
                      <a:pt x="138" y="39"/>
                      <a:pt x="132" y="34"/>
                    </a:cubicBezTo>
                    <a:cubicBezTo>
                      <a:pt x="123" y="30"/>
                      <a:pt x="114" y="28"/>
                      <a:pt x="104" y="28"/>
                    </a:cubicBezTo>
                    <a:cubicBezTo>
                      <a:pt x="95" y="25"/>
                      <a:pt x="86" y="24"/>
                      <a:pt x="77" y="21"/>
                    </a:cubicBezTo>
                    <a:cubicBezTo>
                      <a:pt x="61" y="15"/>
                      <a:pt x="43" y="9"/>
                      <a:pt x="26" y="2"/>
                    </a:cubicBezTo>
                    <a:cubicBezTo>
                      <a:pt x="25" y="1"/>
                      <a:pt x="23" y="0"/>
                      <a:pt x="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51"/>
              <p:cNvSpPr/>
              <p:nvPr/>
            </p:nvSpPr>
            <p:spPr>
              <a:xfrm>
                <a:off x="6000291" y="2481964"/>
                <a:ext cx="68667" cy="25985"/>
              </a:xfrm>
              <a:custGeom>
                <a:avLst/>
                <a:gdLst/>
                <a:ahLst/>
                <a:cxnLst/>
                <a:rect l="l" t="t" r="r" b="b"/>
                <a:pathLst>
                  <a:path w="584" h="221" extrusionOk="0">
                    <a:moveTo>
                      <a:pt x="24" y="1"/>
                    </a:moveTo>
                    <a:cubicBezTo>
                      <a:pt x="20" y="1"/>
                      <a:pt x="15" y="3"/>
                      <a:pt x="14" y="8"/>
                    </a:cubicBezTo>
                    <a:cubicBezTo>
                      <a:pt x="14" y="11"/>
                      <a:pt x="12" y="12"/>
                      <a:pt x="12" y="14"/>
                    </a:cubicBezTo>
                    <a:cubicBezTo>
                      <a:pt x="8" y="18"/>
                      <a:pt x="6" y="26"/>
                      <a:pt x="9" y="31"/>
                    </a:cubicBezTo>
                    <a:cubicBezTo>
                      <a:pt x="2" y="69"/>
                      <a:pt x="0" y="111"/>
                      <a:pt x="23" y="143"/>
                    </a:cubicBezTo>
                    <a:cubicBezTo>
                      <a:pt x="54" y="187"/>
                      <a:pt x="112" y="191"/>
                      <a:pt x="160" y="197"/>
                    </a:cubicBezTo>
                    <a:cubicBezTo>
                      <a:pt x="221" y="206"/>
                      <a:pt x="281" y="212"/>
                      <a:pt x="342" y="216"/>
                    </a:cubicBezTo>
                    <a:cubicBezTo>
                      <a:pt x="372" y="218"/>
                      <a:pt x="402" y="219"/>
                      <a:pt x="431" y="219"/>
                    </a:cubicBezTo>
                    <a:cubicBezTo>
                      <a:pt x="437" y="220"/>
                      <a:pt x="442" y="220"/>
                      <a:pt x="448" y="220"/>
                    </a:cubicBezTo>
                    <a:cubicBezTo>
                      <a:pt x="467" y="220"/>
                      <a:pt x="487" y="216"/>
                      <a:pt x="506" y="210"/>
                    </a:cubicBezTo>
                    <a:cubicBezTo>
                      <a:pt x="560" y="188"/>
                      <a:pt x="574" y="133"/>
                      <a:pt x="583" y="82"/>
                    </a:cubicBezTo>
                    <a:cubicBezTo>
                      <a:pt x="583" y="72"/>
                      <a:pt x="579" y="60"/>
                      <a:pt x="569" y="60"/>
                    </a:cubicBezTo>
                    <a:cubicBezTo>
                      <a:pt x="568" y="60"/>
                      <a:pt x="568" y="60"/>
                      <a:pt x="567" y="60"/>
                    </a:cubicBezTo>
                    <a:cubicBezTo>
                      <a:pt x="512" y="67"/>
                      <a:pt x="457" y="71"/>
                      <a:pt x="402" y="71"/>
                    </a:cubicBezTo>
                    <a:cubicBezTo>
                      <a:pt x="366" y="71"/>
                      <a:pt x="330" y="69"/>
                      <a:pt x="294" y="66"/>
                    </a:cubicBezTo>
                    <a:cubicBezTo>
                      <a:pt x="249" y="61"/>
                      <a:pt x="205" y="54"/>
                      <a:pt x="161" y="45"/>
                    </a:cubicBezTo>
                    <a:cubicBezTo>
                      <a:pt x="138" y="40"/>
                      <a:pt x="115" y="34"/>
                      <a:pt x="93" y="28"/>
                    </a:cubicBezTo>
                    <a:cubicBezTo>
                      <a:pt x="72" y="21"/>
                      <a:pt x="54" y="17"/>
                      <a:pt x="35" y="11"/>
                    </a:cubicBezTo>
                    <a:cubicBezTo>
                      <a:pt x="36" y="4"/>
                      <a:pt x="30" y="1"/>
                      <a:pt x="2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51"/>
              <p:cNvSpPr/>
              <p:nvPr/>
            </p:nvSpPr>
            <p:spPr>
              <a:xfrm>
                <a:off x="6073781" y="2383547"/>
                <a:ext cx="69725" cy="91123"/>
              </a:xfrm>
              <a:custGeom>
                <a:avLst/>
                <a:gdLst/>
                <a:ahLst/>
                <a:cxnLst/>
                <a:rect l="l" t="t" r="r" b="b"/>
                <a:pathLst>
                  <a:path w="593" h="775" extrusionOk="0">
                    <a:moveTo>
                      <a:pt x="166" y="0"/>
                    </a:moveTo>
                    <a:cubicBezTo>
                      <a:pt x="162" y="0"/>
                      <a:pt x="157" y="2"/>
                      <a:pt x="155" y="7"/>
                    </a:cubicBezTo>
                    <a:cubicBezTo>
                      <a:pt x="142" y="45"/>
                      <a:pt x="131" y="84"/>
                      <a:pt x="124" y="124"/>
                    </a:cubicBezTo>
                    <a:cubicBezTo>
                      <a:pt x="115" y="163"/>
                      <a:pt x="106" y="203"/>
                      <a:pt x="97" y="242"/>
                    </a:cubicBezTo>
                    <a:cubicBezTo>
                      <a:pt x="78" y="321"/>
                      <a:pt x="61" y="399"/>
                      <a:pt x="43" y="478"/>
                    </a:cubicBezTo>
                    <a:cubicBezTo>
                      <a:pt x="39" y="499"/>
                      <a:pt x="33" y="521"/>
                      <a:pt x="29" y="543"/>
                    </a:cubicBezTo>
                    <a:cubicBezTo>
                      <a:pt x="23" y="566"/>
                      <a:pt x="18" y="588"/>
                      <a:pt x="15" y="611"/>
                    </a:cubicBezTo>
                    <a:cubicBezTo>
                      <a:pt x="15" y="611"/>
                      <a:pt x="15" y="611"/>
                      <a:pt x="15" y="612"/>
                    </a:cubicBezTo>
                    <a:cubicBezTo>
                      <a:pt x="5" y="624"/>
                      <a:pt x="0" y="640"/>
                      <a:pt x="5" y="657"/>
                    </a:cubicBezTo>
                    <a:cubicBezTo>
                      <a:pt x="9" y="679"/>
                      <a:pt x="24" y="697"/>
                      <a:pt x="43" y="707"/>
                    </a:cubicBezTo>
                    <a:cubicBezTo>
                      <a:pt x="67" y="718"/>
                      <a:pt x="91" y="727"/>
                      <a:pt x="117" y="731"/>
                    </a:cubicBezTo>
                    <a:cubicBezTo>
                      <a:pt x="146" y="739"/>
                      <a:pt x="176" y="746"/>
                      <a:pt x="204" y="752"/>
                    </a:cubicBezTo>
                    <a:cubicBezTo>
                      <a:pt x="264" y="766"/>
                      <a:pt x="324" y="773"/>
                      <a:pt x="383" y="775"/>
                    </a:cubicBezTo>
                    <a:cubicBezTo>
                      <a:pt x="434" y="775"/>
                      <a:pt x="489" y="769"/>
                      <a:pt x="531" y="737"/>
                    </a:cubicBezTo>
                    <a:cubicBezTo>
                      <a:pt x="576" y="706"/>
                      <a:pt x="592" y="649"/>
                      <a:pt x="573" y="600"/>
                    </a:cubicBezTo>
                    <a:cubicBezTo>
                      <a:pt x="571" y="595"/>
                      <a:pt x="566" y="591"/>
                      <a:pt x="561" y="591"/>
                    </a:cubicBezTo>
                    <a:cubicBezTo>
                      <a:pt x="559" y="591"/>
                      <a:pt x="557" y="592"/>
                      <a:pt x="555" y="593"/>
                    </a:cubicBezTo>
                    <a:cubicBezTo>
                      <a:pt x="470" y="621"/>
                      <a:pt x="380" y="640"/>
                      <a:pt x="291" y="648"/>
                    </a:cubicBezTo>
                    <a:cubicBezTo>
                      <a:pt x="263" y="650"/>
                      <a:pt x="236" y="651"/>
                      <a:pt x="208" y="651"/>
                    </a:cubicBezTo>
                    <a:cubicBezTo>
                      <a:pt x="191" y="651"/>
                      <a:pt x="174" y="650"/>
                      <a:pt x="157" y="649"/>
                    </a:cubicBezTo>
                    <a:cubicBezTo>
                      <a:pt x="125" y="648"/>
                      <a:pt x="61" y="651"/>
                      <a:pt x="58" y="608"/>
                    </a:cubicBezTo>
                    <a:cubicBezTo>
                      <a:pt x="58" y="600"/>
                      <a:pt x="53" y="593"/>
                      <a:pt x="45" y="593"/>
                    </a:cubicBezTo>
                    <a:cubicBezTo>
                      <a:pt x="44" y="593"/>
                      <a:pt x="42" y="594"/>
                      <a:pt x="40" y="594"/>
                    </a:cubicBezTo>
                    <a:cubicBezTo>
                      <a:pt x="51" y="561"/>
                      <a:pt x="57" y="527"/>
                      <a:pt x="64" y="496"/>
                    </a:cubicBezTo>
                    <a:cubicBezTo>
                      <a:pt x="75" y="455"/>
                      <a:pt x="84" y="417"/>
                      <a:pt x="93" y="376"/>
                    </a:cubicBezTo>
                    <a:cubicBezTo>
                      <a:pt x="112" y="299"/>
                      <a:pt x="130" y="221"/>
                      <a:pt x="148" y="142"/>
                    </a:cubicBezTo>
                    <a:cubicBezTo>
                      <a:pt x="160" y="99"/>
                      <a:pt x="169" y="54"/>
                      <a:pt x="175" y="10"/>
                    </a:cubicBezTo>
                    <a:cubicBezTo>
                      <a:pt x="175" y="3"/>
                      <a:pt x="170" y="0"/>
                      <a:pt x="1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51"/>
              <p:cNvSpPr/>
              <p:nvPr/>
            </p:nvSpPr>
            <p:spPr>
              <a:xfrm>
                <a:off x="6094123" y="2358384"/>
                <a:ext cx="5526" cy="16814"/>
              </a:xfrm>
              <a:custGeom>
                <a:avLst/>
                <a:gdLst/>
                <a:ahLst/>
                <a:cxnLst/>
                <a:rect l="l" t="t" r="r" b="b"/>
                <a:pathLst>
                  <a:path w="47" h="143" extrusionOk="0">
                    <a:moveTo>
                      <a:pt x="37" y="0"/>
                    </a:moveTo>
                    <a:cubicBezTo>
                      <a:pt x="35" y="0"/>
                      <a:pt x="34" y="1"/>
                      <a:pt x="33" y="1"/>
                    </a:cubicBezTo>
                    <a:cubicBezTo>
                      <a:pt x="23" y="7"/>
                      <a:pt x="23" y="22"/>
                      <a:pt x="20" y="31"/>
                    </a:cubicBezTo>
                    <a:cubicBezTo>
                      <a:pt x="18" y="42"/>
                      <a:pt x="15" y="54"/>
                      <a:pt x="14" y="64"/>
                    </a:cubicBezTo>
                    <a:cubicBezTo>
                      <a:pt x="9" y="88"/>
                      <a:pt x="6" y="110"/>
                      <a:pt x="2" y="133"/>
                    </a:cubicBezTo>
                    <a:cubicBezTo>
                      <a:pt x="1" y="139"/>
                      <a:pt x="6" y="142"/>
                      <a:pt x="10" y="142"/>
                    </a:cubicBezTo>
                    <a:cubicBezTo>
                      <a:pt x="13" y="142"/>
                      <a:pt x="16" y="141"/>
                      <a:pt x="17" y="137"/>
                    </a:cubicBezTo>
                    <a:cubicBezTo>
                      <a:pt x="23" y="115"/>
                      <a:pt x="28" y="92"/>
                      <a:pt x="34" y="70"/>
                    </a:cubicBezTo>
                    <a:cubicBezTo>
                      <a:pt x="36" y="60"/>
                      <a:pt x="39" y="48"/>
                      <a:pt x="40" y="37"/>
                    </a:cubicBezTo>
                    <a:cubicBezTo>
                      <a:pt x="42" y="31"/>
                      <a:pt x="43" y="25"/>
                      <a:pt x="45" y="19"/>
                    </a:cubicBezTo>
                    <a:cubicBezTo>
                      <a:pt x="46" y="15"/>
                      <a:pt x="45" y="9"/>
                      <a:pt x="42" y="4"/>
                    </a:cubicBezTo>
                    <a:cubicBezTo>
                      <a:pt x="41" y="2"/>
                      <a:pt x="39" y="0"/>
                      <a:pt x="37" y="0"/>
                    </a:cubicBezTo>
                    <a:close/>
                  </a:path>
                </a:pathLst>
              </a:custGeom>
              <a:solidFill>
                <a:srgbClr val="382B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51"/>
              <p:cNvSpPr/>
              <p:nvPr/>
            </p:nvSpPr>
            <p:spPr>
              <a:xfrm>
                <a:off x="5184962" y="1059447"/>
                <a:ext cx="372376" cy="358141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46" extrusionOk="0">
                    <a:moveTo>
                      <a:pt x="1257" y="980"/>
                    </a:moveTo>
                    <a:cubicBezTo>
                      <a:pt x="1376" y="980"/>
                      <a:pt x="1496" y="1003"/>
                      <a:pt x="1611" y="1050"/>
                    </a:cubicBezTo>
                    <a:cubicBezTo>
                      <a:pt x="1958" y="1195"/>
                      <a:pt x="2183" y="1532"/>
                      <a:pt x="2183" y="1907"/>
                    </a:cubicBezTo>
                    <a:cubicBezTo>
                      <a:pt x="2183" y="2419"/>
                      <a:pt x="1769" y="2833"/>
                      <a:pt x="1256" y="2835"/>
                    </a:cubicBezTo>
                    <a:cubicBezTo>
                      <a:pt x="882" y="2835"/>
                      <a:pt x="543" y="2608"/>
                      <a:pt x="400" y="2262"/>
                    </a:cubicBezTo>
                    <a:cubicBezTo>
                      <a:pt x="255" y="1915"/>
                      <a:pt x="336" y="1517"/>
                      <a:pt x="601" y="1251"/>
                    </a:cubicBezTo>
                    <a:cubicBezTo>
                      <a:pt x="778" y="1074"/>
                      <a:pt x="1015" y="980"/>
                      <a:pt x="1257" y="980"/>
                    </a:cubicBezTo>
                    <a:close/>
                    <a:moveTo>
                      <a:pt x="3166" y="0"/>
                    </a:moveTo>
                    <a:lnTo>
                      <a:pt x="2245" y="43"/>
                    </a:lnTo>
                    <a:cubicBezTo>
                      <a:pt x="2121" y="61"/>
                      <a:pt x="2128" y="243"/>
                      <a:pt x="2254" y="249"/>
                    </a:cubicBezTo>
                    <a:lnTo>
                      <a:pt x="2826" y="222"/>
                    </a:lnTo>
                    <a:lnTo>
                      <a:pt x="2826" y="222"/>
                    </a:lnTo>
                    <a:lnTo>
                      <a:pt x="1969" y="1026"/>
                    </a:lnTo>
                    <a:cubicBezTo>
                      <a:pt x="1759" y="855"/>
                      <a:pt x="1506" y="772"/>
                      <a:pt x="1253" y="772"/>
                    </a:cubicBezTo>
                    <a:cubicBezTo>
                      <a:pt x="939" y="772"/>
                      <a:pt x="627" y="901"/>
                      <a:pt x="403" y="1153"/>
                    </a:cubicBezTo>
                    <a:cubicBezTo>
                      <a:pt x="0" y="1608"/>
                      <a:pt x="26" y="2300"/>
                      <a:pt x="461" y="2723"/>
                    </a:cubicBezTo>
                    <a:cubicBezTo>
                      <a:pt x="682" y="2938"/>
                      <a:pt x="968" y="3045"/>
                      <a:pt x="1255" y="3045"/>
                    </a:cubicBezTo>
                    <a:cubicBezTo>
                      <a:pt x="1534" y="3045"/>
                      <a:pt x="1813" y="2943"/>
                      <a:pt x="2031" y="2738"/>
                    </a:cubicBezTo>
                    <a:cubicBezTo>
                      <a:pt x="2474" y="2322"/>
                      <a:pt x="2512" y="1632"/>
                      <a:pt x="2116" y="1169"/>
                    </a:cubicBezTo>
                    <a:lnTo>
                      <a:pt x="2931" y="407"/>
                    </a:lnTo>
                    <a:lnTo>
                      <a:pt x="2896" y="868"/>
                    </a:lnTo>
                    <a:cubicBezTo>
                      <a:pt x="2892" y="925"/>
                      <a:pt x="2935" y="975"/>
                      <a:pt x="2992" y="978"/>
                    </a:cubicBezTo>
                    <a:lnTo>
                      <a:pt x="2999" y="978"/>
                    </a:lnTo>
                    <a:cubicBezTo>
                      <a:pt x="3053" y="978"/>
                      <a:pt x="3098" y="937"/>
                      <a:pt x="3102" y="883"/>
                    </a:cubicBezTo>
                    <a:lnTo>
                      <a:pt x="31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51"/>
              <p:cNvSpPr/>
              <p:nvPr/>
            </p:nvSpPr>
            <p:spPr>
              <a:xfrm>
                <a:off x="5781937" y="1015941"/>
                <a:ext cx="98532" cy="84421"/>
              </a:xfrm>
              <a:custGeom>
                <a:avLst/>
                <a:gdLst/>
                <a:ahLst/>
                <a:cxnLst/>
                <a:rect l="l" t="t" r="r" b="b"/>
                <a:pathLst>
                  <a:path w="838" h="718" extrusionOk="0">
                    <a:moveTo>
                      <a:pt x="506" y="1"/>
                    </a:moveTo>
                    <a:cubicBezTo>
                      <a:pt x="482" y="1"/>
                      <a:pt x="458" y="3"/>
                      <a:pt x="433" y="8"/>
                    </a:cubicBezTo>
                    <a:cubicBezTo>
                      <a:pt x="362" y="20"/>
                      <a:pt x="292" y="50"/>
                      <a:pt x="232" y="91"/>
                    </a:cubicBezTo>
                    <a:cubicBezTo>
                      <a:pt x="232" y="86"/>
                      <a:pt x="226" y="82"/>
                      <a:pt x="221" y="82"/>
                    </a:cubicBezTo>
                    <a:cubicBezTo>
                      <a:pt x="220" y="82"/>
                      <a:pt x="219" y="82"/>
                      <a:pt x="219" y="82"/>
                    </a:cubicBezTo>
                    <a:cubicBezTo>
                      <a:pt x="81" y="126"/>
                      <a:pt x="1" y="270"/>
                      <a:pt x="14" y="409"/>
                    </a:cubicBezTo>
                    <a:cubicBezTo>
                      <a:pt x="14" y="410"/>
                      <a:pt x="14" y="412"/>
                      <a:pt x="13" y="415"/>
                    </a:cubicBezTo>
                    <a:cubicBezTo>
                      <a:pt x="11" y="418"/>
                      <a:pt x="13" y="422"/>
                      <a:pt x="16" y="425"/>
                    </a:cubicBezTo>
                    <a:cubicBezTo>
                      <a:pt x="19" y="449"/>
                      <a:pt x="26" y="473"/>
                      <a:pt x="35" y="495"/>
                    </a:cubicBezTo>
                    <a:cubicBezTo>
                      <a:pt x="71" y="579"/>
                      <a:pt x="140" y="646"/>
                      <a:pt x="223" y="683"/>
                    </a:cubicBezTo>
                    <a:cubicBezTo>
                      <a:pt x="273" y="706"/>
                      <a:pt x="327" y="717"/>
                      <a:pt x="382" y="717"/>
                    </a:cubicBezTo>
                    <a:cubicBezTo>
                      <a:pt x="421" y="717"/>
                      <a:pt x="460" y="712"/>
                      <a:pt x="497" y="700"/>
                    </a:cubicBezTo>
                    <a:cubicBezTo>
                      <a:pt x="590" y="671"/>
                      <a:pt x="672" y="615"/>
                      <a:pt x="732" y="540"/>
                    </a:cubicBezTo>
                    <a:cubicBezTo>
                      <a:pt x="796" y="461"/>
                      <a:pt x="837" y="360"/>
                      <a:pt x="828" y="260"/>
                    </a:cubicBezTo>
                    <a:cubicBezTo>
                      <a:pt x="821" y="167"/>
                      <a:pt x="769" y="85"/>
                      <a:pt x="687" y="44"/>
                    </a:cubicBezTo>
                    <a:cubicBezTo>
                      <a:pt x="630" y="16"/>
                      <a:pt x="569" y="1"/>
                      <a:pt x="50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51"/>
              <p:cNvSpPr/>
              <p:nvPr/>
            </p:nvSpPr>
            <p:spPr>
              <a:xfrm>
                <a:off x="5905753" y="1093193"/>
                <a:ext cx="53734" cy="54556"/>
              </a:xfrm>
              <a:custGeom>
                <a:avLst/>
                <a:gdLst/>
                <a:ahLst/>
                <a:cxnLst/>
                <a:rect l="l" t="t" r="r" b="b"/>
                <a:pathLst>
                  <a:path w="457" h="464" extrusionOk="0">
                    <a:moveTo>
                      <a:pt x="213" y="0"/>
                    </a:moveTo>
                    <a:cubicBezTo>
                      <a:pt x="212" y="0"/>
                      <a:pt x="211" y="1"/>
                      <a:pt x="209" y="1"/>
                    </a:cubicBezTo>
                    <a:cubicBezTo>
                      <a:pt x="101" y="34"/>
                      <a:pt x="1" y="141"/>
                      <a:pt x="14" y="262"/>
                    </a:cubicBezTo>
                    <a:cubicBezTo>
                      <a:pt x="26" y="371"/>
                      <a:pt x="126" y="456"/>
                      <a:pt x="232" y="463"/>
                    </a:cubicBezTo>
                    <a:cubicBezTo>
                      <a:pt x="235" y="463"/>
                      <a:pt x="239" y="464"/>
                      <a:pt x="243" y="464"/>
                    </a:cubicBezTo>
                    <a:cubicBezTo>
                      <a:pt x="344" y="464"/>
                      <a:pt x="425" y="385"/>
                      <a:pt x="445" y="287"/>
                    </a:cubicBezTo>
                    <a:cubicBezTo>
                      <a:pt x="457" y="238"/>
                      <a:pt x="451" y="187"/>
                      <a:pt x="430" y="141"/>
                    </a:cubicBezTo>
                    <a:cubicBezTo>
                      <a:pt x="409" y="96"/>
                      <a:pt x="370" y="61"/>
                      <a:pt x="324" y="44"/>
                    </a:cubicBezTo>
                    <a:cubicBezTo>
                      <a:pt x="297" y="34"/>
                      <a:pt x="268" y="29"/>
                      <a:pt x="240" y="29"/>
                    </a:cubicBezTo>
                    <a:cubicBezTo>
                      <a:pt x="221" y="29"/>
                      <a:pt x="201" y="31"/>
                      <a:pt x="183" y="35"/>
                    </a:cubicBezTo>
                    <a:cubicBezTo>
                      <a:pt x="193" y="29"/>
                      <a:pt x="203" y="25"/>
                      <a:pt x="215" y="20"/>
                    </a:cubicBezTo>
                    <a:cubicBezTo>
                      <a:pt x="226" y="16"/>
                      <a:pt x="224" y="0"/>
                      <a:pt x="2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51"/>
              <p:cNvSpPr/>
              <p:nvPr/>
            </p:nvSpPr>
            <p:spPr>
              <a:xfrm>
                <a:off x="5963487" y="1158217"/>
                <a:ext cx="50912" cy="5291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50" extrusionOk="0">
                    <a:moveTo>
                      <a:pt x="229" y="0"/>
                    </a:moveTo>
                    <a:cubicBezTo>
                      <a:pt x="183" y="0"/>
                      <a:pt x="138" y="18"/>
                      <a:pt x="105" y="50"/>
                    </a:cubicBezTo>
                    <a:cubicBezTo>
                      <a:pt x="76" y="79"/>
                      <a:pt x="57" y="115"/>
                      <a:pt x="52" y="155"/>
                    </a:cubicBezTo>
                    <a:cubicBezTo>
                      <a:pt x="15" y="197"/>
                      <a:pt x="0" y="252"/>
                      <a:pt x="12" y="307"/>
                    </a:cubicBezTo>
                    <a:cubicBezTo>
                      <a:pt x="26" y="355"/>
                      <a:pt x="57" y="396"/>
                      <a:pt x="100" y="422"/>
                    </a:cubicBezTo>
                    <a:cubicBezTo>
                      <a:pt x="130" y="440"/>
                      <a:pt x="166" y="450"/>
                      <a:pt x="202" y="450"/>
                    </a:cubicBezTo>
                    <a:cubicBezTo>
                      <a:pt x="216" y="450"/>
                      <a:pt x="230" y="448"/>
                      <a:pt x="243" y="446"/>
                    </a:cubicBezTo>
                    <a:cubicBezTo>
                      <a:pt x="351" y="422"/>
                      <a:pt x="428" y="328"/>
                      <a:pt x="431" y="219"/>
                    </a:cubicBezTo>
                    <a:cubicBezTo>
                      <a:pt x="433" y="165"/>
                      <a:pt x="416" y="113"/>
                      <a:pt x="382" y="71"/>
                    </a:cubicBezTo>
                    <a:cubicBezTo>
                      <a:pt x="349" y="34"/>
                      <a:pt x="304" y="10"/>
                      <a:pt x="257" y="3"/>
                    </a:cubicBezTo>
                    <a:cubicBezTo>
                      <a:pt x="247" y="1"/>
                      <a:pt x="238" y="0"/>
                      <a:pt x="2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51"/>
              <p:cNvSpPr/>
              <p:nvPr/>
            </p:nvSpPr>
            <p:spPr>
              <a:xfrm>
                <a:off x="7049731" y="2487373"/>
                <a:ext cx="878793" cy="97119"/>
              </a:xfrm>
              <a:custGeom>
                <a:avLst/>
                <a:gdLst/>
                <a:ahLst/>
                <a:cxnLst/>
                <a:rect l="l" t="t" r="r" b="b"/>
                <a:pathLst>
                  <a:path w="7474" h="826" extrusionOk="0">
                    <a:moveTo>
                      <a:pt x="0" y="0"/>
                    </a:moveTo>
                    <a:lnTo>
                      <a:pt x="0" y="825"/>
                    </a:lnTo>
                    <a:lnTo>
                      <a:pt x="7474" y="825"/>
                    </a:lnTo>
                    <a:lnTo>
                      <a:pt x="7474" y="0"/>
                    </a:lnTo>
                    <a:close/>
                  </a:path>
                </a:pathLst>
              </a:custGeom>
              <a:solidFill>
                <a:srgbClr val="A48EFD">
                  <a:alpha val="6535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51"/>
              <p:cNvSpPr/>
              <p:nvPr/>
            </p:nvSpPr>
            <p:spPr>
              <a:xfrm>
                <a:off x="7049731" y="2584378"/>
                <a:ext cx="878793" cy="2024097"/>
              </a:xfrm>
              <a:custGeom>
                <a:avLst/>
                <a:gdLst/>
                <a:ahLst/>
                <a:cxnLst/>
                <a:rect l="l" t="t" r="r" b="b"/>
                <a:pathLst>
                  <a:path w="7474" h="17215" extrusionOk="0">
                    <a:moveTo>
                      <a:pt x="0" y="0"/>
                    </a:moveTo>
                    <a:lnTo>
                      <a:pt x="0" y="17214"/>
                    </a:lnTo>
                    <a:lnTo>
                      <a:pt x="7474" y="17214"/>
                    </a:lnTo>
                    <a:lnTo>
                      <a:pt x="74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51"/>
              <p:cNvSpPr/>
              <p:nvPr/>
            </p:nvSpPr>
            <p:spPr>
              <a:xfrm>
                <a:off x="7338988" y="2652812"/>
                <a:ext cx="69255" cy="279482"/>
              </a:xfrm>
              <a:custGeom>
                <a:avLst/>
                <a:gdLst/>
                <a:ahLst/>
                <a:cxnLst/>
                <a:rect l="l" t="t" r="r" b="b"/>
                <a:pathLst>
                  <a:path w="589" h="2377" extrusionOk="0">
                    <a:moveTo>
                      <a:pt x="383" y="0"/>
                    </a:moveTo>
                    <a:cubicBezTo>
                      <a:pt x="346" y="0"/>
                      <a:pt x="309" y="4"/>
                      <a:pt x="282" y="4"/>
                    </a:cubicBezTo>
                    <a:cubicBezTo>
                      <a:pt x="218" y="4"/>
                      <a:pt x="1" y="1963"/>
                      <a:pt x="1" y="1963"/>
                    </a:cubicBezTo>
                    <a:lnTo>
                      <a:pt x="370" y="2377"/>
                    </a:lnTo>
                    <a:cubicBezTo>
                      <a:pt x="588" y="1963"/>
                      <a:pt x="523" y="113"/>
                      <a:pt x="500" y="47"/>
                    </a:cubicBezTo>
                    <a:cubicBezTo>
                      <a:pt x="488" y="8"/>
                      <a:pt x="436" y="0"/>
                      <a:pt x="383" y="0"/>
                    </a:cubicBezTo>
                    <a:close/>
                  </a:path>
                </a:pathLst>
              </a:custGeom>
              <a:solidFill>
                <a:srgbClr val="8429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51"/>
              <p:cNvSpPr/>
              <p:nvPr/>
            </p:nvSpPr>
            <p:spPr>
              <a:xfrm>
                <a:off x="6965187" y="2726771"/>
                <a:ext cx="168962" cy="241504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2054" extrusionOk="0">
                    <a:moveTo>
                      <a:pt x="704" y="1"/>
                    </a:moveTo>
                    <a:cubicBezTo>
                      <a:pt x="662" y="1"/>
                      <a:pt x="530" y="43"/>
                      <a:pt x="457" y="115"/>
                    </a:cubicBezTo>
                    <a:cubicBezTo>
                      <a:pt x="370" y="203"/>
                      <a:pt x="610" y="420"/>
                      <a:pt x="610" y="441"/>
                    </a:cubicBezTo>
                    <a:cubicBezTo>
                      <a:pt x="610" y="464"/>
                      <a:pt x="0" y="1487"/>
                      <a:pt x="152" y="1682"/>
                    </a:cubicBezTo>
                    <a:cubicBezTo>
                      <a:pt x="305" y="1879"/>
                      <a:pt x="1393" y="2053"/>
                      <a:pt x="1393" y="2053"/>
                    </a:cubicBezTo>
                    <a:lnTo>
                      <a:pt x="1436" y="1487"/>
                    </a:lnTo>
                    <a:lnTo>
                      <a:pt x="849" y="1412"/>
                    </a:lnTo>
                    <a:lnTo>
                      <a:pt x="588" y="1378"/>
                    </a:lnTo>
                    <a:lnTo>
                      <a:pt x="703" y="853"/>
                    </a:lnTo>
                    <a:lnTo>
                      <a:pt x="783" y="484"/>
                    </a:lnTo>
                    <a:cubicBezTo>
                      <a:pt x="783" y="484"/>
                      <a:pt x="849" y="464"/>
                      <a:pt x="849" y="420"/>
                    </a:cubicBezTo>
                    <a:cubicBezTo>
                      <a:pt x="849" y="376"/>
                      <a:pt x="718" y="49"/>
                      <a:pt x="718" y="49"/>
                    </a:cubicBezTo>
                    <a:lnTo>
                      <a:pt x="718" y="6"/>
                    </a:lnTo>
                    <a:cubicBezTo>
                      <a:pt x="718" y="2"/>
                      <a:pt x="713" y="1"/>
                      <a:pt x="704" y="1"/>
                    </a:cubicBezTo>
                    <a:close/>
                  </a:path>
                </a:pathLst>
              </a:custGeom>
              <a:solidFill>
                <a:srgbClr val="8429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51"/>
              <p:cNvSpPr/>
              <p:nvPr/>
            </p:nvSpPr>
            <p:spPr>
              <a:xfrm>
                <a:off x="7392606" y="3480594"/>
                <a:ext cx="133806" cy="73839"/>
              </a:xfrm>
              <a:custGeom>
                <a:avLst/>
                <a:gdLst/>
                <a:ahLst/>
                <a:cxnLst/>
                <a:rect l="l" t="t" r="r" b="b"/>
                <a:pathLst>
                  <a:path w="1138" h="628" extrusionOk="0">
                    <a:moveTo>
                      <a:pt x="192" y="1"/>
                    </a:moveTo>
                    <a:cubicBezTo>
                      <a:pt x="198" y="22"/>
                      <a:pt x="1" y="150"/>
                      <a:pt x="89" y="254"/>
                    </a:cubicBezTo>
                    <a:cubicBezTo>
                      <a:pt x="175" y="359"/>
                      <a:pt x="632" y="410"/>
                      <a:pt x="654" y="436"/>
                    </a:cubicBezTo>
                    <a:cubicBezTo>
                      <a:pt x="672" y="457"/>
                      <a:pt x="983" y="628"/>
                      <a:pt x="1094" y="628"/>
                    </a:cubicBezTo>
                    <a:cubicBezTo>
                      <a:pt x="1122" y="628"/>
                      <a:pt x="1137" y="617"/>
                      <a:pt x="1133" y="591"/>
                    </a:cubicBezTo>
                    <a:cubicBezTo>
                      <a:pt x="1112" y="462"/>
                      <a:pt x="599" y="7"/>
                      <a:pt x="4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51"/>
              <p:cNvSpPr/>
              <p:nvPr/>
            </p:nvSpPr>
            <p:spPr>
              <a:xfrm>
                <a:off x="7412831" y="3451669"/>
                <a:ext cx="47620" cy="4244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361" extrusionOk="0">
                    <a:moveTo>
                      <a:pt x="100" y="1"/>
                    </a:moveTo>
                    <a:cubicBezTo>
                      <a:pt x="75" y="19"/>
                      <a:pt x="0" y="293"/>
                      <a:pt x="41" y="323"/>
                    </a:cubicBezTo>
                    <a:cubicBezTo>
                      <a:pt x="64" y="340"/>
                      <a:pt x="143" y="360"/>
                      <a:pt x="210" y="360"/>
                    </a:cubicBezTo>
                    <a:cubicBezTo>
                      <a:pt x="254" y="360"/>
                      <a:pt x="292" y="352"/>
                      <a:pt x="305" y="327"/>
                    </a:cubicBezTo>
                    <a:cubicBezTo>
                      <a:pt x="339" y="268"/>
                      <a:pt x="404" y="37"/>
                      <a:pt x="404" y="37"/>
                    </a:cubicBezTo>
                    <a:lnTo>
                      <a:pt x="100" y="1"/>
                    </a:lnTo>
                    <a:close/>
                  </a:path>
                </a:pathLst>
              </a:custGeom>
              <a:solidFill>
                <a:srgbClr val="8429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51"/>
              <p:cNvSpPr/>
              <p:nvPr/>
            </p:nvSpPr>
            <p:spPr>
              <a:xfrm>
                <a:off x="6949784" y="3849334"/>
                <a:ext cx="140861" cy="90770"/>
              </a:xfrm>
              <a:custGeom>
                <a:avLst/>
                <a:gdLst/>
                <a:ahLst/>
                <a:cxnLst/>
                <a:rect l="l" t="t" r="r" b="b"/>
                <a:pathLst>
                  <a:path w="1198" h="772" extrusionOk="0">
                    <a:moveTo>
                      <a:pt x="1148" y="1"/>
                    </a:moveTo>
                    <a:lnTo>
                      <a:pt x="691" y="67"/>
                    </a:lnTo>
                    <a:cubicBezTo>
                      <a:pt x="691" y="66"/>
                      <a:pt x="691" y="66"/>
                      <a:pt x="691" y="66"/>
                    </a:cubicBezTo>
                    <a:lnTo>
                      <a:pt x="691" y="66"/>
                    </a:lnTo>
                    <a:cubicBezTo>
                      <a:pt x="690" y="66"/>
                      <a:pt x="1" y="671"/>
                      <a:pt x="152" y="757"/>
                    </a:cubicBezTo>
                    <a:cubicBezTo>
                      <a:pt x="169" y="767"/>
                      <a:pt x="192" y="771"/>
                      <a:pt x="219" y="771"/>
                    </a:cubicBezTo>
                    <a:cubicBezTo>
                      <a:pt x="435" y="771"/>
                      <a:pt x="917" y="496"/>
                      <a:pt x="937" y="496"/>
                    </a:cubicBezTo>
                    <a:cubicBezTo>
                      <a:pt x="959" y="496"/>
                      <a:pt x="1198" y="453"/>
                      <a:pt x="1198" y="301"/>
                    </a:cubicBezTo>
                    <a:cubicBezTo>
                      <a:pt x="1196" y="199"/>
                      <a:pt x="1180" y="98"/>
                      <a:pt x="11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51"/>
              <p:cNvSpPr/>
              <p:nvPr/>
            </p:nvSpPr>
            <p:spPr>
              <a:xfrm>
                <a:off x="7013750" y="3764204"/>
                <a:ext cx="94769" cy="120517"/>
              </a:xfrm>
              <a:custGeom>
                <a:avLst/>
                <a:gdLst/>
                <a:ahLst/>
                <a:cxnLst/>
                <a:rect l="l" t="t" r="r" b="b"/>
                <a:pathLst>
                  <a:path w="806" h="1025" extrusionOk="0">
                    <a:moveTo>
                      <a:pt x="806" y="0"/>
                    </a:moveTo>
                    <a:lnTo>
                      <a:pt x="306" y="240"/>
                    </a:lnTo>
                    <a:cubicBezTo>
                      <a:pt x="306" y="263"/>
                      <a:pt x="197" y="741"/>
                      <a:pt x="197" y="741"/>
                    </a:cubicBezTo>
                    <a:cubicBezTo>
                      <a:pt x="197" y="741"/>
                      <a:pt x="0" y="893"/>
                      <a:pt x="132" y="1002"/>
                    </a:cubicBezTo>
                    <a:cubicBezTo>
                      <a:pt x="150" y="1018"/>
                      <a:pt x="173" y="1024"/>
                      <a:pt x="198" y="1024"/>
                    </a:cubicBezTo>
                    <a:cubicBezTo>
                      <a:pt x="348" y="1024"/>
                      <a:pt x="588" y="785"/>
                      <a:pt x="588" y="785"/>
                    </a:cubicBezTo>
                    <a:lnTo>
                      <a:pt x="806" y="0"/>
                    </a:lnTo>
                    <a:close/>
                  </a:path>
                </a:pathLst>
              </a:custGeom>
              <a:solidFill>
                <a:srgbClr val="8429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51"/>
              <p:cNvSpPr/>
              <p:nvPr/>
            </p:nvSpPr>
            <p:spPr>
              <a:xfrm>
                <a:off x="7036326" y="3163474"/>
                <a:ext cx="531462" cy="650321"/>
              </a:xfrm>
              <a:custGeom>
                <a:avLst/>
                <a:gdLst/>
                <a:ahLst/>
                <a:cxnLst/>
                <a:rect l="l" t="t" r="r" b="b"/>
                <a:pathLst>
                  <a:path w="4520" h="5531" extrusionOk="0">
                    <a:moveTo>
                      <a:pt x="3879" y="1"/>
                    </a:moveTo>
                    <a:cubicBezTo>
                      <a:pt x="3758" y="1"/>
                      <a:pt x="3606" y="19"/>
                      <a:pt x="3442" y="48"/>
                    </a:cubicBezTo>
                    <a:cubicBezTo>
                      <a:pt x="2924" y="141"/>
                      <a:pt x="2282" y="346"/>
                      <a:pt x="2117" y="428"/>
                    </a:cubicBezTo>
                    <a:cubicBezTo>
                      <a:pt x="2029" y="475"/>
                      <a:pt x="1947" y="533"/>
                      <a:pt x="1875" y="601"/>
                    </a:cubicBezTo>
                    <a:cubicBezTo>
                      <a:pt x="1854" y="519"/>
                      <a:pt x="1832" y="458"/>
                      <a:pt x="1811" y="428"/>
                    </a:cubicBezTo>
                    <a:lnTo>
                      <a:pt x="788" y="995"/>
                    </a:lnTo>
                    <a:lnTo>
                      <a:pt x="727" y="1329"/>
                    </a:lnTo>
                    <a:cubicBezTo>
                      <a:pt x="542" y="2353"/>
                      <a:pt x="1" y="5382"/>
                      <a:pt x="92" y="5437"/>
                    </a:cubicBezTo>
                    <a:cubicBezTo>
                      <a:pt x="157" y="5476"/>
                      <a:pt x="293" y="5530"/>
                      <a:pt x="405" y="5530"/>
                    </a:cubicBezTo>
                    <a:cubicBezTo>
                      <a:pt x="480" y="5530"/>
                      <a:pt x="544" y="5506"/>
                      <a:pt x="570" y="5437"/>
                    </a:cubicBezTo>
                    <a:cubicBezTo>
                      <a:pt x="630" y="5279"/>
                      <a:pt x="1798" y="2315"/>
                      <a:pt x="2017" y="1758"/>
                    </a:cubicBezTo>
                    <a:lnTo>
                      <a:pt x="2203" y="1691"/>
                    </a:lnTo>
                    <a:cubicBezTo>
                      <a:pt x="2203" y="1691"/>
                      <a:pt x="2734" y="1380"/>
                      <a:pt x="3243" y="1019"/>
                    </a:cubicBezTo>
                    <a:cubicBezTo>
                      <a:pt x="3298" y="980"/>
                      <a:pt x="3353" y="941"/>
                      <a:pt x="3407" y="901"/>
                    </a:cubicBezTo>
                    <a:lnTo>
                      <a:pt x="3407" y="901"/>
                    </a:lnTo>
                    <a:cubicBezTo>
                      <a:pt x="3366" y="1128"/>
                      <a:pt x="3322" y="1410"/>
                      <a:pt x="3287" y="1678"/>
                    </a:cubicBezTo>
                    <a:cubicBezTo>
                      <a:pt x="3224" y="2174"/>
                      <a:pt x="3192" y="2629"/>
                      <a:pt x="3283" y="2629"/>
                    </a:cubicBezTo>
                    <a:cubicBezTo>
                      <a:pt x="3286" y="2629"/>
                      <a:pt x="3289" y="2629"/>
                      <a:pt x="3292" y="2628"/>
                    </a:cubicBezTo>
                    <a:cubicBezTo>
                      <a:pt x="3510" y="2562"/>
                      <a:pt x="3532" y="2605"/>
                      <a:pt x="3575" y="2562"/>
                    </a:cubicBezTo>
                    <a:cubicBezTo>
                      <a:pt x="3618" y="2519"/>
                      <a:pt x="4519" y="141"/>
                      <a:pt x="4134" y="66"/>
                    </a:cubicBezTo>
                    <a:cubicBezTo>
                      <a:pt x="4095" y="20"/>
                      <a:pt x="4003" y="1"/>
                      <a:pt x="38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51"/>
              <p:cNvSpPr/>
              <p:nvPr/>
            </p:nvSpPr>
            <p:spPr>
              <a:xfrm>
                <a:off x="7121927" y="3169118"/>
                <a:ext cx="319230" cy="150852"/>
              </a:xfrm>
              <a:custGeom>
                <a:avLst/>
                <a:gdLst/>
                <a:ahLst/>
                <a:cxnLst/>
                <a:rect l="l" t="t" r="r" b="b"/>
                <a:pathLst>
                  <a:path w="2715" h="1283" extrusionOk="0">
                    <a:moveTo>
                      <a:pt x="2714" y="0"/>
                    </a:moveTo>
                    <a:lnTo>
                      <a:pt x="2714" y="0"/>
                    </a:lnTo>
                    <a:cubicBezTo>
                      <a:pt x="2196" y="93"/>
                      <a:pt x="1554" y="298"/>
                      <a:pt x="1389" y="382"/>
                    </a:cubicBezTo>
                    <a:cubicBezTo>
                      <a:pt x="1301" y="428"/>
                      <a:pt x="1220" y="486"/>
                      <a:pt x="1147" y="553"/>
                    </a:cubicBezTo>
                    <a:cubicBezTo>
                      <a:pt x="1126" y="471"/>
                      <a:pt x="1105" y="410"/>
                      <a:pt x="1085" y="382"/>
                    </a:cubicBezTo>
                    <a:lnTo>
                      <a:pt x="62" y="947"/>
                    </a:lnTo>
                    <a:lnTo>
                      <a:pt x="1" y="1283"/>
                    </a:lnTo>
                    <a:cubicBezTo>
                      <a:pt x="108" y="1201"/>
                      <a:pt x="303" y="1081"/>
                      <a:pt x="627" y="969"/>
                    </a:cubicBezTo>
                    <a:cubicBezTo>
                      <a:pt x="1182" y="777"/>
                      <a:pt x="2655" y="188"/>
                      <a:pt x="271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51"/>
              <p:cNvSpPr/>
              <p:nvPr/>
            </p:nvSpPr>
            <p:spPr>
              <a:xfrm>
                <a:off x="7118753" y="2871516"/>
                <a:ext cx="275255" cy="414108"/>
              </a:xfrm>
              <a:custGeom>
                <a:avLst/>
                <a:gdLst/>
                <a:ahLst/>
                <a:cxnLst/>
                <a:rect l="l" t="t" r="r" b="b"/>
                <a:pathLst>
                  <a:path w="2341" h="3522" extrusionOk="0">
                    <a:moveTo>
                      <a:pt x="2065" y="0"/>
                    </a:moveTo>
                    <a:cubicBezTo>
                      <a:pt x="2016" y="0"/>
                      <a:pt x="1960" y="18"/>
                      <a:pt x="1894" y="59"/>
                    </a:cubicBezTo>
                    <a:lnTo>
                      <a:pt x="1089" y="387"/>
                    </a:lnTo>
                    <a:cubicBezTo>
                      <a:pt x="1089" y="387"/>
                      <a:pt x="593" y="181"/>
                      <a:pt x="284" y="181"/>
                    </a:cubicBezTo>
                    <a:cubicBezTo>
                      <a:pt x="154" y="181"/>
                      <a:pt x="57" y="218"/>
                      <a:pt x="44" y="321"/>
                    </a:cubicBezTo>
                    <a:cubicBezTo>
                      <a:pt x="1" y="669"/>
                      <a:pt x="218" y="1584"/>
                      <a:pt x="218" y="1693"/>
                    </a:cubicBezTo>
                    <a:cubicBezTo>
                      <a:pt x="218" y="1802"/>
                      <a:pt x="44" y="3500"/>
                      <a:pt x="130" y="3521"/>
                    </a:cubicBezTo>
                    <a:cubicBezTo>
                      <a:pt x="132" y="3522"/>
                      <a:pt x="135" y="3522"/>
                      <a:pt x="138" y="3522"/>
                    </a:cubicBezTo>
                    <a:cubicBezTo>
                      <a:pt x="291" y="3522"/>
                      <a:pt x="1982" y="3016"/>
                      <a:pt x="1960" y="2825"/>
                    </a:cubicBezTo>
                    <a:cubicBezTo>
                      <a:pt x="1938" y="2628"/>
                      <a:pt x="2221" y="931"/>
                      <a:pt x="2287" y="604"/>
                    </a:cubicBezTo>
                    <a:cubicBezTo>
                      <a:pt x="2340" y="339"/>
                      <a:pt x="2278" y="0"/>
                      <a:pt x="20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51"/>
              <p:cNvSpPr/>
              <p:nvPr/>
            </p:nvSpPr>
            <p:spPr>
              <a:xfrm>
                <a:off x="7193301" y="2739235"/>
                <a:ext cx="184365" cy="372721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3170" extrusionOk="0">
                    <a:moveTo>
                      <a:pt x="1329" y="875"/>
                    </a:moveTo>
                    <a:cubicBezTo>
                      <a:pt x="1329" y="988"/>
                      <a:pt x="1323" y="1103"/>
                      <a:pt x="1308" y="1215"/>
                    </a:cubicBezTo>
                    <a:cubicBezTo>
                      <a:pt x="1290" y="1339"/>
                      <a:pt x="1265" y="1461"/>
                      <a:pt x="1229" y="1580"/>
                    </a:cubicBezTo>
                    <a:cubicBezTo>
                      <a:pt x="1199" y="1680"/>
                      <a:pt x="1164" y="1780"/>
                      <a:pt x="1143" y="1883"/>
                    </a:cubicBezTo>
                    <a:cubicBezTo>
                      <a:pt x="1137" y="1862"/>
                      <a:pt x="1132" y="1840"/>
                      <a:pt x="1131" y="1817"/>
                    </a:cubicBezTo>
                    <a:cubicBezTo>
                      <a:pt x="1152" y="1606"/>
                      <a:pt x="1208" y="1400"/>
                      <a:pt x="1260" y="1194"/>
                    </a:cubicBezTo>
                    <a:cubicBezTo>
                      <a:pt x="1287" y="1090"/>
                      <a:pt x="1311" y="982"/>
                      <a:pt x="1329" y="875"/>
                    </a:cubicBezTo>
                    <a:close/>
                    <a:moveTo>
                      <a:pt x="761" y="1"/>
                    </a:moveTo>
                    <a:cubicBezTo>
                      <a:pt x="668" y="1"/>
                      <a:pt x="576" y="15"/>
                      <a:pt x="487" y="44"/>
                    </a:cubicBezTo>
                    <a:cubicBezTo>
                      <a:pt x="379" y="76"/>
                      <a:pt x="281" y="131"/>
                      <a:pt x="197" y="206"/>
                    </a:cubicBezTo>
                    <a:cubicBezTo>
                      <a:pt x="115" y="279"/>
                      <a:pt x="56" y="374"/>
                      <a:pt x="29" y="480"/>
                    </a:cubicBezTo>
                    <a:cubicBezTo>
                      <a:pt x="0" y="584"/>
                      <a:pt x="8" y="696"/>
                      <a:pt x="51" y="796"/>
                    </a:cubicBezTo>
                    <a:cubicBezTo>
                      <a:pt x="62" y="818"/>
                      <a:pt x="75" y="841"/>
                      <a:pt x="90" y="862"/>
                    </a:cubicBezTo>
                    <a:cubicBezTo>
                      <a:pt x="91" y="863"/>
                      <a:pt x="93" y="865"/>
                      <a:pt x="94" y="866"/>
                    </a:cubicBezTo>
                    <a:cubicBezTo>
                      <a:pt x="84" y="950"/>
                      <a:pt x="82" y="1033"/>
                      <a:pt x="91" y="1118"/>
                    </a:cubicBezTo>
                    <a:cubicBezTo>
                      <a:pt x="96" y="1158"/>
                      <a:pt x="105" y="1199"/>
                      <a:pt x="120" y="1237"/>
                    </a:cubicBezTo>
                    <a:cubicBezTo>
                      <a:pt x="133" y="1275"/>
                      <a:pt x="151" y="1310"/>
                      <a:pt x="170" y="1346"/>
                    </a:cubicBezTo>
                    <a:cubicBezTo>
                      <a:pt x="190" y="1382"/>
                      <a:pt x="211" y="1418"/>
                      <a:pt x="227" y="1455"/>
                    </a:cubicBezTo>
                    <a:cubicBezTo>
                      <a:pt x="243" y="1491"/>
                      <a:pt x="257" y="1528"/>
                      <a:pt x="266" y="1567"/>
                    </a:cubicBezTo>
                    <a:cubicBezTo>
                      <a:pt x="284" y="1644"/>
                      <a:pt x="293" y="1725"/>
                      <a:pt x="290" y="1806"/>
                    </a:cubicBezTo>
                    <a:cubicBezTo>
                      <a:pt x="288" y="1967"/>
                      <a:pt x="258" y="2125"/>
                      <a:pt x="248" y="2284"/>
                    </a:cubicBezTo>
                    <a:cubicBezTo>
                      <a:pt x="236" y="2435"/>
                      <a:pt x="240" y="2591"/>
                      <a:pt x="297" y="2733"/>
                    </a:cubicBezTo>
                    <a:cubicBezTo>
                      <a:pt x="349" y="2864"/>
                      <a:pt x="446" y="2975"/>
                      <a:pt x="570" y="3045"/>
                    </a:cubicBezTo>
                    <a:cubicBezTo>
                      <a:pt x="695" y="3115"/>
                      <a:pt x="835" y="3158"/>
                      <a:pt x="980" y="3167"/>
                    </a:cubicBezTo>
                    <a:cubicBezTo>
                      <a:pt x="1002" y="3169"/>
                      <a:pt x="1025" y="3170"/>
                      <a:pt x="1047" y="3170"/>
                    </a:cubicBezTo>
                    <a:cubicBezTo>
                      <a:pt x="1182" y="3170"/>
                      <a:pt x="1317" y="3137"/>
                      <a:pt x="1422" y="3049"/>
                    </a:cubicBezTo>
                    <a:cubicBezTo>
                      <a:pt x="1477" y="3004"/>
                      <a:pt x="1517" y="2945"/>
                      <a:pt x="1541" y="2878"/>
                    </a:cubicBezTo>
                    <a:cubicBezTo>
                      <a:pt x="1563" y="2805"/>
                      <a:pt x="1568" y="2727"/>
                      <a:pt x="1551" y="2653"/>
                    </a:cubicBezTo>
                    <a:cubicBezTo>
                      <a:pt x="1520" y="2493"/>
                      <a:pt x="1423" y="2360"/>
                      <a:pt x="1331" y="2231"/>
                    </a:cubicBezTo>
                    <a:cubicBezTo>
                      <a:pt x="1268" y="2146"/>
                      <a:pt x="1205" y="2055"/>
                      <a:pt x="1167" y="1956"/>
                    </a:cubicBezTo>
                    <a:cubicBezTo>
                      <a:pt x="1183" y="1837"/>
                      <a:pt x="1225" y="1722"/>
                      <a:pt x="1259" y="1607"/>
                    </a:cubicBezTo>
                    <a:cubicBezTo>
                      <a:pt x="1331" y="1370"/>
                      <a:pt x="1363" y="1124"/>
                      <a:pt x="1360" y="877"/>
                    </a:cubicBezTo>
                    <a:cubicBezTo>
                      <a:pt x="1359" y="811"/>
                      <a:pt x="1354" y="745"/>
                      <a:pt x="1348" y="680"/>
                    </a:cubicBezTo>
                    <a:cubicBezTo>
                      <a:pt x="1351" y="602"/>
                      <a:pt x="1347" y="525"/>
                      <a:pt x="1335" y="449"/>
                    </a:cubicBezTo>
                    <a:cubicBezTo>
                      <a:pt x="1316" y="332"/>
                      <a:pt x="1266" y="220"/>
                      <a:pt x="1177" y="141"/>
                    </a:cubicBezTo>
                    <a:cubicBezTo>
                      <a:pt x="1086" y="64"/>
                      <a:pt x="974" y="16"/>
                      <a:pt x="855" y="6"/>
                    </a:cubicBezTo>
                    <a:cubicBezTo>
                      <a:pt x="824" y="2"/>
                      <a:pt x="792" y="1"/>
                      <a:pt x="7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51"/>
              <p:cNvSpPr/>
              <p:nvPr/>
            </p:nvSpPr>
            <p:spPr>
              <a:xfrm>
                <a:off x="7128042" y="2984513"/>
                <a:ext cx="25985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1805" extrusionOk="0">
                    <a:moveTo>
                      <a:pt x="11" y="1"/>
                    </a:moveTo>
                    <a:cubicBezTo>
                      <a:pt x="6" y="1"/>
                      <a:pt x="1" y="5"/>
                      <a:pt x="1" y="12"/>
                    </a:cubicBezTo>
                    <a:cubicBezTo>
                      <a:pt x="2" y="37"/>
                      <a:pt x="7" y="63"/>
                      <a:pt x="14" y="88"/>
                    </a:cubicBezTo>
                    <a:cubicBezTo>
                      <a:pt x="20" y="113"/>
                      <a:pt x="26" y="140"/>
                      <a:pt x="32" y="167"/>
                    </a:cubicBezTo>
                    <a:cubicBezTo>
                      <a:pt x="44" y="219"/>
                      <a:pt x="54" y="273"/>
                      <a:pt x="65" y="325"/>
                    </a:cubicBezTo>
                    <a:cubicBezTo>
                      <a:pt x="83" y="431"/>
                      <a:pt x="99" y="535"/>
                      <a:pt x="114" y="641"/>
                    </a:cubicBezTo>
                    <a:cubicBezTo>
                      <a:pt x="118" y="672"/>
                      <a:pt x="123" y="702"/>
                      <a:pt x="126" y="732"/>
                    </a:cubicBezTo>
                    <a:cubicBezTo>
                      <a:pt x="129" y="754"/>
                      <a:pt x="132" y="775"/>
                      <a:pt x="136" y="798"/>
                    </a:cubicBezTo>
                    <a:cubicBezTo>
                      <a:pt x="127" y="825"/>
                      <a:pt x="123" y="853"/>
                      <a:pt x="121" y="881"/>
                    </a:cubicBezTo>
                    <a:cubicBezTo>
                      <a:pt x="116" y="956"/>
                      <a:pt x="110" y="1029"/>
                      <a:pt x="104" y="1103"/>
                    </a:cubicBezTo>
                    <a:cubicBezTo>
                      <a:pt x="92" y="1251"/>
                      <a:pt x="80" y="1399"/>
                      <a:pt x="69" y="1546"/>
                    </a:cubicBezTo>
                    <a:cubicBezTo>
                      <a:pt x="66" y="1588"/>
                      <a:pt x="63" y="1630"/>
                      <a:pt x="60" y="1672"/>
                    </a:cubicBezTo>
                    <a:cubicBezTo>
                      <a:pt x="59" y="1691"/>
                      <a:pt x="57" y="1712"/>
                      <a:pt x="56" y="1731"/>
                    </a:cubicBezTo>
                    <a:cubicBezTo>
                      <a:pt x="53" y="1752"/>
                      <a:pt x="53" y="1774"/>
                      <a:pt x="53" y="1795"/>
                    </a:cubicBezTo>
                    <a:cubicBezTo>
                      <a:pt x="54" y="1801"/>
                      <a:pt x="58" y="1804"/>
                      <a:pt x="62" y="1804"/>
                    </a:cubicBezTo>
                    <a:cubicBezTo>
                      <a:pt x="65" y="1804"/>
                      <a:pt x="69" y="1802"/>
                      <a:pt x="71" y="1798"/>
                    </a:cubicBezTo>
                    <a:cubicBezTo>
                      <a:pt x="77" y="1764"/>
                      <a:pt x="80" y="1728"/>
                      <a:pt x="81" y="1692"/>
                    </a:cubicBezTo>
                    <a:cubicBezTo>
                      <a:pt x="84" y="1658"/>
                      <a:pt x="87" y="1622"/>
                      <a:pt x="90" y="1588"/>
                    </a:cubicBezTo>
                    <a:cubicBezTo>
                      <a:pt x="98" y="1516"/>
                      <a:pt x="104" y="1445"/>
                      <a:pt x="110" y="1373"/>
                    </a:cubicBezTo>
                    <a:cubicBezTo>
                      <a:pt x="121" y="1232"/>
                      <a:pt x="133" y="1090"/>
                      <a:pt x="144" y="948"/>
                    </a:cubicBezTo>
                    <a:cubicBezTo>
                      <a:pt x="145" y="911"/>
                      <a:pt x="150" y="872"/>
                      <a:pt x="156" y="835"/>
                    </a:cubicBezTo>
                    <a:cubicBezTo>
                      <a:pt x="159" y="802"/>
                      <a:pt x="178" y="774"/>
                      <a:pt x="208" y="760"/>
                    </a:cubicBezTo>
                    <a:cubicBezTo>
                      <a:pt x="221" y="753"/>
                      <a:pt x="212" y="735"/>
                      <a:pt x="199" y="735"/>
                    </a:cubicBezTo>
                    <a:cubicBezTo>
                      <a:pt x="199" y="735"/>
                      <a:pt x="198" y="735"/>
                      <a:pt x="198" y="735"/>
                    </a:cubicBezTo>
                    <a:cubicBezTo>
                      <a:pt x="178" y="740"/>
                      <a:pt x="163" y="750"/>
                      <a:pt x="153" y="765"/>
                    </a:cubicBezTo>
                    <a:cubicBezTo>
                      <a:pt x="153" y="756"/>
                      <a:pt x="153" y="745"/>
                      <a:pt x="151" y="737"/>
                    </a:cubicBezTo>
                    <a:cubicBezTo>
                      <a:pt x="148" y="711"/>
                      <a:pt x="145" y="684"/>
                      <a:pt x="142" y="658"/>
                    </a:cubicBezTo>
                    <a:cubicBezTo>
                      <a:pt x="138" y="605"/>
                      <a:pt x="130" y="552"/>
                      <a:pt x="123" y="499"/>
                    </a:cubicBezTo>
                    <a:cubicBezTo>
                      <a:pt x="108" y="394"/>
                      <a:pt x="89" y="288"/>
                      <a:pt x="66" y="183"/>
                    </a:cubicBezTo>
                    <a:cubicBezTo>
                      <a:pt x="60" y="152"/>
                      <a:pt x="53" y="122"/>
                      <a:pt x="47" y="92"/>
                    </a:cubicBezTo>
                    <a:cubicBezTo>
                      <a:pt x="41" y="63"/>
                      <a:pt x="32" y="34"/>
                      <a:pt x="20" y="6"/>
                    </a:cubicBezTo>
                    <a:cubicBezTo>
                      <a:pt x="18" y="2"/>
                      <a:pt x="15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51"/>
              <p:cNvSpPr/>
              <p:nvPr/>
            </p:nvSpPr>
            <p:spPr>
              <a:xfrm>
                <a:off x="7336048" y="2868576"/>
                <a:ext cx="36920" cy="14932"/>
              </a:xfrm>
              <a:custGeom>
                <a:avLst/>
                <a:gdLst/>
                <a:ahLst/>
                <a:cxnLst/>
                <a:rect l="l" t="t" r="r" b="b"/>
                <a:pathLst>
                  <a:path w="314" h="127" extrusionOk="0">
                    <a:moveTo>
                      <a:pt x="196" y="1"/>
                    </a:moveTo>
                    <a:cubicBezTo>
                      <a:pt x="187" y="1"/>
                      <a:pt x="178" y="1"/>
                      <a:pt x="169" y="3"/>
                    </a:cubicBezTo>
                    <a:cubicBezTo>
                      <a:pt x="102" y="15"/>
                      <a:pt x="52" y="61"/>
                      <a:pt x="8" y="111"/>
                    </a:cubicBezTo>
                    <a:cubicBezTo>
                      <a:pt x="1" y="117"/>
                      <a:pt x="7" y="127"/>
                      <a:pt x="14" y="127"/>
                    </a:cubicBezTo>
                    <a:cubicBezTo>
                      <a:pt x="17" y="127"/>
                      <a:pt x="19" y="126"/>
                      <a:pt x="21" y="124"/>
                    </a:cubicBezTo>
                    <a:cubicBezTo>
                      <a:pt x="63" y="88"/>
                      <a:pt x="109" y="49"/>
                      <a:pt x="164" y="37"/>
                    </a:cubicBezTo>
                    <a:cubicBezTo>
                      <a:pt x="174" y="35"/>
                      <a:pt x="184" y="34"/>
                      <a:pt x="194" y="34"/>
                    </a:cubicBezTo>
                    <a:cubicBezTo>
                      <a:pt x="209" y="34"/>
                      <a:pt x="225" y="37"/>
                      <a:pt x="239" y="42"/>
                    </a:cubicBezTo>
                    <a:cubicBezTo>
                      <a:pt x="249" y="46"/>
                      <a:pt x="260" y="52"/>
                      <a:pt x="267" y="60"/>
                    </a:cubicBezTo>
                    <a:cubicBezTo>
                      <a:pt x="276" y="69"/>
                      <a:pt x="282" y="79"/>
                      <a:pt x="294" y="84"/>
                    </a:cubicBezTo>
                    <a:cubicBezTo>
                      <a:pt x="295" y="84"/>
                      <a:pt x="296" y="84"/>
                      <a:pt x="296" y="84"/>
                    </a:cubicBezTo>
                    <a:cubicBezTo>
                      <a:pt x="302" y="84"/>
                      <a:pt x="308" y="80"/>
                      <a:pt x="310" y="75"/>
                    </a:cubicBezTo>
                    <a:cubicBezTo>
                      <a:pt x="313" y="46"/>
                      <a:pt x="279" y="24"/>
                      <a:pt x="257" y="14"/>
                    </a:cubicBezTo>
                    <a:cubicBezTo>
                      <a:pt x="238" y="5"/>
                      <a:pt x="217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51"/>
              <p:cNvSpPr/>
              <p:nvPr/>
            </p:nvSpPr>
            <p:spPr>
              <a:xfrm>
                <a:off x="7129335" y="2889271"/>
                <a:ext cx="90772" cy="17401"/>
              </a:xfrm>
              <a:custGeom>
                <a:avLst/>
                <a:gdLst/>
                <a:ahLst/>
                <a:cxnLst/>
                <a:rect l="l" t="t" r="r" b="b"/>
                <a:pathLst>
                  <a:path w="772" h="148" extrusionOk="0">
                    <a:moveTo>
                      <a:pt x="220" y="1"/>
                    </a:moveTo>
                    <a:cubicBezTo>
                      <a:pt x="198" y="1"/>
                      <a:pt x="177" y="2"/>
                      <a:pt x="155" y="5"/>
                    </a:cubicBezTo>
                    <a:cubicBezTo>
                      <a:pt x="103" y="12"/>
                      <a:pt x="45" y="24"/>
                      <a:pt x="6" y="60"/>
                    </a:cubicBezTo>
                    <a:cubicBezTo>
                      <a:pt x="1" y="65"/>
                      <a:pt x="5" y="75"/>
                      <a:pt x="13" y="75"/>
                    </a:cubicBezTo>
                    <a:cubicBezTo>
                      <a:pt x="14" y="75"/>
                      <a:pt x="14" y="75"/>
                      <a:pt x="15" y="75"/>
                    </a:cubicBezTo>
                    <a:cubicBezTo>
                      <a:pt x="58" y="60"/>
                      <a:pt x="103" y="46"/>
                      <a:pt x="148" y="37"/>
                    </a:cubicBezTo>
                    <a:cubicBezTo>
                      <a:pt x="172" y="34"/>
                      <a:pt x="197" y="33"/>
                      <a:pt x="221" y="33"/>
                    </a:cubicBezTo>
                    <a:cubicBezTo>
                      <a:pt x="245" y="33"/>
                      <a:pt x="269" y="34"/>
                      <a:pt x="292" y="37"/>
                    </a:cubicBezTo>
                    <a:cubicBezTo>
                      <a:pt x="395" y="48"/>
                      <a:pt x="492" y="82"/>
                      <a:pt x="589" y="112"/>
                    </a:cubicBezTo>
                    <a:cubicBezTo>
                      <a:pt x="644" y="128"/>
                      <a:pt x="700" y="148"/>
                      <a:pt x="758" y="148"/>
                    </a:cubicBezTo>
                    <a:cubicBezTo>
                      <a:pt x="760" y="148"/>
                      <a:pt x="762" y="148"/>
                      <a:pt x="764" y="148"/>
                    </a:cubicBezTo>
                    <a:cubicBezTo>
                      <a:pt x="768" y="146"/>
                      <a:pt x="771" y="140"/>
                      <a:pt x="767" y="137"/>
                    </a:cubicBezTo>
                    <a:cubicBezTo>
                      <a:pt x="716" y="118"/>
                      <a:pt x="664" y="102"/>
                      <a:pt x="612" y="88"/>
                    </a:cubicBezTo>
                    <a:cubicBezTo>
                      <a:pt x="559" y="72"/>
                      <a:pt x="507" y="54"/>
                      <a:pt x="453" y="39"/>
                    </a:cubicBezTo>
                    <a:cubicBezTo>
                      <a:pt x="377" y="17"/>
                      <a:pt x="299" y="1"/>
                      <a:pt x="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51"/>
              <p:cNvSpPr/>
              <p:nvPr/>
            </p:nvSpPr>
            <p:spPr>
              <a:xfrm>
                <a:off x="7128042" y="3176408"/>
                <a:ext cx="225401" cy="111934"/>
              </a:xfrm>
              <a:custGeom>
                <a:avLst/>
                <a:gdLst/>
                <a:ahLst/>
                <a:cxnLst/>
                <a:rect l="l" t="t" r="r" b="b"/>
                <a:pathLst>
                  <a:path w="1917" h="952" extrusionOk="0">
                    <a:moveTo>
                      <a:pt x="1900" y="1"/>
                    </a:moveTo>
                    <a:cubicBezTo>
                      <a:pt x="1885" y="1"/>
                      <a:pt x="1882" y="22"/>
                      <a:pt x="1880" y="32"/>
                    </a:cubicBezTo>
                    <a:cubicBezTo>
                      <a:pt x="1877" y="47"/>
                      <a:pt x="1874" y="62"/>
                      <a:pt x="1872" y="75"/>
                    </a:cubicBezTo>
                    <a:cubicBezTo>
                      <a:pt x="1868" y="102"/>
                      <a:pt x="1866" y="127"/>
                      <a:pt x="1868" y="154"/>
                    </a:cubicBezTo>
                    <a:cubicBezTo>
                      <a:pt x="1844" y="159"/>
                      <a:pt x="1820" y="163"/>
                      <a:pt x="1796" y="168"/>
                    </a:cubicBezTo>
                    <a:cubicBezTo>
                      <a:pt x="1780" y="172"/>
                      <a:pt x="1783" y="199"/>
                      <a:pt x="1799" y="199"/>
                    </a:cubicBezTo>
                    <a:cubicBezTo>
                      <a:pt x="1800" y="199"/>
                      <a:pt x="1800" y="199"/>
                      <a:pt x="1801" y="199"/>
                    </a:cubicBezTo>
                    <a:cubicBezTo>
                      <a:pt x="1823" y="196"/>
                      <a:pt x="1845" y="193"/>
                      <a:pt x="1868" y="190"/>
                    </a:cubicBezTo>
                    <a:lnTo>
                      <a:pt x="1868" y="190"/>
                    </a:lnTo>
                    <a:cubicBezTo>
                      <a:pt x="1865" y="244"/>
                      <a:pt x="1820" y="286"/>
                      <a:pt x="1777" y="312"/>
                    </a:cubicBezTo>
                    <a:cubicBezTo>
                      <a:pt x="1717" y="342"/>
                      <a:pt x="1657" y="371"/>
                      <a:pt x="1596" y="394"/>
                    </a:cubicBezTo>
                    <a:cubicBezTo>
                      <a:pt x="1470" y="448"/>
                      <a:pt x="1341" y="500"/>
                      <a:pt x="1213" y="549"/>
                    </a:cubicBezTo>
                    <a:cubicBezTo>
                      <a:pt x="955" y="649"/>
                      <a:pt x="693" y="740"/>
                      <a:pt x="429" y="824"/>
                    </a:cubicBezTo>
                    <a:cubicBezTo>
                      <a:pt x="354" y="846"/>
                      <a:pt x="281" y="870"/>
                      <a:pt x="206" y="891"/>
                    </a:cubicBezTo>
                    <a:cubicBezTo>
                      <a:pt x="172" y="901"/>
                      <a:pt x="133" y="918"/>
                      <a:pt x="98" y="918"/>
                    </a:cubicBezTo>
                    <a:cubicBezTo>
                      <a:pt x="68" y="918"/>
                      <a:pt x="31" y="897"/>
                      <a:pt x="38" y="863"/>
                    </a:cubicBezTo>
                    <a:lnTo>
                      <a:pt x="47" y="855"/>
                    </a:lnTo>
                    <a:cubicBezTo>
                      <a:pt x="53" y="851"/>
                      <a:pt x="60" y="846"/>
                      <a:pt x="66" y="843"/>
                    </a:cubicBezTo>
                    <a:cubicBezTo>
                      <a:pt x="69" y="842"/>
                      <a:pt x="74" y="840"/>
                      <a:pt x="77" y="839"/>
                    </a:cubicBezTo>
                    <a:lnTo>
                      <a:pt x="81" y="836"/>
                    </a:lnTo>
                    <a:lnTo>
                      <a:pt x="84" y="836"/>
                    </a:lnTo>
                    <a:cubicBezTo>
                      <a:pt x="89" y="834"/>
                      <a:pt x="93" y="834"/>
                      <a:pt x="96" y="833"/>
                    </a:cubicBezTo>
                    <a:cubicBezTo>
                      <a:pt x="101" y="830"/>
                      <a:pt x="105" y="827"/>
                      <a:pt x="108" y="824"/>
                    </a:cubicBezTo>
                    <a:cubicBezTo>
                      <a:pt x="113" y="819"/>
                      <a:pt x="111" y="810"/>
                      <a:pt x="104" y="809"/>
                    </a:cubicBezTo>
                    <a:cubicBezTo>
                      <a:pt x="100" y="808"/>
                      <a:pt x="97" y="807"/>
                      <a:pt x="94" y="807"/>
                    </a:cubicBezTo>
                    <a:cubicBezTo>
                      <a:pt x="93" y="807"/>
                      <a:pt x="91" y="807"/>
                      <a:pt x="90" y="807"/>
                    </a:cubicBezTo>
                    <a:cubicBezTo>
                      <a:pt x="86" y="807"/>
                      <a:pt x="81" y="809"/>
                      <a:pt x="77" y="810"/>
                    </a:cubicBezTo>
                    <a:cubicBezTo>
                      <a:pt x="60" y="815"/>
                      <a:pt x="45" y="824"/>
                      <a:pt x="33" y="834"/>
                    </a:cubicBezTo>
                    <a:lnTo>
                      <a:pt x="31" y="834"/>
                    </a:lnTo>
                    <a:cubicBezTo>
                      <a:pt x="31" y="782"/>
                      <a:pt x="29" y="728"/>
                      <a:pt x="29" y="676"/>
                    </a:cubicBezTo>
                    <a:cubicBezTo>
                      <a:pt x="29" y="645"/>
                      <a:pt x="31" y="615"/>
                      <a:pt x="32" y="584"/>
                    </a:cubicBezTo>
                    <a:cubicBezTo>
                      <a:pt x="32" y="569"/>
                      <a:pt x="33" y="554"/>
                      <a:pt x="33" y="538"/>
                    </a:cubicBezTo>
                    <a:cubicBezTo>
                      <a:pt x="36" y="523"/>
                      <a:pt x="35" y="508"/>
                      <a:pt x="32" y="493"/>
                    </a:cubicBezTo>
                    <a:cubicBezTo>
                      <a:pt x="30" y="489"/>
                      <a:pt x="27" y="488"/>
                      <a:pt x="23" y="488"/>
                    </a:cubicBezTo>
                    <a:cubicBezTo>
                      <a:pt x="21" y="488"/>
                      <a:pt x="18" y="489"/>
                      <a:pt x="17" y="491"/>
                    </a:cubicBezTo>
                    <a:cubicBezTo>
                      <a:pt x="11" y="503"/>
                      <a:pt x="8" y="517"/>
                      <a:pt x="8" y="530"/>
                    </a:cubicBezTo>
                    <a:cubicBezTo>
                      <a:pt x="5" y="547"/>
                      <a:pt x="5" y="563"/>
                      <a:pt x="4" y="579"/>
                    </a:cubicBezTo>
                    <a:cubicBezTo>
                      <a:pt x="2" y="611"/>
                      <a:pt x="2" y="642"/>
                      <a:pt x="2" y="673"/>
                    </a:cubicBezTo>
                    <a:cubicBezTo>
                      <a:pt x="1" y="736"/>
                      <a:pt x="4" y="799"/>
                      <a:pt x="11" y="863"/>
                    </a:cubicBezTo>
                    <a:cubicBezTo>
                      <a:pt x="11" y="864"/>
                      <a:pt x="11" y="866"/>
                      <a:pt x="14" y="869"/>
                    </a:cubicBezTo>
                    <a:cubicBezTo>
                      <a:pt x="10" y="889"/>
                      <a:pt x="19" y="912"/>
                      <a:pt x="35" y="927"/>
                    </a:cubicBezTo>
                    <a:cubicBezTo>
                      <a:pt x="54" y="943"/>
                      <a:pt x="77" y="951"/>
                      <a:pt x="101" y="951"/>
                    </a:cubicBezTo>
                    <a:cubicBezTo>
                      <a:pt x="108" y="951"/>
                      <a:pt x="115" y="950"/>
                      <a:pt x="121" y="949"/>
                    </a:cubicBezTo>
                    <a:cubicBezTo>
                      <a:pt x="156" y="943"/>
                      <a:pt x="192" y="934"/>
                      <a:pt x="224" y="924"/>
                    </a:cubicBezTo>
                    <a:lnTo>
                      <a:pt x="333" y="891"/>
                    </a:lnTo>
                    <a:cubicBezTo>
                      <a:pt x="475" y="849"/>
                      <a:pt x="617" y="804"/>
                      <a:pt x="757" y="757"/>
                    </a:cubicBezTo>
                    <a:cubicBezTo>
                      <a:pt x="1037" y="661"/>
                      <a:pt x="1313" y="555"/>
                      <a:pt x="1586" y="441"/>
                    </a:cubicBezTo>
                    <a:cubicBezTo>
                      <a:pt x="1623" y="424"/>
                      <a:pt x="1662" y="408"/>
                      <a:pt x="1701" y="391"/>
                    </a:cubicBezTo>
                    <a:cubicBezTo>
                      <a:pt x="1735" y="377"/>
                      <a:pt x="1769" y="360"/>
                      <a:pt x="1802" y="341"/>
                    </a:cubicBezTo>
                    <a:cubicBezTo>
                      <a:pt x="1863" y="303"/>
                      <a:pt x="1911" y="241"/>
                      <a:pt x="1900" y="166"/>
                    </a:cubicBezTo>
                    <a:cubicBezTo>
                      <a:pt x="1900" y="160"/>
                      <a:pt x="1896" y="156"/>
                      <a:pt x="1890" y="154"/>
                    </a:cubicBezTo>
                    <a:cubicBezTo>
                      <a:pt x="1893" y="130"/>
                      <a:pt x="1896" y="107"/>
                      <a:pt x="1899" y="83"/>
                    </a:cubicBezTo>
                    <a:cubicBezTo>
                      <a:pt x="1902" y="66"/>
                      <a:pt x="1905" y="51"/>
                      <a:pt x="1908" y="37"/>
                    </a:cubicBezTo>
                    <a:cubicBezTo>
                      <a:pt x="1911" y="28"/>
                      <a:pt x="1917" y="4"/>
                      <a:pt x="1902" y="1"/>
                    </a:cubicBezTo>
                    <a:cubicBezTo>
                      <a:pt x="1901" y="1"/>
                      <a:pt x="1901" y="1"/>
                      <a:pt x="19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51"/>
              <p:cNvSpPr/>
              <p:nvPr/>
            </p:nvSpPr>
            <p:spPr>
              <a:xfrm>
                <a:off x="7181543" y="3330912"/>
                <a:ext cx="162966" cy="264314"/>
              </a:xfrm>
              <a:custGeom>
                <a:avLst/>
                <a:gdLst/>
                <a:ahLst/>
                <a:cxnLst/>
                <a:rect l="l" t="t" r="r" b="b"/>
                <a:pathLst>
                  <a:path w="1386" h="2248" extrusionOk="0">
                    <a:moveTo>
                      <a:pt x="1364" y="0"/>
                    </a:moveTo>
                    <a:cubicBezTo>
                      <a:pt x="1363" y="0"/>
                      <a:pt x="1363" y="0"/>
                      <a:pt x="1362" y="0"/>
                    </a:cubicBezTo>
                    <a:cubicBezTo>
                      <a:pt x="1341" y="8"/>
                      <a:pt x="1320" y="18"/>
                      <a:pt x="1302" y="32"/>
                    </a:cubicBezTo>
                    <a:cubicBezTo>
                      <a:pt x="1283" y="44"/>
                      <a:pt x="1264" y="56"/>
                      <a:pt x="1243" y="66"/>
                    </a:cubicBezTo>
                    <a:cubicBezTo>
                      <a:pt x="1204" y="90"/>
                      <a:pt x="1164" y="112"/>
                      <a:pt x="1123" y="133"/>
                    </a:cubicBezTo>
                    <a:cubicBezTo>
                      <a:pt x="1043" y="176"/>
                      <a:pt x="961" y="217"/>
                      <a:pt x="879" y="255"/>
                    </a:cubicBezTo>
                    <a:lnTo>
                      <a:pt x="809" y="288"/>
                    </a:lnTo>
                    <a:cubicBezTo>
                      <a:pt x="795" y="294"/>
                      <a:pt x="782" y="300"/>
                      <a:pt x="768" y="306"/>
                    </a:cubicBezTo>
                    <a:cubicBezTo>
                      <a:pt x="764" y="301"/>
                      <a:pt x="759" y="299"/>
                      <a:pt x="754" y="299"/>
                    </a:cubicBezTo>
                    <a:cubicBezTo>
                      <a:pt x="746" y="299"/>
                      <a:pt x="738" y="304"/>
                      <a:pt x="736" y="312"/>
                    </a:cubicBezTo>
                    <a:cubicBezTo>
                      <a:pt x="660" y="569"/>
                      <a:pt x="576" y="822"/>
                      <a:pt x="485" y="1074"/>
                    </a:cubicBezTo>
                    <a:cubicBezTo>
                      <a:pt x="393" y="1325"/>
                      <a:pt x="294" y="1572"/>
                      <a:pt x="187" y="1818"/>
                    </a:cubicBezTo>
                    <a:cubicBezTo>
                      <a:pt x="157" y="1885"/>
                      <a:pt x="127" y="1954"/>
                      <a:pt x="97" y="2021"/>
                    </a:cubicBezTo>
                    <a:cubicBezTo>
                      <a:pt x="66" y="2090"/>
                      <a:pt x="36" y="2161"/>
                      <a:pt x="5" y="2230"/>
                    </a:cubicBezTo>
                    <a:cubicBezTo>
                      <a:pt x="1" y="2239"/>
                      <a:pt x="9" y="2248"/>
                      <a:pt x="16" y="2248"/>
                    </a:cubicBezTo>
                    <a:cubicBezTo>
                      <a:pt x="19" y="2248"/>
                      <a:pt x="23" y="2246"/>
                      <a:pt x="24" y="2242"/>
                    </a:cubicBezTo>
                    <a:cubicBezTo>
                      <a:pt x="54" y="2182"/>
                      <a:pt x="86" y="2122"/>
                      <a:pt x="114" y="2061"/>
                    </a:cubicBezTo>
                    <a:cubicBezTo>
                      <a:pt x="142" y="2000"/>
                      <a:pt x="170" y="1939"/>
                      <a:pt x="197" y="1878"/>
                    </a:cubicBezTo>
                    <a:cubicBezTo>
                      <a:pt x="253" y="1756"/>
                      <a:pt x="305" y="1632"/>
                      <a:pt x="355" y="1508"/>
                    </a:cubicBezTo>
                    <a:cubicBezTo>
                      <a:pt x="455" y="1259"/>
                      <a:pt x="549" y="1007"/>
                      <a:pt x="634" y="754"/>
                    </a:cubicBezTo>
                    <a:cubicBezTo>
                      <a:pt x="680" y="616"/>
                      <a:pt x="724" y="479"/>
                      <a:pt x="765" y="342"/>
                    </a:cubicBezTo>
                    <a:cubicBezTo>
                      <a:pt x="780" y="336"/>
                      <a:pt x="797" y="330"/>
                      <a:pt x="812" y="323"/>
                    </a:cubicBezTo>
                    <a:cubicBezTo>
                      <a:pt x="834" y="314"/>
                      <a:pt x="856" y="305"/>
                      <a:pt x="877" y="294"/>
                    </a:cubicBezTo>
                    <a:cubicBezTo>
                      <a:pt x="919" y="276"/>
                      <a:pt x="961" y="255"/>
                      <a:pt x="1001" y="236"/>
                    </a:cubicBezTo>
                    <a:cubicBezTo>
                      <a:pt x="1085" y="194"/>
                      <a:pt x="1167" y="151"/>
                      <a:pt x="1247" y="105"/>
                    </a:cubicBezTo>
                    <a:lnTo>
                      <a:pt x="1313" y="66"/>
                    </a:lnTo>
                    <a:cubicBezTo>
                      <a:pt x="1337" y="56"/>
                      <a:pt x="1359" y="39"/>
                      <a:pt x="1377" y="20"/>
                    </a:cubicBezTo>
                    <a:cubicBezTo>
                      <a:pt x="1385" y="11"/>
                      <a:pt x="1374" y="0"/>
                      <a:pt x="13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51"/>
              <p:cNvSpPr/>
              <p:nvPr/>
            </p:nvSpPr>
            <p:spPr>
              <a:xfrm>
                <a:off x="7272905" y="3237433"/>
                <a:ext cx="66198" cy="49618"/>
              </a:xfrm>
              <a:custGeom>
                <a:avLst/>
                <a:gdLst/>
                <a:ahLst/>
                <a:cxnLst/>
                <a:rect l="l" t="t" r="r" b="b"/>
                <a:pathLst>
                  <a:path w="563" h="422" extrusionOk="0">
                    <a:moveTo>
                      <a:pt x="516" y="0"/>
                    </a:moveTo>
                    <a:cubicBezTo>
                      <a:pt x="509" y="0"/>
                      <a:pt x="502" y="5"/>
                      <a:pt x="503" y="14"/>
                    </a:cubicBezTo>
                    <a:cubicBezTo>
                      <a:pt x="506" y="39"/>
                      <a:pt x="512" y="65"/>
                      <a:pt x="519" y="90"/>
                    </a:cubicBezTo>
                    <a:cubicBezTo>
                      <a:pt x="525" y="114"/>
                      <a:pt x="527" y="139"/>
                      <a:pt x="524" y="163"/>
                    </a:cubicBezTo>
                    <a:cubicBezTo>
                      <a:pt x="516" y="217"/>
                      <a:pt x="476" y="245"/>
                      <a:pt x="430" y="268"/>
                    </a:cubicBezTo>
                    <a:cubicBezTo>
                      <a:pt x="375" y="293"/>
                      <a:pt x="318" y="318"/>
                      <a:pt x="261" y="344"/>
                    </a:cubicBezTo>
                    <a:cubicBezTo>
                      <a:pt x="233" y="356"/>
                      <a:pt x="206" y="369"/>
                      <a:pt x="178" y="379"/>
                    </a:cubicBezTo>
                    <a:cubicBezTo>
                      <a:pt x="162" y="387"/>
                      <a:pt x="145" y="390"/>
                      <a:pt x="128" y="390"/>
                    </a:cubicBezTo>
                    <a:cubicBezTo>
                      <a:pt x="116" y="390"/>
                      <a:pt x="105" y="388"/>
                      <a:pt x="94" y="385"/>
                    </a:cubicBezTo>
                    <a:cubicBezTo>
                      <a:pt x="33" y="363"/>
                      <a:pt x="27" y="282"/>
                      <a:pt x="23" y="229"/>
                    </a:cubicBezTo>
                    <a:cubicBezTo>
                      <a:pt x="22" y="221"/>
                      <a:pt x="17" y="218"/>
                      <a:pt x="12" y="218"/>
                    </a:cubicBezTo>
                    <a:cubicBezTo>
                      <a:pt x="6" y="218"/>
                      <a:pt x="1" y="221"/>
                      <a:pt x="0" y="229"/>
                    </a:cubicBezTo>
                    <a:cubicBezTo>
                      <a:pt x="0" y="288"/>
                      <a:pt x="3" y="356"/>
                      <a:pt x="53" y="397"/>
                    </a:cubicBezTo>
                    <a:cubicBezTo>
                      <a:pt x="74" y="415"/>
                      <a:pt x="99" y="422"/>
                      <a:pt x="125" y="422"/>
                    </a:cubicBezTo>
                    <a:cubicBezTo>
                      <a:pt x="159" y="422"/>
                      <a:pt x="195" y="410"/>
                      <a:pt x="227" y="396"/>
                    </a:cubicBezTo>
                    <a:cubicBezTo>
                      <a:pt x="294" y="366"/>
                      <a:pt x="361" y="335"/>
                      <a:pt x="428" y="305"/>
                    </a:cubicBezTo>
                    <a:cubicBezTo>
                      <a:pt x="481" y="282"/>
                      <a:pt x="530" y="254"/>
                      <a:pt x="551" y="198"/>
                    </a:cubicBezTo>
                    <a:cubicBezTo>
                      <a:pt x="560" y="166"/>
                      <a:pt x="563" y="133"/>
                      <a:pt x="557" y="102"/>
                    </a:cubicBezTo>
                    <a:cubicBezTo>
                      <a:pt x="554" y="69"/>
                      <a:pt x="545" y="36"/>
                      <a:pt x="528" y="7"/>
                    </a:cubicBezTo>
                    <a:cubicBezTo>
                      <a:pt x="526" y="2"/>
                      <a:pt x="521" y="0"/>
                      <a:pt x="5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51"/>
              <p:cNvSpPr/>
              <p:nvPr/>
            </p:nvSpPr>
            <p:spPr>
              <a:xfrm>
                <a:off x="7148149" y="3283055"/>
                <a:ext cx="74311" cy="59141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03" extrusionOk="0">
                    <a:moveTo>
                      <a:pt x="581" y="0"/>
                    </a:moveTo>
                    <a:cubicBezTo>
                      <a:pt x="576" y="0"/>
                      <a:pt x="571" y="4"/>
                      <a:pt x="569" y="9"/>
                    </a:cubicBezTo>
                    <a:cubicBezTo>
                      <a:pt x="566" y="27"/>
                      <a:pt x="568" y="47"/>
                      <a:pt x="571" y="66"/>
                    </a:cubicBezTo>
                    <a:cubicBezTo>
                      <a:pt x="572" y="87"/>
                      <a:pt x="575" y="108"/>
                      <a:pt x="578" y="130"/>
                    </a:cubicBezTo>
                    <a:cubicBezTo>
                      <a:pt x="583" y="169"/>
                      <a:pt x="587" y="208"/>
                      <a:pt x="592" y="248"/>
                    </a:cubicBezTo>
                    <a:cubicBezTo>
                      <a:pt x="596" y="279"/>
                      <a:pt x="601" y="318"/>
                      <a:pt x="580" y="345"/>
                    </a:cubicBezTo>
                    <a:cubicBezTo>
                      <a:pt x="557" y="366"/>
                      <a:pt x="531" y="381"/>
                      <a:pt x="501" y="388"/>
                    </a:cubicBezTo>
                    <a:cubicBezTo>
                      <a:pt x="428" y="413"/>
                      <a:pt x="353" y="434"/>
                      <a:pt x="277" y="452"/>
                    </a:cubicBezTo>
                    <a:cubicBezTo>
                      <a:pt x="247" y="459"/>
                      <a:pt x="210" y="470"/>
                      <a:pt x="176" y="470"/>
                    </a:cubicBezTo>
                    <a:cubicBezTo>
                      <a:pt x="145" y="470"/>
                      <a:pt x="116" y="461"/>
                      <a:pt x="97" y="431"/>
                    </a:cubicBezTo>
                    <a:cubicBezTo>
                      <a:pt x="55" y="372"/>
                      <a:pt x="68" y="290"/>
                      <a:pt x="28" y="229"/>
                    </a:cubicBezTo>
                    <a:cubicBezTo>
                      <a:pt x="25" y="224"/>
                      <a:pt x="21" y="223"/>
                      <a:pt x="18" y="223"/>
                    </a:cubicBezTo>
                    <a:cubicBezTo>
                      <a:pt x="9" y="223"/>
                      <a:pt x="0" y="232"/>
                      <a:pt x="6" y="242"/>
                    </a:cubicBezTo>
                    <a:cubicBezTo>
                      <a:pt x="43" y="303"/>
                      <a:pt x="28" y="379"/>
                      <a:pt x="64" y="442"/>
                    </a:cubicBezTo>
                    <a:cubicBezTo>
                      <a:pt x="80" y="472"/>
                      <a:pt x="109" y="492"/>
                      <a:pt x="141" y="500"/>
                    </a:cubicBezTo>
                    <a:cubicBezTo>
                      <a:pt x="154" y="502"/>
                      <a:pt x="167" y="503"/>
                      <a:pt x="180" y="503"/>
                    </a:cubicBezTo>
                    <a:cubicBezTo>
                      <a:pt x="204" y="503"/>
                      <a:pt x="228" y="499"/>
                      <a:pt x="252" y="492"/>
                    </a:cubicBezTo>
                    <a:cubicBezTo>
                      <a:pt x="334" y="476"/>
                      <a:pt x="416" y="454"/>
                      <a:pt x="496" y="427"/>
                    </a:cubicBezTo>
                    <a:cubicBezTo>
                      <a:pt x="529" y="418"/>
                      <a:pt x="560" y="403"/>
                      <a:pt x="589" y="384"/>
                    </a:cubicBezTo>
                    <a:cubicBezTo>
                      <a:pt x="617" y="361"/>
                      <a:pt x="632" y="325"/>
                      <a:pt x="630" y="290"/>
                    </a:cubicBezTo>
                    <a:cubicBezTo>
                      <a:pt x="627" y="243"/>
                      <a:pt x="623" y="197"/>
                      <a:pt x="616" y="151"/>
                    </a:cubicBezTo>
                    <a:cubicBezTo>
                      <a:pt x="613" y="126"/>
                      <a:pt x="610" y="100"/>
                      <a:pt x="605" y="76"/>
                    </a:cubicBezTo>
                    <a:cubicBezTo>
                      <a:pt x="604" y="53"/>
                      <a:pt x="599" y="29"/>
                      <a:pt x="592" y="6"/>
                    </a:cubicBezTo>
                    <a:cubicBezTo>
                      <a:pt x="589" y="2"/>
                      <a:pt x="585" y="0"/>
                      <a:pt x="5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51"/>
              <p:cNvSpPr/>
              <p:nvPr/>
            </p:nvSpPr>
            <p:spPr>
              <a:xfrm>
                <a:off x="7356861" y="2577676"/>
                <a:ext cx="66785" cy="84773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21" extrusionOk="0">
                    <a:moveTo>
                      <a:pt x="309" y="1"/>
                    </a:moveTo>
                    <a:cubicBezTo>
                      <a:pt x="269" y="1"/>
                      <a:pt x="239" y="10"/>
                      <a:pt x="239" y="33"/>
                    </a:cubicBezTo>
                    <a:cubicBezTo>
                      <a:pt x="239" y="99"/>
                      <a:pt x="87" y="251"/>
                      <a:pt x="87" y="273"/>
                    </a:cubicBezTo>
                    <a:cubicBezTo>
                      <a:pt x="87" y="275"/>
                      <a:pt x="87" y="276"/>
                      <a:pt x="86" y="276"/>
                    </a:cubicBezTo>
                    <a:cubicBezTo>
                      <a:pt x="80" y="276"/>
                      <a:pt x="44" y="185"/>
                      <a:pt x="44" y="185"/>
                    </a:cubicBezTo>
                    <a:cubicBezTo>
                      <a:pt x="19" y="224"/>
                      <a:pt x="4" y="269"/>
                      <a:pt x="1" y="316"/>
                    </a:cubicBezTo>
                    <a:cubicBezTo>
                      <a:pt x="1" y="381"/>
                      <a:pt x="130" y="686"/>
                      <a:pt x="130" y="686"/>
                    </a:cubicBezTo>
                    <a:lnTo>
                      <a:pt x="354" y="721"/>
                    </a:lnTo>
                    <a:cubicBezTo>
                      <a:pt x="354" y="721"/>
                      <a:pt x="567" y="142"/>
                      <a:pt x="523" y="76"/>
                    </a:cubicBezTo>
                    <a:cubicBezTo>
                      <a:pt x="494" y="34"/>
                      <a:pt x="383" y="1"/>
                      <a:pt x="309" y="1"/>
                    </a:cubicBezTo>
                    <a:close/>
                  </a:path>
                </a:pathLst>
              </a:custGeom>
              <a:solidFill>
                <a:srgbClr val="8429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51"/>
              <p:cNvSpPr/>
              <p:nvPr/>
            </p:nvSpPr>
            <p:spPr>
              <a:xfrm>
                <a:off x="7047967" y="3778079"/>
                <a:ext cx="44445" cy="11405"/>
              </a:xfrm>
              <a:custGeom>
                <a:avLst/>
                <a:gdLst/>
                <a:ahLst/>
                <a:cxnLst/>
                <a:rect l="l" t="t" r="r" b="b"/>
                <a:pathLst>
                  <a:path w="378" h="97" extrusionOk="0">
                    <a:moveTo>
                      <a:pt x="9" y="1"/>
                    </a:moveTo>
                    <a:cubicBezTo>
                      <a:pt x="7" y="1"/>
                      <a:pt x="4" y="2"/>
                      <a:pt x="2" y="4"/>
                    </a:cubicBezTo>
                    <a:cubicBezTo>
                      <a:pt x="0" y="9"/>
                      <a:pt x="0" y="13"/>
                      <a:pt x="5" y="16"/>
                    </a:cubicBezTo>
                    <a:cubicBezTo>
                      <a:pt x="94" y="55"/>
                      <a:pt x="188" y="81"/>
                      <a:pt x="285" y="92"/>
                    </a:cubicBezTo>
                    <a:cubicBezTo>
                      <a:pt x="313" y="95"/>
                      <a:pt x="340" y="97"/>
                      <a:pt x="367" y="97"/>
                    </a:cubicBezTo>
                    <a:cubicBezTo>
                      <a:pt x="377" y="97"/>
                      <a:pt x="377" y="82"/>
                      <a:pt x="367" y="82"/>
                    </a:cubicBezTo>
                    <a:cubicBezTo>
                      <a:pt x="319" y="81"/>
                      <a:pt x="273" y="76"/>
                      <a:pt x="225" y="67"/>
                    </a:cubicBezTo>
                    <a:cubicBezTo>
                      <a:pt x="179" y="58"/>
                      <a:pt x="133" y="46"/>
                      <a:pt x="87" y="31"/>
                    </a:cubicBezTo>
                    <a:cubicBezTo>
                      <a:pt x="61" y="22"/>
                      <a:pt x="38" y="12"/>
                      <a:pt x="12" y="1"/>
                    </a:cubicBezTo>
                    <a:cubicBezTo>
                      <a:pt x="11" y="1"/>
                      <a:pt x="10" y="1"/>
                      <a:pt x="9" y="1"/>
                    </a:cubicBezTo>
                    <a:close/>
                  </a:path>
                </a:pathLst>
              </a:custGeom>
              <a:solidFill>
                <a:srgbClr val="FAE2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51"/>
              <p:cNvSpPr/>
              <p:nvPr/>
            </p:nvSpPr>
            <p:spPr>
              <a:xfrm>
                <a:off x="7436112" y="3228615"/>
                <a:ext cx="45386" cy="41035"/>
              </a:xfrm>
              <a:custGeom>
                <a:avLst/>
                <a:gdLst/>
                <a:ahLst/>
                <a:cxnLst/>
                <a:rect l="l" t="t" r="r" b="b"/>
                <a:pathLst>
                  <a:path w="386" h="349" extrusionOk="0">
                    <a:moveTo>
                      <a:pt x="373" y="0"/>
                    </a:moveTo>
                    <a:cubicBezTo>
                      <a:pt x="371" y="0"/>
                      <a:pt x="369" y="1"/>
                      <a:pt x="368" y="4"/>
                    </a:cubicBezTo>
                    <a:cubicBezTo>
                      <a:pt x="333" y="59"/>
                      <a:pt x="293" y="110"/>
                      <a:pt x="248" y="156"/>
                    </a:cubicBezTo>
                    <a:cubicBezTo>
                      <a:pt x="177" y="228"/>
                      <a:pt x="96" y="289"/>
                      <a:pt x="5" y="334"/>
                    </a:cubicBezTo>
                    <a:cubicBezTo>
                      <a:pt x="2" y="337"/>
                      <a:pt x="1" y="341"/>
                      <a:pt x="2" y="346"/>
                    </a:cubicBezTo>
                    <a:cubicBezTo>
                      <a:pt x="4" y="347"/>
                      <a:pt x="6" y="349"/>
                      <a:pt x="9" y="349"/>
                    </a:cubicBezTo>
                    <a:cubicBezTo>
                      <a:pt x="11" y="349"/>
                      <a:pt x="12" y="348"/>
                      <a:pt x="14" y="347"/>
                    </a:cubicBezTo>
                    <a:lnTo>
                      <a:pt x="14" y="349"/>
                    </a:lnTo>
                    <a:cubicBezTo>
                      <a:pt x="163" y="271"/>
                      <a:pt x="290" y="155"/>
                      <a:pt x="381" y="13"/>
                    </a:cubicBezTo>
                    <a:cubicBezTo>
                      <a:pt x="385" y="7"/>
                      <a:pt x="379" y="0"/>
                      <a:pt x="3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51"/>
              <p:cNvSpPr/>
              <p:nvPr/>
            </p:nvSpPr>
            <p:spPr>
              <a:xfrm>
                <a:off x="7436936" y="3257657"/>
                <a:ext cx="29513" cy="19048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62" extrusionOk="0">
                    <a:moveTo>
                      <a:pt x="239" y="1"/>
                    </a:moveTo>
                    <a:cubicBezTo>
                      <a:pt x="237" y="1"/>
                      <a:pt x="234" y="2"/>
                      <a:pt x="232" y="5"/>
                    </a:cubicBezTo>
                    <a:cubicBezTo>
                      <a:pt x="213" y="34"/>
                      <a:pt x="189" y="61"/>
                      <a:pt x="162" y="82"/>
                    </a:cubicBezTo>
                    <a:cubicBezTo>
                      <a:pt x="134" y="105"/>
                      <a:pt x="103" y="121"/>
                      <a:pt x="68" y="133"/>
                    </a:cubicBezTo>
                    <a:cubicBezTo>
                      <a:pt x="49" y="139"/>
                      <a:pt x="29" y="143"/>
                      <a:pt x="10" y="146"/>
                    </a:cubicBezTo>
                    <a:cubicBezTo>
                      <a:pt x="1" y="149"/>
                      <a:pt x="3" y="162"/>
                      <a:pt x="11" y="162"/>
                    </a:cubicBezTo>
                    <a:cubicBezTo>
                      <a:pt x="12" y="162"/>
                      <a:pt x="12" y="161"/>
                      <a:pt x="13" y="161"/>
                    </a:cubicBezTo>
                    <a:lnTo>
                      <a:pt x="15" y="161"/>
                    </a:lnTo>
                    <a:cubicBezTo>
                      <a:pt x="50" y="157"/>
                      <a:pt x="86" y="145"/>
                      <a:pt x="119" y="128"/>
                    </a:cubicBezTo>
                    <a:cubicBezTo>
                      <a:pt x="152" y="110"/>
                      <a:pt x="182" y="88"/>
                      <a:pt x="207" y="61"/>
                    </a:cubicBezTo>
                    <a:cubicBezTo>
                      <a:pt x="222" y="46"/>
                      <a:pt x="235" y="30"/>
                      <a:pt x="247" y="12"/>
                    </a:cubicBezTo>
                    <a:cubicBezTo>
                      <a:pt x="250" y="6"/>
                      <a:pt x="245" y="1"/>
                      <a:pt x="2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51"/>
              <p:cNvSpPr/>
              <p:nvPr/>
            </p:nvSpPr>
            <p:spPr>
              <a:xfrm>
                <a:off x="7006342" y="2826952"/>
                <a:ext cx="58672" cy="7137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607" extrusionOk="0">
                    <a:moveTo>
                      <a:pt x="353" y="1"/>
                    </a:moveTo>
                    <a:cubicBezTo>
                      <a:pt x="243" y="188"/>
                      <a:pt x="0" y="607"/>
                      <a:pt x="47" y="607"/>
                    </a:cubicBezTo>
                    <a:cubicBezTo>
                      <a:pt x="48" y="607"/>
                      <a:pt x="49" y="606"/>
                      <a:pt x="50" y="606"/>
                    </a:cubicBezTo>
                    <a:cubicBezTo>
                      <a:pt x="117" y="589"/>
                      <a:pt x="303" y="559"/>
                      <a:pt x="448" y="559"/>
                    </a:cubicBezTo>
                    <a:cubicBezTo>
                      <a:pt x="466" y="559"/>
                      <a:pt x="483" y="559"/>
                      <a:pt x="499" y="560"/>
                    </a:cubicBezTo>
                    <a:lnTo>
                      <a:pt x="238" y="526"/>
                    </a:lnTo>
                    <a:lnTo>
                      <a:pt x="35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51"/>
              <p:cNvSpPr/>
              <p:nvPr/>
            </p:nvSpPr>
            <p:spPr>
              <a:xfrm>
                <a:off x="7355802" y="2577088"/>
                <a:ext cx="58908" cy="77836"/>
              </a:xfrm>
              <a:custGeom>
                <a:avLst/>
                <a:gdLst/>
                <a:ahLst/>
                <a:cxnLst/>
                <a:rect l="l" t="t" r="r" b="b"/>
                <a:pathLst>
                  <a:path w="501" h="662" extrusionOk="0">
                    <a:moveTo>
                      <a:pt x="327" y="1"/>
                    </a:moveTo>
                    <a:cubicBezTo>
                      <a:pt x="300" y="1"/>
                      <a:pt x="273" y="5"/>
                      <a:pt x="248" y="14"/>
                    </a:cubicBezTo>
                    <a:cubicBezTo>
                      <a:pt x="244" y="17"/>
                      <a:pt x="241" y="22"/>
                      <a:pt x="242" y="26"/>
                    </a:cubicBezTo>
                    <a:cubicBezTo>
                      <a:pt x="242" y="28"/>
                      <a:pt x="242" y="31"/>
                      <a:pt x="242" y="32"/>
                    </a:cubicBezTo>
                    <a:cubicBezTo>
                      <a:pt x="248" y="55"/>
                      <a:pt x="242" y="77"/>
                      <a:pt x="227" y="95"/>
                    </a:cubicBezTo>
                    <a:cubicBezTo>
                      <a:pt x="212" y="114"/>
                      <a:pt x="196" y="134"/>
                      <a:pt x="180" y="151"/>
                    </a:cubicBezTo>
                    <a:cubicBezTo>
                      <a:pt x="151" y="187"/>
                      <a:pt x="120" y="222"/>
                      <a:pt x="93" y="259"/>
                    </a:cubicBezTo>
                    <a:cubicBezTo>
                      <a:pt x="89" y="242"/>
                      <a:pt x="81" y="226"/>
                      <a:pt x="71" y="213"/>
                    </a:cubicBezTo>
                    <a:cubicBezTo>
                      <a:pt x="65" y="205"/>
                      <a:pt x="56" y="200"/>
                      <a:pt x="47" y="200"/>
                    </a:cubicBezTo>
                    <a:cubicBezTo>
                      <a:pt x="41" y="200"/>
                      <a:pt x="35" y="202"/>
                      <a:pt x="29" y="207"/>
                    </a:cubicBezTo>
                    <a:cubicBezTo>
                      <a:pt x="16" y="219"/>
                      <a:pt x="8" y="235"/>
                      <a:pt x="7" y="251"/>
                    </a:cubicBezTo>
                    <a:cubicBezTo>
                      <a:pt x="1" y="296"/>
                      <a:pt x="5" y="341"/>
                      <a:pt x="19" y="383"/>
                    </a:cubicBezTo>
                    <a:cubicBezTo>
                      <a:pt x="31" y="426"/>
                      <a:pt x="45" y="469"/>
                      <a:pt x="60" y="512"/>
                    </a:cubicBezTo>
                    <a:cubicBezTo>
                      <a:pt x="68" y="538"/>
                      <a:pt x="78" y="563"/>
                      <a:pt x="87" y="588"/>
                    </a:cubicBezTo>
                    <a:cubicBezTo>
                      <a:pt x="90" y="600"/>
                      <a:pt x="95" y="612"/>
                      <a:pt x="101" y="624"/>
                    </a:cubicBezTo>
                    <a:cubicBezTo>
                      <a:pt x="107" y="636"/>
                      <a:pt x="114" y="648"/>
                      <a:pt x="120" y="660"/>
                    </a:cubicBezTo>
                    <a:cubicBezTo>
                      <a:pt x="120" y="661"/>
                      <a:pt x="121" y="661"/>
                      <a:pt x="122" y="661"/>
                    </a:cubicBezTo>
                    <a:cubicBezTo>
                      <a:pt x="124" y="661"/>
                      <a:pt x="127" y="659"/>
                      <a:pt x="126" y="657"/>
                    </a:cubicBezTo>
                    <a:cubicBezTo>
                      <a:pt x="125" y="648"/>
                      <a:pt x="125" y="638"/>
                      <a:pt x="123" y="630"/>
                    </a:cubicBezTo>
                    <a:cubicBezTo>
                      <a:pt x="120" y="621"/>
                      <a:pt x="119" y="609"/>
                      <a:pt x="114" y="599"/>
                    </a:cubicBezTo>
                    <a:cubicBezTo>
                      <a:pt x="108" y="579"/>
                      <a:pt x="102" y="562"/>
                      <a:pt x="96" y="544"/>
                    </a:cubicBezTo>
                    <a:cubicBezTo>
                      <a:pt x="84" y="506"/>
                      <a:pt x="71" y="469"/>
                      <a:pt x="59" y="432"/>
                    </a:cubicBezTo>
                    <a:cubicBezTo>
                      <a:pt x="47" y="396"/>
                      <a:pt x="38" y="359"/>
                      <a:pt x="31" y="321"/>
                    </a:cubicBezTo>
                    <a:cubicBezTo>
                      <a:pt x="28" y="304"/>
                      <a:pt x="28" y="286"/>
                      <a:pt x="29" y="268"/>
                    </a:cubicBezTo>
                    <a:cubicBezTo>
                      <a:pt x="29" y="259"/>
                      <a:pt x="32" y="226"/>
                      <a:pt x="45" y="225"/>
                    </a:cubicBezTo>
                    <a:cubicBezTo>
                      <a:pt x="46" y="224"/>
                      <a:pt x="46" y="224"/>
                      <a:pt x="47" y="224"/>
                    </a:cubicBezTo>
                    <a:cubicBezTo>
                      <a:pt x="58" y="224"/>
                      <a:pt x="66" y="262"/>
                      <a:pt x="69" y="269"/>
                    </a:cubicBezTo>
                    <a:cubicBezTo>
                      <a:pt x="74" y="290"/>
                      <a:pt x="80" y="311"/>
                      <a:pt x="87" y="330"/>
                    </a:cubicBezTo>
                    <a:cubicBezTo>
                      <a:pt x="89" y="333"/>
                      <a:pt x="92" y="335"/>
                      <a:pt x="95" y="335"/>
                    </a:cubicBezTo>
                    <a:cubicBezTo>
                      <a:pt x="99" y="335"/>
                      <a:pt x="102" y="332"/>
                      <a:pt x="104" y="327"/>
                    </a:cubicBezTo>
                    <a:cubicBezTo>
                      <a:pt x="105" y="313"/>
                      <a:pt x="104" y="298"/>
                      <a:pt x="99" y="283"/>
                    </a:cubicBezTo>
                    <a:cubicBezTo>
                      <a:pt x="101" y="281"/>
                      <a:pt x="101" y="281"/>
                      <a:pt x="101" y="280"/>
                    </a:cubicBezTo>
                    <a:cubicBezTo>
                      <a:pt x="120" y="260"/>
                      <a:pt x="138" y="238"/>
                      <a:pt x="156" y="217"/>
                    </a:cubicBezTo>
                    <a:cubicBezTo>
                      <a:pt x="172" y="195"/>
                      <a:pt x="193" y="172"/>
                      <a:pt x="211" y="150"/>
                    </a:cubicBezTo>
                    <a:cubicBezTo>
                      <a:pt x="238" y="119"/>
                      <a:pt x="280" y="75"/>
                      <a:pt x="266" y="32"/>
                    </a:cubicBezTo>
                    <a:cubicBezTo>
                      <a:pt x="283" y="29"/>
                      <a:pt x="299" y="28"/>
                      <a:pt x="315" y="26"/>
                    </a:cubicBezTo>
                    <a:cubicBezTo>
                      <a:pt x="336" y="26"/>
                      <a:pt x="357" y="28"/>
                      <a:pt x="378" y="31"/>
                    </a:cubicBezTo>
                    <a:cubicBezTo>
                      <a:pt x="397" y="35"/>
                      <a:pt x="417" y="41"/>
                      <a:pt x="436" y="49"/>
                    </a:cubicBezTo>
                    <a:cubicBezTo>
                      <a:pt x="447" y="53"/>
                      <a:pt x="456" y="58"/>
                      <a:pt x="466" y="62"/>
                    </a:cubicBezTo>
                    <a:cubicBezTo>
                      <a:pt x="473" y="66"/>
                      <a:pt x="484" y="71"/>
                      <a:pt x="493" y="72"/>
                    </a:cubicBezTo>
                    <a:cubicBezTo>
                      <a:pt x="497" y="71"/>
                      <a:pt x="500" y="66"/>
                      <a:pt x="497" y="62"/>
                    </a:cubicBezTo>
                    <a:cubicBezTo>
                      <a:pt x="490" y="43"/>
                      <a:pt x="462" y="32"/>
                      <a:pt x="445" y="25"/>
                    </a:cubicBezTo>
                    <a:cubicBezTo>
                      <a:pt x="424" y="16"/>
                      <a:pt x="402" y="10"/>
                      <a:pt x="380" y="7"/>
                    </a:cubicBezTo>
                    <a:cubicBezTo>
                      <a:pt x="362" y="3"/>
                      <a:pt x="345" y="1"/>
                      <a:pt x="32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51"/>
              <p:cNvSpPr/>
              <p:nvPr/>
            </p:nvSpPr>
            <p:spPr>
              <a:xfrm>
                <a:off x="7869058" y="2344274"/>
                <a:ext cx="724763" cy="574836"/>
              </a:xfrm>
              <a:custGeom>
                <a:avLst/>
                <a:gdLst/>
                <a:ahLst/>
                <a:cxnLst/>
                <a:rect l="l" t="t" r="r" b="b"/>
                <a:pathLst>
                  <a:path w="6164" h="4889" extrusionOk="0">
                    <a:moveTo>
                      <a:pt x="3081" y="1"/>
                    </a:moveTo>
                    <a:cubicBezTo>
                      <a:pt x="1380" y="1"/>
                      <a:pt x="0" y="1094"/>
                      <a:pt x="0" y="2445"/>
                    </a:cubicBezTo>
                    <a:cubicBezTo>
                      <a:pt x="0" y="3794"/>
                      <a:pt x="1380" y="4889"/>
                      <a:pt x="3081" y="4889"/>
                    </a:cubicBezTo>
                    <a:cubicBezTo>
                      <a:pt x="4783" y="4889"/>
                      <a:pt x="6164" y="3794"/>
                      <a:pt x="6164" y="2445"/>
                    </a:cubicBezTo>
                    <a:cubicBezTo>
                      <a:pt x="6164" y="1094"/>
                      <a:pt x="4783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51"/>
              <p:cNvSpPr/>
              <p:nvPr/>
            </p:nvSpPr>
            <p:spPr>
              <a:xfrm>
                <a:off x="7540292" y="2902440"/>
                <a:ext cx="75016" cy="59259"/>
              </a:xfrm>
              <a:custGeom>
                <a:avLst/>
                <a:gdLst/>
                <a:ahLst/>
                <a:cxnLst/>
                <a:rect l="l" t="t" r="r" b="b"/>
                <a:pathLst>
                  <a:path w="638" h="504" extrusionOk="0">
                    <a:moveTo>
                      <a:pt x="350" y="0"/>
                    </a:moveTo>
                    <a:cubicBezTo>
                      <a:pt x="333" y="0"/>
                      <a:pt x="315" y="2"/>
                      <a:pt x="297" y="4"/>
                    </a:cubicBezTo>
                    <a:cubicBezTo>
                      <a:pt x="235" y="13"/>
                      <a:pt x="176" y="42"/>
                      <a:pt x="129" y="84"/>
                    </a:cubicBezTo>
                    <a:cubicBezTo>
                      <a:pt x="114" y="97"/>
                      <a:pt x="100" y="110"/>
                      <a:pt x="88" y="127"/>
                    </a:cubicBezTo>
                    <a:cubicBezTo>
                      <a:pt x="88" y="122"/>
                      <a:pt x="84" y="116"/>
                      <a:pt x="79" y="116"/>
                    </a:cubicBezTo>
                    <a:cubicBezTo>
                      <a:pt x="78" y="116"/>
                      <a:pt x="76" y="117"/>
                      <a:pt x="75" y="118"/>
                    </a:cubicBezTo>
                    <a:cubicBezTo>
                      <a:pt x="27" y="155"/>
                      <a:pt x="0" y="215"/>
                      <a:pt x="5" y="276"/>
                    </a:cubicBezTo>
                    <a:cubicBezTo>
                      <a:pt x="9" y="331"/>
                      <a:pt x="35" y="385"/>
                      <a:pt x="75" y="425"/>
                    </a:cubicBezTo>
                    <a:cubicBezTo>
                      <a:pt x="117" y="465"/>
                      <a:pt x="169" y="492"/>
                      <a:pt x="227" y="501"/>
                    </a:cubicBezTo>
                    <a:cubicBezTo>
                      <a:pt x="241" y="503"/>
                      <a:pt x="254" y="503"/>
                      <a:pt x="268" y="503"/>
                    </a:cubicBezTo>
                    <a:cubicBezTo>
                      <a:pt x="318" y="503"/>
                      <a:pt x="368" y="492"/>
                      <a:pt x="415" y="471"/>
                    </a:cubicBezTo>
                    <a:cubicBezTo>
                      <a:pt x="528" y="419"/>
                      <a:pt x="637" y="301"/>
                      <a:pt x="609" y="167"/>
                    </a:cubicBezTo>
                    <a:cubicBezTo>
                      <a:pt x="592" y="106"/>
                      <a:pt x="548" y="55"/>
                      <a:pt x="490" y="31"/>
                    </a:cubicBezTo>
                    <a:cubicBezTo>
                      <a:pt x="446" y="11"/>
                      <a:pt x="398" y="0"/>
                      <a:pt x="3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51"/>
              <p:cNvSpPr/>
              <p:nvPr/>
            </p:nvSpPr>
            <p:spPr>
              <a:xfrm>
                <a:off x="7658699" y="2853055"/>
                <a:ext cx="65492" cy="74544"/>
              </a:xfrm>
              <a:custGeom>
                <a:avLst/>
                <a:gdLst/>
                <a:ahLst/>
                <a:cxnLst/>
                <a:rect l="l" t="t" r="r" b="b"/>
                <a:pathLst>
                  <a:path w="557" h="634" extrusionOk="0">
                    <a:moveTo>
                      <a:pt x="292" y="0"/>
                    </a:moveTo>
                    <a:cubicBezTo>
                      <a:pt x="265" y="0"/>
                      <a:pt x="238" y="5"/>
                      <a:pt x="212" y="14"/>
                    </a:cubicBezTo>
                    <a:cubicBezTo>
                      <a:pt x="152" y="37"/>
                      <a:pt x="104" y="86"/>
                      <a:pt x="82" y="146"/>
                    </a:cubicBezTo>
                    <a:cubicBezTo>
                      <a:pt x="78" y="161"/>
                      <a:pt x="75" y="174"/>
                      <a:pt x="75" y="189"/>
                    </a:cubicBezTo>
                    <a:cubicBezTo>
                      <a:pt x="73" y="192"/>
                      <a:pt x="70" y="195"/>
                      <a:pt x="69" y="198"/>
                    </a:cubicBezTo>
                    <a:cubicBezTo>
                      <a:pt x="39" y="241"/>
                      <a:pt x="18" y="290"/>
                      <a:pt x="10" y="342"/>
                    </a:cubicBezTo>
                    <a:cubicBezTo>
                      <a:pt x="0" y="407"/>
                      <a:pt x="9" y="471"/>
                      <a:pt x="37" y="527"/>
                    </a:cubicBezTo>
                    <a:cubicBezTo>
                      <a:pt x="69" y="592"/>
                      <a:pt x="131" y="632"/>
                      <a:pt x="201" y="633"/>
                    </a:cubicBezTo>
                    <a:cubicBezTo>
                      <a:pt x="274" y="633"/>
                      <a:pt x="346" y="599"/>
                      <a:pt x="403" y="556"/>
                    </a:cubicBezTo>
                    <a:cubicBezTo>
                      <a:pt x="458" y="514"/>
                      <a:pt x="501" y="459"/>
                      <a:pt x="526" y="395"/>
                    </a:cubicBezTo>
                    <a:cubicBezTo>
                      <a:pt x="553" y="326"/>
                      <a:pt x="556" y="250"/>
                      <a:pt x="532" y="180"/>
                    </a:cubicBezTo>
                    <a:cubicBezTo>
                      <a:pt x="510" y="114"/>
                      <a:pt x="464" y="61"/>
                      <a:pt x="403" y="28"/>
                    </a:cubicBezTo>
                    <a:cubicBezTo>
                      <a:pt x="368" y="10"/>
                      <a:pt x="330" y="0"/>
                      <a:pt x="2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51"/>
              <p:cNvSpPr/>
              <p:nvPr/>
            </p:nvSpPr>
            <p:spPr>
              <a:xfrm>
                <a:off x="7757705" y="2748054"/>
                <a:ext cx="109702" cy="120870"/>
              </a:xfrm>
              <a:custGeom>
                <a:avLst/>
                <a:gdLst/>
                <a:ahLst/>
                <a:cxnLst/>
                <a:rect l="l" t="t" r="r" b="b"/>
                <a:pathLst>
                  <a:path w="933" h="1028" extrusionOk="0">
                    <a:moveTo>
                      <a:pt x="457" y="1"/>
                    </a:moveTo>
                    <a:cubicBezTo>
                      <a:pt x="417" y="1"/>
                      <a:pt x="376" y="7"/>
                      <a:pt x="336" y="19"/>
                    </a:cubicBezTo>
                    <a:cubicBezTo>
                      <a:pt x="242" y="47"/>
                      <a:pt x="162" y="110"/>
                      <a:pt x="114" y="195"/>
                    </a:cubicBezTo>
                    <a:cubicBezTo>
                      <a:pt x="108" y="204"/>
                      <a:pt x="103" y="214"/>
                      <a:pt x="99" y="224"/>
                    </a:cubicBezTo>
                    <a:cubicBezTo>
                      <a:pt x="59" y="290"/>
                      <a:pt x="30" y="365"/>
                      <a:pt x="18" y="441"/>
                    </a:cubicBezTo>
                    <a:cubicBezTo>
                      <a:pt x="1" y="545"/>
                      <a:pt x="15" y="651"/>
                      <a:pt x="59" y="746"/>
                    </a:cubicBezTo>
                    <a:cubicBezTo>
                      <a:pt x="100" y="837"/>
                      <a:pt x="168" y="913"/>
                      <a:pt x="254" y="966"/>
                    </a:cubicBezTo>
                    <a:cubicBezTo>
                      <a:pt x="324" y="1006"/>
                      <a:pt x="404" y="1027"/>
                      <a:pt x="485" y="1027"/>
                    </a:cubicBezTo>
                    <a:cubicBezTo>
                      <a:pt x="507" y="1027"/>
                      <a:pt x="530" y="1025"/>
                      <a:pt x="552" y="1022"/>
                    </a:cubicBezTo>
                    <a:cubicBezTo>
                      <a:pt x="655" y="1006"/>
                      <a:pt x="749" y="951"/>
                      <a:pt x="813" y="867"/>
                    </a:cubicBezTo>
                    <a:cubicBezTo>
                      <a:pt x="876" y="784"/>
                      <a:pt x="915" y="684"/>
                      <a:pt x="922" y="579"/>
                    </a:cubicBezTo>
                    <a:cubicBezTo>
                      <a:pt x="933" y="469"/>
                      <a:pt x="912" y="359"/>
                      <a:pt x="862" y="260"/>
                    </a:cubicBezTo>
                    <a:cubicBezTo>
                      <a:pt x="813" y="165"/>
                      <a:pt x="734" y="87"/>
                      <a:pt x="637" y="43"/>
                    </a:cubicBezTo>
                    <a:cubicBezTo>
                      <a:pt x="581" y="15"/>
                      <a:pt x="519" y="1"/>
                      <a:pt x="4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51"/>
              <p:cNvSpPr/>
              <p:nvPr/>
            </p:nvSpPr>
            <p:spPr>
              <a:xfrm>
                <a:off x="8100346" y="2439987"/>
                <a:ext cx="311705" cy="384361"/>
              </a:xfrm>
              <a:custGeom>
                <a:avLst/>
                <a:gdLst/>
                <a:ahLst/>
                <a:cxnLst/>
                <a:rect l="l" t="t" r="r" b="b"/>
                <a:pathLst>
                  <a:path w="2651" h="3269" extrusionOk="0">
                    <a:moveTo>
                      <a:pt x="1517" y="189"/>
                    </a:moveTo>
                    <a:cubicBezTo>
                      <a:pt x="2039" y="189"/>
                      <a:pt x="2464" y="596"/>
                      <a:pt x="2464" y="1097"/>
                    </a:cubicBezTo>
                    <a:cubicBezTo>
                      <a:pt x="2464" y="1598"/>
                      <a:pt x="2039" y="2005"/>
                      <a:pt x="1517" y="2005"/>
                    </a:cubicBezTo>
                    <a:cubicBezTo>
                      <a:pt x="995" y="2005"/>
                      <a:pt x="571" y="1598"/>
                      <a:pt x="571" y="1097"/>
                    </a:cubicBezTo>
                    <a:cubicBezTo>
                      <a:pt x="571" y="596"/>
                      <a:pt x="996" y="189"/>
                      <a:pt x="1517" y="189"/>
                    </a:cubicBezTo>
                    <a:close/>
                    <a:moveTo>
                      <a:pt x="1517" y="1"/>
                    </a:moveTo>
                    <a:cubicBezTo>
                      <a:pt x="892" y="1"/>
                      <a:pt x="384" y="493"/>
                      <a:pt x="384" y="1097"/>
                    </a:cubicBezTo>
                    <a:cubicBezTo>
                      <a:pt x="387" y="1452"/>
                      <a:pt x="561" y="1784"/>
                      <a:pt x="855" y="1986"/>
                    </a:cubicBezTo>
                    <a:lnTo>
                      <a:pt x="467" y="2549"/>
                    </a:lnTo>
                    <a:lnTo>
                      <a:pt x="190" y="2363"/>
                    </a:lnTo>
                    <a:cubicBezTo>
                      <a:pt x="171" y="2350"/>
                      <a:pt x="153" y="2345"/>
                      <a:pt x="136" y="2345"/>
                    </a:cubicBezTo>
                    <a:cubicBezTo>
                      <a:pt x="56" y="2345"/>
                      <a:pt x="1" y="2460"/>
                      <a:pt x="85" y="2518"/>
                    </a:cubicBezTo>
                    <a:lnTo>
                      <a:pt x="361" y="2703"/>
                    </a:lnTo>
                    <a:lnTo>
                      <a:pt x="75" y="3120"/>
                    </a:lnTo>
                    <a:cubicBezTo>
                      <a:pt x="24" y="3194"/>
                      <a:pt x="88" y="3268"/>
                      <a:pt x="154" y="3268"/>
                    </a:cubicBezTo>
                    <a:cubicBezTo>
                      <a:pt x="181" y="3268"/>
                      <a:pt x="208" y="3256"/>
                      <a:pt x="228" y="3226"/>
                    </a:cubicBezTo>
                    <a:lnTo>
                      <a:pt x="516" y="2807"/>
                    </a:lnTo>
                    <a:lnTo>
                      <a:pt x="880" y="3052"/>
                    </a:lnTo>
                    <a:cubicBezTo>
                      <a:pt x="898" y="3064"/>
                      <a:pt x="917" y="3069"/>
                      <a:pt x="934" y="3069"/>
                    </a:cubicBezTo>
                    <a:cubicBezTo>
                      <a:pt x="1014" y="3069"/>
                      <a:pt x="1069" y="2954"/>
                      <a:pt x="985" y="2897"/>
                    </a:cubicBezTo>
                    <a:lnTo>
                      <a:pt x="622" y="2654"/>
                    </a:lnTo>
                    <a:lnTo>
                      <a:pt x="1017" y="2079"/>
                    </a:lnTo>
                    <a:cubicBezTo>
                      <a:pt x="1172" y="2154"/>
                      <a:pt x="1344" y="2193"/>
                      <a:pt x="1517" y="2193"/>
                    </a:cubicBezTo>
                    <a:cubicBezTo>
                      <a:pt x="2142" y="2193"/>
                      <a:pt x="2650" y="1701"/>
                      <a:pt x="2650" y="1097"/>
                    </a:cubicBezTo>
                    <a:cubicBezTo>
                      <a:pt x="2650" y="493"/>
                      <a:pt x="2142" y="1"/>
                      <a:pt x="1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51"/>
              <p:cNvSpPr/>
              <p:nvPr/>
            </p:nvSpPr>
            <p:spPr>
              <a:xfrm>
                <a:off x="6160323" y="1145165"/>
                <a:ext cx="17872" cy="15638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33" extrusionOk="0">
                    <a:moveTo>
                      <a:pt x="58" y="0"/>
                    </a:moveTo>
                    <a:cubicBezTo>
                      <a:pt x="45" y="0"/>
                      <a:pt x="32" y="5"/>
                      <a:pt x="23" y="14"/>
                    </a:cubicBezTo>
                    <a:cubicBezTo>
                      <a:pt x="1" y="36"/>
                      <a:pt x="7" y="78"/>
                      <a:pt x="37" y="106"/>
                    </a:cubicBezTo>
                    <a:cubicBezTo>
                      <a:pt x="54" y="124"/>
                      <a:pt x="75" y="132"/>
                      <a:pt x="94" y="132"/>
                    </a:cubicBezTo>
                    <a:cubicBezTo>
                      <a:pt x="108" y="132"/>
                      <a:pt x="120" y="128"/>
                      <a:pt x="129" y="118"/>
                    </a:cubicBezTo>
                    <a:cubicBezTo>
                      <a:pt x="151" y="97"/>
                      <a:pt x="145" y="56"/>
                      <a:pt x="116" y="26"/>
                    </a:cubicBezTo>
                    <a:cubicBezTo>
                      <a:pt x="99" y="9"/>
                      <a:pt x="78" y="0"/>
                      <a:pt x="58" y="0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51"/>
              <p:cNvSpPr/>
              <p:nvPr/>
            </p:nvSpPr>
            <p:spPr>
              <a:xfrm>
                <a:off x="6198068" y="1148810"/>
                <a:ext cx="9877" cy="9994"/>
              </a:xfrm>
              <a:custGeom>
                <a:avLst/>
                <a:gdLst/>
                <a:ahLst/>
                <a:cxnLst/>
                <a:rect l="l" t="t" r="r" b="b"/>
                <a:pathLst>
                  <a:path w="84" h="85" extrusionOk="0">
                    <a:moveTo>
                      <a:pt x="42" y="1"/>
                    </a:moveTo>
                    <a:cubicBezTo>
                      <a:pt x="18" y="1"/>
                      <a:pt x="0" y="20"/>
                      <a:pt x="0" y="42"/>
                    </a:cubicBezTo>
                    <a:cubicBezTo>
                      <a:pt x="0" y="66"/>
                      <a:pt x="18" y="84"/>
                      <a:pt x="42" y="84"/>
                    </a:cubicBezTo>
                    <a:cubicBezTo>
                      <a:pt x="66" y="84"/>
                      <a:pt x="84" y="66"/>
                      <a:pt x="84" y="42"/>
                    </a:cubicBezTo>
                    <a:cubicBezTo>
                      <a:pt x="84" y="20"/>
                      <a:pt x="66" y="1"/>
                      <a:pt x="42" y="1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51"/>
              <p:cNvSpPr/>
              <p:nvPr/>
            </p:nvSpPr>
            <p:spPr>
              <a:xfrm>
                <a:off x="6192071" y="1133407"/>
                <a:ext cx="29395" cy="1540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1" extrusionOk="0">
                    <a:moveTo>
                      <a:pt x="89" y="1"/>
                    </a:moveTo>
                    <a:cubicBezTo>
                      <a:pt x="62" y="1"/>
                      <a:pt x="33" y="8"/>
                      <a:pt x="1" y="27"/>
                    </a:cubicBezTo>
                    <a:cubicBezTo>
                      <a:pt x="1" y="27"/>
                      <a:pt x="2" y="27"/>
                      <a:pt x="5" y="27"/>
                    </a:cubicBezTo>
                    <a:cubicBezTo>
                      <a:pt x="29" y="27"/>
                      <a:pt x="154" y="32"/>
                      <a:pt x="230" y="130"/>
                    </a:cubicBezTo>
                    <a:lnTo>
                      <a:pt x="250" y="97"/>
                    </a:lnTo>
                    <a:cubicBezTo>
                      <a:pt x="250" y="97"/>
                      <a:pt x="187" y="1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51"/>
              <p:cNvSpPr/>
              <p:nvPr/>
            </p:nvSpPr>
            <p:spPr>
              <a:xfrm>
                <a:off x="6190190" y="1145047"/>
                <a:ext cx="24692" cy="11523"/>
              </a:xfrm>
              <a:custGeom>
                <a:avLst/>
                <a:gdLst/>
                <a:ahLst/>
                <a:cxnLst/>
                <a:rect l="l" t="t" r="r" b="b"/>
                <a:pathLst>
                  <a:path w="210" h="98" extrusionOk="0">
                    <a:moveTo>
                      <a:pt x="39" y="1"/>
                    </a:moveTo>
                    <a:cubicBezTo>
                      <a:pt x="23" y="1"/>
                      <a:pt x="12" y="3"/>
                      <a:pt x="11" y="3"/>
                    </a:cubicBezTo>
                    <a:cubicBezTo>
                      <a:pt x="2" y="4"/>
                      <a:pt x="0" y="16"/>
                      <a:pt x="8" y="21"/>
                    </a:cubicBezTo>
                    <a:lnTo>
                      <a:pt x="14" y="21"/>
                    </a:lnTo>
                    <a:cubicBezTo>
                      <a:pt x="14" y="21"/>
                      <a:pt x="23" y="19"/>
                      <a:pt x="37" y="19"/>
                    </a:cubicBezTo>
                    <a:cubicBezTo>
                      <a:pt x="70" y="19"/>
                      <a:pt x="134" y="29"/>
                      <a:pt x="190" y="94"/>
                    </a:cubicBezTo>
                    <a:cubicBezTo>
                      <a:pt x="192" y="96"/>
                      <a:pt x="194" y="97"/>
                      <a:pt x="196" y="97"/>
                    </a:cubicBezTo>
                    <a:cubicBezTo>
                      <a:pt x="203" y="97"/>
                      <a:pt x="210" y="89"/>
                      <a:pt x="203" y="82"/>
                    </a:cubicBezTo>
                    <a:cubicBezTo>
                      <a:pt x="144" y="12"/>
                      <a:pt x="77" y="1"/>
                      <a:pt x="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51"/>
              <p:cNvSpPr/>
              <p:nvPr/>
            </p:nvSpPr>
            <p:spPr>
              <a:xfrm>
                <a:off x="6234872" y="1179734"/>
                <a:ext cx="6467" cy="7407"/>
              </a:xfrm>
              <a:custGeom>
                <a:avLst/>
                <a:gdLst/>
                <a:ahLst/>
                <a:cxnLst/>
                <a:rect l="l" t="t" r="r" b="b"/>
                <a:pathLst>
                  <a:path w="55" h="63" extrusionOk="0">
                    <a:moveTo>
                      <a:pt x="27" y="0"/>
                    </a:moveTo>
                    <a:cubicBezTo>
                      <a:pt x="13" y="0"/>
                      <a:pt x="1" y="15"/>
                      <a:pt x="1" y="31"/>
                    </a:cubicBezTo>
                    <a:cubicBezTo>
                      <a:pt x="1" y="48"/>
                      <a:pt x="13" y="63"/>
                      <a:pt x="27" y="63"/>
                    </a:cubicBezTo>
                    <a:cubicBezTo>
                      <a:pt x="42" y="63"/>
                      <a:pt x="54" y="48"/>
                      <a:pt x="54" y="31"/>
                    </a:cubicBezTo>
                    <a:cubicBezTo>
                      <a:pt x="54" y="15"/>
                      <a:pt x="42" y="0"/>
                      <a:pt x="27" y="0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51"/>
              <p:cNvSpPr/>
              <p:nvPr/>
            </p:nvSpPr>
            <p:spPr>
              <a:xfrm>
                <a:off x="6240986" y="1167976"/>
                <a:ext cx="11758" cy="13992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19" extrusionOk="0">
                    <a:moveTo>
                      <a:pt x="19" y="0"/>
                    </a:moveTo>
                    <a:lnTo>
                      <a:pt x="1" y="18"/>
                    </a:lnTo>
                    <a:cubicBezTo>
                      <a:pt x="56" y="41"/>
                      <a:pt x="53" y="118"/>
                      <a:pt x="53" y="118"/>
                    </a:cubicBezTo>
                    <a:cubicBezTo>
                      <a:pt x="99" y="24"/>
                      <a:pt x="19" y="0"/>
                      <a:pt x="19" y="0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51"/>
              <p:cNvSpPr/>
              <p:nvPr/>
            </p:nvSpPr>
            <p:spPr>
              <a:xfrm>
                <a:off x="6234872" y="1175384"/>
                <a:ext cx="8583" cy="13874"/>
              </a:xfrm>
              <a:custGeom>
                <a:avLst/>
                <a:gdLst/>
                <a:ahLst/>
                <a:cxnLst/>
                <a:rect l="l" t="t" r="r" b="b"/>
                <a:pathLst>
                  <a:path w="73" h="118" extrusionOk="0">
                    <a:moveTo>
                      <a:pt x="8" y="1"/>
                    </a:moveTo>
                    <a:cubicBezTo>
                      <a:pt x="5" y="1"/>
                      <a:pt x="3" y="2"/>
                      <a:pt x="2" y="4"/>
                    </a:cubicBezTo>
                    <a:cubicBezTo>
                      <a:pt x="1" y="7"/>
                      <a:pt x="1" y="10"/>
                      <a:pt x="4" y="12"/>
                    </a:cubicBezTo>
                    <a:cubicBezTo>
                      <a:pt x="39" y="33"/>
                      <a:pt x="60" y="70"/>
                      <a:pt x="59" y="112"/>
                    </a:cubicBezTo>
                    <a:cubicBezTo>
                      <a:pt x="57" y="113"/>
                      <a:pt x="57" y="113"/>
                      <a:pt x="59" y="115"/>
                    </a:cubicBezTo>
                    <a:cubicBezTo>
                      <a:pt x="59" y="116"/>
                      <a:pt x="60" y="118"/>
                      <a:pt x="63" y="118"/>
                    </a:cubicBezTo>
                    <a:cubicBezTo>
                      <a:pt x="66" y="116"/>
                      <a:pt x="69" y="115"/>
                      <a:pt x="69" y="110"/>
                    </a:cubicBezTo>
                    <a:cubicBezTo>
                      <a:pt x="72" y="65"/>
                      <a:pt x="50" y="22"/>
                      <a:pt x="11" y="1"/>
                    </a:cubicBezTo>
                    <a:cubicBezTo>
                      <a:pt x="10" y="1"/>
                      <a:pt x="9" y="1"/>
                      <a:pt x="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5" name="Google Shape;1865;p51"/>
            <p:cNvGrpSpPr/>
            <p:nvPr/>
          </p:nvGrpSpPr>
          <p:grpSpPr>
            <a:xfrm>
              <a:off x="5502091" y="3882413"/>
              <a:ext cx="498110" cy="658627"/>
              <a:chOff x="5502091" y="3882413"/>
              <a:chExt cx="498110" cy="658627"/>
            </a:xfrm>
          </p:grpSpPr>
          <p:sp>
            <p:nvSpPr>
              <p:cNvPr id="1866" name="Google Shape;1866;p51"/>
              <p:cNvSpPr/>
              <p:nvPr/>
            </p:nvSpPr>
            <p:spPr>
              <a:xfrm rot="520759">
                <a:off x="5614580" y="3986755"/>
                <a:ext cx="64776" cy="200247"/>
              </a:xfrm>
              <a:custGeom>
                <a:avLst/>
                <a:gdLst/>
                <a:ahLst/>
                <a:cxnLst/>
                <a:rect l="l" t="t" r="r" b="b"/>
                <a:pathLst>
                  <a:path w="723" h="2235" extrusionOk="0">
                    <a:moveTo>
                      <a:pt x="121" y="1"/>
                    </a:moveTo>
                    <a:cubicBezTo>
                      <a:pt x="100" y="208"/>
                      <a:pt x="80" y="414"/>
                      <a:pt x="59" y="620"/>
                    </a:cubicBezTo>
                    <a:cubicBezTo>
                      <a:pt x="29" y="915"/>
                      <a:pt x="0" y="1215"/>
                      <a:pt x="54" y="1507"/>
                    </a:cubicBezTo>
                    <a:cubicBezTo>
                      <a:pt x="109" y="1798"/>
                      <a:pt x="261" y="2084"/>
                      <a:pt x="516" y="2235"/>
                    </a:cubicBezTo>
                    <a:cubicBezTo>
                      <a:pt x="572" y="2156"/>
                      <a:pt x="682" y="1886"/>
                      <a:pt x="689" y="1790"/>
                    </a:cubicBezTo>
                    <a:cubicBezTo>
                      <a:pt x="722" y="1386"/>
                      <a:pt x="636" y="1067"/>
                      <a:pt x="493" y="688"/>
                    </a:cubicBezTo>
                    <a:cubicBezTo>
                      <a:pt x="400" y="448"/>
                      <a:pt x="252" y="222"/>
                      <a:pt x="12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51"/>
              <p:cNvSpPr/>
              <p:nvPr/>
            </p:nvSpPr>
            <p:spPr>
              <a:xfrm rot="520759">
                <a:off x="5510964" y="4149272"/>
                <a:ext cx="157595" cy="129556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446" extrusionOk="0">
                    <a:moveTo>
                      <a:pt x="1" y="1"/>
                    </a:moveTo>
                    <a:lnTo>
                      <a:pt x="358" y="509"/>
                    </a:lnTo>
                    <a:cubicBezTo>
                      <a:pt x="528" y="751"/>
                      <a:pt x="701" y="998"/>
                      <a:pt x="934" y="1183"/>
                    </a:cubicBezTo>
                    <a:cubicBezTo>
                      <a:pt x="1127" y="1337"/>
                      <a:pt x="1371" y="1445"/>
                      <a:pt x="1615" y="1445"/>
                    </a:cubicBezTo>
                    <a:cubicBezTo>
                      <a:pt x="1663" y="1445"/>
                      <a:pt x="1711" y="1441"/>
                      <a:pt x="1759" y="1432"/>
                    </a:cubicBezTo>
                    <a:cubicBezTo>
                      <a:pt x="1699" y="875"/>
                      <a:pt x="1183" y="523"/>
                      <a:pt x="731" y="278"/>
                    </a:cubicBezTo>
                    <a:cubicBezTo>
                      <a:pt x="505" y="156"/>
                      <a:pt x="244" y="80"/>
                      <a:pt x="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51"/>
              <p:cNvSpPr/>
              <p:nvPr/>
            </p:nvSpPr>
            <p:spPr>
              <a:xfrm rot="520759">
                <a:off x="5537161" y="4303312"/>
                <a:ext cx="183398" cy="94076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1050" extrusionOk="0">
                    <a:moveTo>
                      <a:pt x="1" y="1"/>
                    </a:moveTo>
                    <a:lnTo>
                      <a:pt x="468" y="411"/>
                    </a:lnTo>
                    <a:cubicBezTo>
                      <a:pt x="690" y="606"/>
                      <a:pt x="917" y="804"/>
                      <a:pt x="1185" y="930"/>
                    </a:cubicBezTo>
                    <a:cubicBezTo>
                      <a:pt x="1345" y="1004"/>
                      <a:pt x="1523" y="1050"/>
                      <a:pt x="1697" y="1050"/>
                    </a:cubicBezTo>
                    <a:cubicBezTo>
                      <a:pt x="1817" y="1050"/>
                      <a:pt x="1936" y="1028"/>
                      <a:pt x="2047" y="979"/>
                    </a:cubicBezTo>
                    <a:cubicBezTo>
                      <a:pt x="1857" y="451"/>
                      <a:pt x="1273" y="230"/>
                      <a:pt x="776" y="99"/>
                    </a:cubicBezTo>
                    <a:cubicBezTo>
                      <a:pt x="527" y="33"/>
                      <a:pt x="256" y="21"/>
                      <a:pt x="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51"/>
              <p:cNvSpPr/>
              <p:nvPr/>
            </p:nvSpPr>
            <p:spPr>
              <a:xfrm rot="520759">
                <a:off x="5627077" y="4448150"/>
                <a:ext cx="199346" cy="65495"/>
              </a:xfrm>
              <a:custGeom>
                <a:avLst/>
                <a:gdLst/>
                <a:ahLst/>
                <a:cxnLst/>
                <a:rect l="l" t="t" r="r" b="b"/>
                <a:pathLst>
                  <a:path w="2225" h="731" extrusionOk="0">
                    <a:moveTo>
                      <a:pt x="766" y="0"/>
                    </a:moveTo>
                    <a:cubicBezTo>
                      <a:pt x="512" y="0"/>
                      <a:pt x="251" y="53"/>
                      <a:pt x="1" y="94"/>
                    </a:cubicBezTo>
                    <a:lnTo>
                      <a:pt x="554" y="379"/>
                    </a:lnTo>
                    <a:cubicBezTo>
                      <a:pt x="818" y="515"/>
                      <a:pt x="1086" y="652"/>
                      <a:pt x="1377" y="707"/>
                    </a:cubicBezTo>
                    <a:cubicBezTo>
                      <a:pt x="1458" y="722"/>
                      <a:pt x="1542" y="731"/>
                      <a:pt x="1625" y="731"/>
                    </a:cubicBezTo>
                    <a:cubicBezTo>
                      <a:pt x="1841" y="731"/>
                      <a:pt x="2055" y="675"/>
                      <a:pt x="2224" y="543"/>
                    </a:cubicBezTo>
                    <a:cubicBezTo>
                      <a:pt x="1911" y="78"/>
                      <a:pt x="1292" y="6"/>
                      <a:pt x="776" y="0"/>
                    </a:cubicBezTo>
                    <a:cubicBezTo>
                      <a:pt x="773" y="0"/>
                      <a:pt x="769" y="0"/>
                      <a:pt x="766" y="0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51"/>
              <p:cNvSpPr/>
              <p:nvPr/>
            </p:nvSpPr>
            <p:spPr>
              <a:xfrm rot="520759">
                <a:off x="5670724" y="4082479"/>
                <a:ext cx="74990" cy="200157"/>
              </a:xfrm>
              <a:custGeom>
                <a:avLst/>
                <a:gdLst/>
                <a:ahLst/>
                <a:cxnLst/>
                <a:rect l="l" t="t" r="r" b="b"/>
                <a:pathLst>
                  <a:path w="837" h="2234" extrusionOk="0">
                    <a:moveTo>
                      <a:pt x="721" y="1"/>
                    </a:moveTo>
                    <a:cubicBezTo>
                      <a:pt x="588" y="220"/>
                      <a:pt x="439" y="447"/>
                      <a:pt x="348" y="687"/>
                    </a:cubicBezTo>
                    <a:cubicBezTo>
                      <a:pt x="163" y="1167"/>
                      <a:pt x="0" y="1769"/>
                      <a:pt x="316" y="2233"/>
                    </a:cubicBezTo>
                    <a:cubicBezTo>
                      <a:pt x="573" y="2084"/>
                      <a:pt x="727" y="1798"/>
                      <a:pt x="782" y="1505"/>
                    </a:cubicBezTo>
                    <a:cubicBezTo>
                      <a:pt x="837" y="1215"/>
                      <a:pt x="809" y="915"/>
                      <a:pt x="780" y="620"/>
                    </a:cubicBezTo>
                    <a:cubicBezTo>
                      <a:pt x="761" y="414"/>
                      <a:pt x="741" y="207"/>
                      <a:pt x="721" y="1"/>
                    </a:cubicBez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51"/>
              <p:cNvSpPr/>
              <p:nvPr/>
            </p:nvSpPr>
            <p:spPr>
              <a:xfrm rot="520759">
                <a:off x="5728907" y="4197307"/>
                <a:ext cx="64059" cy="202397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259" extrusionOk="0">
                    <a:moveTo>
                      <a:pt x="223" y="1"/>
                    </a:moveTo>
                    <a:cubicBezTo>
                      <a:pt x="154" y="248"/>
                      <a:pt x="72" y="506"/>
                      <a:pt x="48" y="763"/>
                    </a:cubicBezTo>
                    <a:cubicBezTo>
                      <a:pt x="0" y="1276"/>
                      <a:pt x="8" y="1899"/>
                      <a:pt x="439" y="2259"/>
                    </a:cubicBezTo>
                    <a:cubicBezTo>
                      <a:pt x="645" y="2045"/>
                      <a:pt x="715" y="1729"/>
                      <a:pt x="689" y="1434"/>
                    </a:cubicBezTo>
                    <a:cubicBezTo>
                      <a:pt x="664" y="1137"/>
                      <a:pt x="555" y="857"/>
                      <a:pt x="448" y="581"/>
                    </a:cubicBezTo>
                    <a:lnTo>
                      <a:pt x="223" y="1"/>
                    </a:ln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51"/>
              <p:cNvSpPr/>
              <p:nvPr/>
            </p:nvSpPr>
            <p:spPr>
              <a:xfrm rot="520759">
                <a:off x="5793533" y="4302352"/>
                <a:ext cx="105183" cy="179371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200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2" y="256"/>
                      <a:pt x="55" y="526"/>
                      <a:pt x="132" y="770"/>
                    </a:cubicBezTo>
                    <a:cubicBezTo>
                      <a:pt x="284" y="1262"/>
                      <a:pt x="530" y="1835"/>
                      <a:pt x="1065" y="2002"/>
                    </a:cubicBezTo>
                    <a:cubicBezTo>
                      <a:pt x="1174" y="1728"/>
                      <a:pt x="1117" y="1409"/>
                      <a:pt x="980" y="1145"/>
                    </a:cubicBezTo>
                    <a:cubicBezTo>
                      <a:pt x="844" y="882"/>
                      <a:pt x="636" y="664"/>
                      <a:pt x="431" y="45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988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51"/>
              <p:cNvSpPr/>
              <p:nvPr/>
            </p:nvSpPr>
            <p:spPr>
              <a:xfrm rot="520759">
                <a:off x="5605319" y="4073538"/>
                <a:ext cx="363570" cy="442604"/>
              </a:xfrm>
              <a:custGeom>
                <a:avLst/>
                <a:gdLst/>
                <a:ahLst/>
                <a:cxnLst/>
                <a:rect l="l" t="t" r="r" b="b"/>
                <a:pathLst>
                  <a:path w="4058" h="4940" extrusionOk="0">
                    <a:moveTo>
                      <a:pt x="42" y="1"/>
                    </a:moveTo>
                    <a:cubicBezTo>
                      <a:pt x="22" y="1"/>
                      <a:pt x="0" y="15"/>
                      <a:pt x="1" y="42"/>
                    </a:cubicBezTo>
                    <a:cubicBezTo>
                      <a:pt x="26" y="598"/>
                      <a:pt x="170" y="1250"/>
                      <a:pt x="404" y="1878"/>
                    </a:cubicBezTo>
                    <a:cubicBezTo>
                      <a:pt x="639" y="2514"/>
                      <a:pt x="944" y="3056"/>
                      <a:pt x="1261" y="3403"/>
                    </a:cubicBezTo>
                    <a:cubicBezTo>
                      <a:pt x="1907" y="4111"/>
                      <a:pt x="3004" y="4729"/>
                      <a:pt x="3993" y="4938"/>
                    </a:cubicBezTo>
                    <a:cubicBezTo>
                      <a:pt x="3995" y="4939"/>
                      <a:pt x="3997" y="4939"/>
                      <a:pt x="4000" y="4939"/>
                    </a:cubicBezTo>
                    <a:lnTo>
                      <a:pt x="4002" y="4939"/>
                    </a:lnTo>
                    <a:cubicBezTo>
                      <a:pt x="4050" y="4939"/>
                      <a:pt x="4057" y="4869"/>
                      <a:pt x="4009" y="4859"/>
                    </a:cubicBezTo>
                    <a:cubicBezTo>
                      <a:pt x="3037" y="4654"/>
                      <a:pt x="1956" y="4046"/>
                      <a:pt x="1321" y="3349"/>
                    </a:cubicBezTo>
                    <a:cubicBezTo>
                      <a:pt x="689" y="2656"/>
                      <a:pt x="134" y="1171"/>
                      <a:pt x="82" y="39"/>
                    </a:cubicBezTo>
                    <a:cubicBezTo>
                      <a:pt x="81" y="13"/>
                      <a:pt x="62" y="1"/>
                      <a:pt x="42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51"/>
              <p:cNvSpPr/>
              <p:nvPr/>
            </p:nvSpPr>
            <p:spPr>
              <a:xfrm rot="520759">
                <a:off x="5566413" y="4143397"/>
                <a:ext cx="147650" cy="163333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823" extrusionOk="0">
                    <a:moveTo>
                      <a:pt x="1602" y="0"/>
                    </a:moveTo>
                    <a:cubicBezTo>
                      <a:pt x="1584" y="0"/>
                      <a:pt x="1566" y="11"/>
                      <a:pt x="1563" y="35"/>
                    </a:cubicBezTo>
                    <a:cubicBezTo>
                      <a:pt x="1478" y="584"/>
                      <a:pt x="1454" y="1103"/>
                      <a:pt x="1429" y="1653"/>
                    </a:cubicBezTo>
                    <a:lnTo>
                      <a:pt x="1426" y="1717"/>
                    </a:lnTo>
                    <a:cubicBezTo>
                      <a:pt x="908" y="1435"/>
                      <a:pt x="454" y="1052"/>
                      <a:pt x="88" y="591"/>
                    </a:cubicBezTo>
                    <a:cubicBezTo>
                      <a:pt x="79" y="580"/>
                      <a:pt x="68" y="575"/>
                      <a:pt x="58" y="575"/>
                    </a:cubicBezTo>
                    <a:cubicBezTo>
                      <a:pt x="28" y="575"/>
                      <a:pt x="0" y="610"/>
                      <a:pt x="24" y="642"/>
                    </a:cubicBezTo>
                    <a:cubicBezTo>
                      <a:pt x="410" y="1128"/>
                      <a:pt x="893" y="1529"/>
                      <a:pt x="1444" y="1818"/>
                    </a:cubicBezTo>
                    <a:cubicBezTo>
                      <a:pt x="1450" y="1821"/>
                      <a:pt x="1456" y="1823"/>
                      <a:pt x="1462" y="1823"/>
                    </a:cubicBezTo>
                    <a:cubicBezTo>
                      <a:pt x="1469" y="1823"/>
                      <a:pt x="1477" y="1821"/>
                      <a:pt x="1483" y="1818"/>
                    </a:cubicBezTo>
                    <a:cubicBezTo>
                      <a:pt x="1494" y="1811"/>
                      <a:pt x="1502" y="1799"/>
                      <a:pt x="1502" y="1784"/>
                    </a:cubicBezTo>
                    <a:lnTo>
                      <a:pt x="1508" y="1656"/>
                    </a:lnTo>
                    <a:cubicBezTo>
                      <a:pt x="1533" y="1110"/>
                      <a:pt x="1559" y="591"/>
                      <a:pt x="1642" y="47"/>
                    </a:cubicBezTo>
                    <a:cubicBezTo>
                      <a:pt x="1647" y="17"/>
                      <a:pt x="1624" y="0"/>
                      <a:pt x="1602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51"/>
              <p:cNvSpPr/>
              <p:nvPr/>
            </p:nvSpPr>
            <p:spPr>
              <a:xfrm rot="520759">
                <a:off x="5596062" y="4274513"/>
                <a:ext cx="173991" cy="140397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567" extrusionOk="0">
                    <a:moveTo>
                      <a:pt x="1654" y="1"/>
                    </a:moveTo>
                    <a:cubicBezTo>
                      <a:pt x="1652" y="1"/>
                      <a:pt x="1651" y="1"/>
                      <a:pt x="1649" y="1"/>
                    </a:cubicBezTo>
                    <a:cubicBezTo>
                      <a:pt x="1627" y="1"/>
                      <a:pt x="1610" y="20"/>
                      <a:pt x="1612" y="43"/>
                    </a:cubicBezTo>
                    <a:lnTo>
                      <a:pt x="1613" y="74"/>
                    </a:lnTo>
                    <a:cubicBezTo>
                      <a:pt x="1647" y="542"/>
                      <a:pt x="1683" y="1027"/>
                      <a:pt x="1834" y="1477"/>
                    </a:cubicBezTo>
                    <a:cubicBezTo>
                      <a:pt x="1194" y="1385"/>
                      <a:pt x="590" y="1125"/>
                      <a:pt x="85" y="724"/>
                    </a:cubicBezTo>
                    <a:cubicBezTo>
                      <a:pt x="76" y="717"/>
                      <a:pt x="67" y="714"/>
                      <a:pt x="59" y="714"/>
                    </a:cubicBezTo>
                    <a:cubicBezTo>
                      <a:pt x="26" y="714"/>
                      <a:pt x="1" y="760"/>
                      <a:pt x="34" y="787"/>
                    </a:cubicBezTo>
                    <a:cubicBezTo>
                      <a:pt x="569" y="1212"/>
                      <a:pt x="1211" y="1480"/>
                      <a:pt x="1889" y="1565"/>
                    </a:cubicBezTo>
                    <a:lnTo>
                      <a:pt x="1893" y="1565"/>
                    </a:lnTo>
                    <a:lnTo>
                      <a:pt x="1895" y="1567"/>
                    </a:lnTo>
                    <a:cubicBezTo>
                      <a:pt x="1922" y="1565"/>
                      <a:pt x="1941" y="1538"/>
                      <a:pt x="1932" y="1512"/>
                    </a:cubicBezTo>
                    <a:cubicBezTo>
                      <a:pt x="1765" y="1055"/>
                      <a:pt x="1729" y="553"/>
                      <a:pt x="1694" y="68"/>
                    </a:cubicBezTo>
                    <a:lnTo>
                      <a:pt x="1691" y="38"/>
                    </a:lnTo>
                    <a:cubicBezTo>
                      <a:pt x="1691" y="18"/>
                      <a:pt x="1674" y="1"/>
                      <a:pt x="1654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51"/>
              <p:cNvSpPr/>
              <p:nvPr/>
            </p:nvSpPr>
            <p:spPr>
              <a:xfrm rot="520759">
                <a:off x="5812638" y="4361315"/>
                <a:ext cx="73825" cy="144787"/>
              </a:xfrm>
              <a:custGeom>
                <a:avLst/>
                <a:gdLst/>
                <a:ahLst/>
                <a:cxnLst/>
                <a:rect l="l" t="t" r="r" b="b"/>
                <a:pathLst>
                  <a:path w="824" h="1616" extrusionOk="0">
                    <a:moveTo>
                      <a:pt x="56" y="0"/>
                    </a:moveTo>
                    <a:cubicBezTo>
                      <a:pt x="28" y="0"/>
                      <a:pt x="0" y="32"/>
                      <a:pt x="21" y="62"/>
                    </a:cubicBezTo>
                    <a:cubicBezTo>
                      <a:pt x="318" y="510"/>
                      <a:pt x="657" y="1015"/>
                      <a:pt x="740" y="1582"/>
                    </a:cubicBezTo>
                    <a:cubicBezTo>
                      <a:pt x="743" y="1601"/>
                      <a:pt x="760" y="1616"/>
                      <a:pt x="780" y="1616"/>
                    </a:cubicBezTo>
                    <a:lnTo>
                      <a:pt x="786" y="1616"/>
                    </a:lnTo>
                    <a:cubicBezTo>
                      <a:pt x="807" y="1613"/>
                      <a:pt x="824" y="1592"/>
                      <a:pt x="819" y="1570"/>
                    </a:cubicBezTo>
                    <a:cubicBezTo>
                      <a:pt x="733" y="985"/>
                      <a:pt x="390" y="472"/>
                      <a:pt x="89" y="19"/>
                    </a:cubicBezTo>
                    <a:cubicBezTo>
                      <a:pt x="80" y="6"/>
                      <a:pt x="68" y="0"/>
                      <a:pt x="56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51"/>
              <p:cNvSpPr/>
              <p:nvPr/>
            </p:nvSpPr>
            <p:spPr>
              <a:xfrm rot="520759">
                <a:off x="5709803" y="4484029"/>
                <a:ext cx="155534" cy="25087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280" extrusionOk="0">
                    <a:moveTo>
                      <a:pt x="54" y="1"/>
                    </a:moveTo>
                    <a:cubicBezTo>
                      <a:pt x="21" y="1"/>
                      <a:pt x="0" y="70"/>
                      <a:pt x="40" y="78"/>
                    </a:cubicBezTo>
                    <a:cubicBezTo>
                      <a:pt x="537" y="260"/>
                      <a:pt x="826" y="278"/>
                      <a:pt x="1008" y="278"/>
                    </a:cubicBezTo>
                    <a:cubicBezTo>
                      <a:pt x="1035" y="278"/>
                      <a:pt x="1058" y="278"/>
                      <a:pt x="1081" y="280"/>
                    </a:cubicBezTo>
                    <a:cubicBezTo>
                      <a:pt x="1272" y="277"/>
                      <a:pt x="1522" y="193"/>
                      <a:pt x="1694" y="117"/>
                    </a:cubicBezTo>
                    <a:cubicBezTo>
                      <a:pt x="1735" y="98"/>
                      <a:pt x="1716" y="40"/>
                      <a:pt x="1679" y="40"/>
                    </a:cubicBezTo>
                    <a:cubicBezTo>
                      <a:pt x="1673" y="40"/>
                      <a:pt x="1667" y="41"/>
                      <a:pt x="1661" y="44"/>
                    </a:cubicBezTo>
                    <a:cubicBezTo>
                      <a:pt x="1497" y="117"/>
                      <a:pt x="1261" y="196"/>
                      <a:pt x="1079" y="199"/>
                    </a:cubicBezTo>
                    <a:cubicBezTo>
                      <a:pt x="1056" y="200"/>
                      <a:pt x="1031" y="200"/>
                      <a:pt x="1005" y="200"/>
                    </a:cubicBezTo>
                    <a:cubicBezTo>
                      <a:pt x="822" y="200"/>
                      <a:pt x="551" y="181"/>
                      <a:pt x="67" y="4"/>
                    </a:cubicBezTo>
                    <a:cubicBezTo>
                      <a:pt x="63" y="2"/>
                      <a:pt x="58" y="1"/>
                      <a:pt x="54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51"/>
              <p:cNvSpPr/>
              <p:nvPr/>
            </p:nvSpPr>
            <p:spPr>
              <a:xfrm rot="520759">
                <a:off x="5736184" y="3886321"/>
                <a:ext cx="65314" cy="178206"/>
              </a:xfrm>
              <a:custGeom>
                <a:avLst/>
                <a:gdLst/>
                <a:ahLst/>
                <a:cxnLst/>
                <a:rect l="l" t="t" r="r" b="b"/>
                <a:pathLst>
                  <a:path w="729" h="1989" extrusionOk="0">
                    <a:moveTo>
                      <a:pt x="596" y="0"/>
                    </a:moveTo>
                    <a:cubicBezTo>
                      <a:pt x="558" y="0"/>
                      <a:pt x="523" y="26"/>
                      <a:pt x="512" y="65"/>
                    </a:cubicBezTo>
                    <a:lnTo>
                      <a:pt x="13" y="1868"/>
                    </a:lnTo>
                    <a:cubicBezTo>
                      <a:pt x="1" y="1914"/>
                      <a:pt x="27" y="1963"/>
                      <a:pt x="74" y="1975"/>
                    </a:cubicBezTo>
                    <a:lnTo>
                      <a:pt x="108" y="1985"/>
                    </a:lnTo>
                    <a:cubicBezTo>
                      <a:pt x="115" y="1987"/>
                      <a:pt x="123" y="1988"/>
                      <a:pt x="130" y="1988"/>
                    </a:cubicBezTo>
                    <a:cubicBezTo>
                      <a:pt x="169" y="1988"/>
                      <a:pt x="204" y="1963"/>
                      <a:pt x="215" y="1924"/>
                    </a:cubicBezTo>
                    <a:lnTo>
                      <a:pt x="715" y="120"/>
                    </a:lnTo>
                    <a:cubicBezTo>
                      <a:pt x="728" y="74"/>
                      <a:pt x="702" y="26"/>
                      <a:pt x="655" y="13"/>
                    </a:cubicBezTo>
                    <a:lnTo>
                      <a:pt x="619" y="4"/>
                    </a:lnTo>
                    <a:cubicBezTo>
                      <a:pt x="612" y="1"/>
                      <a:pt x="604" y="0"/>
                      <a:pt x="5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51"/>
              <p:cNvSpPr/>
              <p:nvPr/>
            </p:nvSpPr>
            <p:spPr>
              <a:xfrm rot="520759">
                <a:off x="5695337" y="3911766"/>
                <a:ext cx="147023" cy="127226"/>
              </a:xfrm>
              <a:custGeom>
                <a:avLst/>
                <a:gdLst/>
                <a:ahLst/>
                <a:cxnLst/>
                <a:rect l="l" t="t" r="r" b="b"/>
                <a:pathLst>
                  <a:path w="1641" h="1420" extrusionOk="0">
                    <a:moveTo>
                      <a:pt x="1520" y="1"/>
                    </a:moveTo>
                    <a:cubicBezTo>
                      <a:pt x="1500" y="1"/>
                      <a:pt x="1480" y="8"/>
                      <a:pt x="1463" y="22"/>
                    </a:cubicBezTo>
                    <a:lnTo>
                      <a:pt x="41" y="1239"/>
                    </a:lnTo>
                    <a:cubicBezTo>
                      <a:pt x="3" y="1271"/>
                      <a:pt x="0" y="1326"/>
                      <a:pt x="32" y="1361"/>
                    </a:cubicBezTo>
                    <a:lnTo>
                      <a:pt x="54" y="1390"/>
                    </a:lnTo>
                    <a:cubicBezTo>
                      <a:pt x="71" y="1409"/>
                      <a:pt x="96" y="1420"/>
                      <a:pt x="120" y="1420"/>
                    </a:cubicBezTo>
                    <a:cubicBezTo>
                      <a:pt x="140" y="1420"/>
                      <a:pt x="160" y="1413"/>
                      <a:pt x="176" y="1399"/>
                    </a:cubicBezTo>
                    <a:lnTo>
                      <a:pt x="1599" y="182"/>
                    </a:lnTo>
                    <a:cubicBezTo>
                      <a:pt x="1636" y="151"/>
                      <a:pt x="1641" y="95"/>
                      <a:pt x="1609" y="58"/>
                    </a:cubicBezTo>
                    <a:lnTo>
                      <a:pt x="1585" y="31"/>
                    </a:lnTo>
                    <a:cubicBezTo>
                      <a:pt x="1568" y="11"/>
                      <a:pt x="1544" y="1"/>
                      <a:pt x="152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51"/>
              <p:cNvSpPr/>
              <p:nvPr/>
            </p:nvSpPr>
            <p:spPr>
              <a:xfrm rot="520759">
                <a:off x="5678487" y="3944999"/>
                <a:ext cx="180620" cy="60836"/>
              </a:xfrm>
              <a:custGeom>
                <a:avLst/>
                <a:gdLst/>
                <a:ahLst/>
                <a:cxnLst/>
                <a:rect l="l" t="t" r="r" b="b"/>
                <a:pathLst>
                  <a:path w="2016" h="679" extrusionOk="0">
                    <a:moveTo>
                      <a:pt x="1910" y="1"/>
                    </a:moveTo>
                    <a:cubicBezTo>
                      <a:pt x="1903" y="1"/>
                      <a:pt x="1896" y="1"/>
                      <a:pt x="1888" y="3"/>
                    </a:cubicBezTo>
                    <a:lnTo>
                      <a:pt x="75" y="472"/>
                    </a:lnTo>
                    <a:cubicBezTo>
                      <a:pt x="29" y="483"/>
                      <a:pt x="0" y="531"/>
                      <a:pt x="12" y="579"/>
                    </a:cubicBezTo>
                    <a:lnTo>
                      <a:pt x="23" y="613"/>
                    </a:lnTo>
                    <a:cubicBezTo>
                      <a:pt x="33" y="652"/>
                      <a:pt x="67" y="679"/>
                      <a:pt x="107" y="679"/>
                    </a:cubicBezTo>
                    <a:cubicBezTo>
                      <a:pt x="114" y="679"/>
                      <a:pt x="121" y="678"/>
                      <a:pt x="129" y="676"/>
                    </a:cubicBezTo>
                    <a:lnTo>
                      <a:pt x="1940" y="206"/>
                    </a:lnTo>
                    <a:cubicBezTo>
                      <a:pt x="1987" y="194"/>
                      <a:pt x="2015" y="146"/>
                      <a:pt x="2003" y="100"/>
                    </a:cubicBezTo>
                    <a:lnTo>
                      <a:pt x="1994" y="66"/>
                    </a:lnTo>
                    <a:cubicBezTo>
                      <a:pt x="1984" y="26"/>
                      <a:pt x="1949" y="1"/>
                      <a:pt x="19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51"/>
              <p:cNvSpPr/>
              <p:nvPr/>
            </p:nvSpPr>
            <p:spPr>
              <a:xfrm rot="520759">
                <a:off x="5678851" y="3943573"/>
                <a:ext cx="179993" cy="63613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710" extrusionOk="0">
                    <a:moveTo>
                      <a:pt x="106" y="1"/>
                    </a:moveTo>
                    <a:cubicBezTo>
                      <a:pt x="67" y="1"/>
                      <a:pt x="33" y="26"/>
                      <a:pt x="23" y="64"/>
                    </a:cubicBezTo>
                    <a:lnTo>
                      <a:pt x="13" y="100"/>
                    </a:lnTo>
                    <a:cubicBezTo>
                      <a:pt x="1" y="146"/>
                      <a:pt x="28" y="194"/>
                      <a:pt x="74" y="207"/>
                    </a:cubicBezTo>
                    <a:lnTo>
                      <a:pt x="1878" y="707"/>
                    </a:lnTo>
                    <a:cubicBezTo>
                      <a:pt x="1886" y="709"/>
                      <a:pt x="1893" y="710"/>
                      <a:pt x="1901" y="710"/>
                    </a:cubicBezTo>
                    <a:cubicBezTo>
                      <a:pt x="1939" y="710"/>
                      <a:pt x="1974" y="684"/>
                      <a:pt x="1986" y="646"/>
                    </a:cubicBezTo>
                    <a:lnTo>
                      <a:pt x="1995" y="611"/>
                    </a:lnTo>
                    <a:cubicBezTo>
                      <a:pt x="2008" y="565"/>
                      <a:pt x="1981" y="517"/>
                      <a:pt x="1934" y="504"/>
                    </a:cubicBezTo>
                    <a:lnTo>
                      <a:pt x="131" y="4"/>
                    </a:lnTo>
                    <a:cubicBezTo>
                      <a:pt x="122" y="2"/>
                      <a:pt x="114" y="1"/>
                      <a:pt x="1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51"/>
              <p:cNvSpPr/>
              <p:nvPr/>
            </p:nvSpPr>
            <p:spPr>
              <a:xfrm rot="520759">
                <a:off x="5700258" y="3906659"/>
                <a:ext cx="137168" cy="13753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1535" extrusionOk="0">
                    <a:moveTo>
                      <a:pt x="122" y="0"/>
                    </a:moveTo>
                    <a:cubicBezTo>
                      <a:pt x="100" y="0"/>
                      <a:pt x="77" y="9"/>
                      <a:pt x="60" y="26"/>
                    </a:cubicBezTo>
                    <a:lnTo>
                      <a:pt x="35" y="51"/>
                    </a:lnTo>
                    <a:cubicBezTo>
                      <a:pt x="1" y="84"/>
                      <a:pt x="1" y="139"/>
                      <a:pt x="35" y="173"/>
                    </a:cubicBezTo>
                    <a:lnTo>
                      <a:pt x="1347" y="1509"/>
                    </a:lnTo>
                    <a:cubicBezTo>
                      <a:pt x="1364" y="1526"/>
                      <a:pt x="1387" y="1535"/>
                      <a:pt x="1410" y="1535"/>
                    </a:cubicBezTo>
                    <a:cubicBezTo>
                      <a:pt x="1432" y="1535"/>
                      <a:pt x="1454" y="1526"/>
                      <a:pt x="1471" y="1509"/>
                    </a:cubicBezTo>
                    <a:lnTo>
                      <a:pt x="1496" y="1484"/>
                    </a:lnTo>
                    <a:cubicBezTo>
                      <a:pt x="1530" y="1450"/>
                      <a:pt x="1530" y="1395"/>
                      <a:pt x="1496" y="1362"/>
                    </a:cubicBezTo>
                    <a:lnTo>
                      <a:pt x="184" y="26"/>
                    </a:lnTo>
                    <a:cubicBezTo>
                      <a:pt x="167" y="9"/>
                      <a:pt x="144" y="0"/>
                      <a:pt x="1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51"/>
              <p:cNvSpPr/>
              <p:nvPr/>
            </p:nvSpPr>
            <p:spPr>
              <a:xfrm rot="520759">
                <a:off x="5733766" y="3886935"/>
                <a:ext cx="69973" cy="176952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75" extrusionOk="0">
                    <a:moveTo>
                      <a:pt x="132" y="1"/>
                    </a:moveTo>
                    <a:cubicBezTo>
                      <a:pt x="123" y="1"/>
                      <a:pt x="115" y="2"/>
                      <a:pt x="107" y="4"/>
                    </a:cubicBezTo>
                    <a:lnTo>
                      <a:pt x="72" y="15"/>
                    </a:lnTo>
                    <a:cubicBezTo>
                      <a:pt x="26" y="30"/>
                      <a:pt x="1" y="79"/>
                      <a:pt x="14" y="123"/>
                    </a:cubicBezTo>
                    <a:lnTo>
                      <a:pt x="566" y="1913"/>
                    </a:lnTo>
                    <a:cubicBezTo>
                      <a:pt x="578" y="1951"/>
                      <a:pt x="613" y="1975"/>
                      <a:pt x="650" y="1975"/>
                    </a:cubicBezTo>
                    <a:cubicBezTo>
                      <a:pt x="659" y="1975"/>
                      <a:pt x="667" y="1973"/>
                      <a:pt x="675" y="1971"/>
                    </a:cubicBezTo>
                    <a:lnTo>
                      <a:pt x="711" y="1961"/>
                    </a:lnTo>
                    <a:cubicBezTo>
                      <a:pt x="755" y="1946"/>
                      <a:pt x="781" y="1898"/>
                      <a:pt x="767" y="1852"/>
                    </a:cubicBezTo>
                    <a:lnTo>
                      <a:pt x="216" y="62"/>
                    </a:lnTo>
                    <a:cubicBezTo>
                      <a:pt x="203" y="24"/>
                      <a:pt x="169" y="1"/>
                      <a:pt x="1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51"/>
              <p:cNvSpPr/>
              <p:nvPr/>
            </p:nvSpPr>
            <p:spPr>
              <a:xfrm rot="520759">
                <a:off x="5743714" y="3956745"/>
                <a:ext cx="42109" cy="35480"/>
              </a:xfrm>
              <a:custGeom>
                <a:avLst/>
                <a:gdLst/>
                <a:ahLst/>
                <a:cxnLst/>
                <a:rect l="l" t="t" r="r" b="b"/>
                <a:pathLst>
                  <a:path w="470" h="396" extrusionOk="0">
                    <a:moveTo>
                      <a:pt x="249" y="1"/>
                    </a:moveTo>
                    <a:cubicBezTo>
                      <a:pt x="105" y="1"/>
                      <a:pt x="0" y="160"/>
                      <a:pt x="79" y="296"/>
                    </a:cubicBezTo>
                    <a:cubicBezTo>
                      <a:pt x="117" y="364"/>
                      <a:pt x="183" y="396"/>
                      <a:pt x="249" y="396"/>
                    </a:cubicBezTo>
                    <a:cubicBezTo>
                      <a:pt x="333" y="396"/>
                      <a:pt x="415" y="345"/>
                      <a:pt x="441" y="250"/>
                    </a:cubicBezTo>
                    <a:cubicBezTo>
                      <a:pt x="469" y="146"/>
                      <a:pt x="408" y="37"/>
                      <a:pt x="304" y="8"/>
                    </a:cubicBezTo>
                    <a:cubicBezTo>
                      <a:pt x="285" y="3"/>
                      <a:pt x="267" y="1"/>
                      <a:pt x="249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51"/>
              <p:cNvSpPr/>
              <p:nvPr/>
            </p:nvSpPr>
            <p:spPr>
              <a:xfrm rot="520759">
                <a:off x="5764977" y="4152431"/>
                <a:ext cx="44259" cy="12086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1349" extrusionOk="0">
                    <a:moveTo>
                      <a:pt x="405" y="0"/>
                    </a:moveTo>
                    <a:cubicBezTo>
                      <a:pt x="379" y="0"/>
                      <a:pt x="355" y="17"/>
                      <a:pt x="348" y="43"/>
                    </a:cubicBezTo>
                    <a:lnTo>
                      <a:pt x="8" y="1267"/>
                    </a:lnTo>
                    <a:cubicBezTo>
                      <a:pt x="0" y="1298"/>
                      <a:pt x="18" y="1331"/>
                      <a:pt x="50" y="1340"/>
                    </a:cubicBezTo>
                    <a:lnTo>
                      <a:pt x="73" y="1346"/>
                    </a:lnTo>
                    <a:cubicBezTo>
                      <a:pt x="79" y="1348"/>
                      <a:pt x="84" y="1348"/>
                      <a:pt x="90" y="1348"/>
                    </a:cubicBezTo>
                    <a:cubicBezTo>
                      <a:pt x="115" y="1348"/>
                      <a:pt x="139" y="1332"/>
                      <a:pt x="147" y="1306"/>
                    </a:cubicBezTo>
                    <a:lnTo>
                      <a:pt x="485" y="82"/>
                    </a:lnTo>
                    <a:cubicBezTo>
                      <a:pt x="494" y="50"/>
                      <a:pt x="475" y="17"/>
                      <a:pt x="443" y="8"/>
                    </a:cubicBezTo>
                    <a:lnTo>
                      <a:pt x="421" y="3"/>
                    </a:lnTo>
                    <a:cubicBezTo>
                      <a:pt x="415" y="1"/>
                      <a:pt x="410" y="0"/>
                      <a:pt x="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51"/>
              <p:cNvSpPr/>
              <p:nvPr/>
            </p:nvSpPr>
            <p:spPr>
              <a:xfrm rot="520759">
                <a:off x="5737211" y="4169627"/>
                <a:ext cx="99718" cy="86371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964" extrusionOk="0">
                    <a:moveTo>
                      <a:pt x="1032" y="0"/>
                    </a:moveTo>
                    <a:cubicBezTo>
                      <a:pt x="1018" y="0"/>
                      <a:pt x="1004" y="5"/>
                      <a:pt x="993" y="15"/>
                    </a:cubicBezTo>
                    <a:lnTo>
                      <a:pt x="27" y="841"/>
                    </a:lnTo>
                    <a:cubicBezTo>
                      <a:pt x="3" y="862"/>
                      <a:pt x="0" y="899"/>
                      <a:pt x="21" y="924"/>
                    </a:cubicBezTo>
                    <a:lnTo>
                      <a:pt x="38" y="942"/>
                    </a:lnTo>
                    <a:cubicBezTo>
                      <a:pt x="49" y="956"/>
                      <a:pt x="66" y="964"/>
                      <a:pt x="83" y="964"/>
                    </a:cubicBezTo>
                    <a:cubicBezTo>
                      <a:pt x="96" y="964"/>
                      <a:pt x="110" y="959"/>
                      <a:pt x="121" y="950"/>
                    </a:cubicBezTo>
                    <a:lnTo>
                      <a:pt x="1086" y="122"/>
                    </a:lnTo>
                    <a:cubicBezTo>
                      <a:pt x="1110" y="101"/>
                      <a:pt x="1113" y="64"/>
                      <a:pt x="1092" y="40"/>
                    </a:cubicBezTo>
                    <a:lnTo>
                      <a:pt x="1075" y="21"/>
                    </a:lnTo>
                    <a:cubicBezTo>
                      <a:pt x="1064" y="7"/>
                      <a:pt x="1048" y="0"/>
                      <a:pt x="10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51"/>
              <p:cNvSpPr/>
              <p:nvPr/>
            </p:nvSpPr>
            <p:spPr>
              <a:xfrm rot="520759">
                <a:off x="5725838" y="4192123"/>
                <a:ext cx="122564" cy="41304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461" extrusionOk="0">
                    <a:moveTo>
                      <a:pt x="1297" y="0"/>
                    </a:moveTo>
                    <a:cubicBezTo>
                      <a:pt x="1292" y="0"/>
                      <a:pt x="1287" y="1"/>
                      <a:pt x="1281" y="2"/>
                    </a:cubicBezTo>
                    <a:lnTo>
                      <a:pt x="51" y="320"/>
                    </a:lnTo>
                    <a:cubicBezTo>
                      <a:pt x="20" y="329"/>
                      <a:pt x="0" y="360"/>
                      <a:pt x="8" y="393"/>
                    </a:cubicBezTo>
                    <a:lnTo>
                      <a:pt x="15" y="417"/>
                    </a:lnTo>
                    <a:cubicBezTo>
                      <a:pt x="22" y="443"/>
                      <a:pt x="46" y="460"/>
                      <a:pt x="73" y="460"/>
                    </a:cubicBezTo>
                    <a:cubicBezTo>
                      <a:pt x="77" y="460"/>
                      <a:pt x="82" y="460"/>
                      <a:pt x="87" y="459"/>
                    </a:cubicBezTo>
                    <a:lnTo>
                      <a:pt x="1317" y="141"/>
                    </a:lnTo>
                    <a:cubicBezTo>
                      <a:pt x="1349" y="132"/>
                      <a:pt x="1368" y="99"/>
                      <a:pt x="1359" y="68"/>
                    </a:cubicBezTo>
                    <a:lnTo>
                      <a:pt x="1353" y="44"/>
                    </a:lnTo>
                    <a:cubicBezTo>
                      <a:pt x="1347" y="18"/>
                      <a:pt x="1323" y="0"/>
                      <a:pt x="1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51"/>
              <p:cNvSpPr/>
              <p:nvPr/>
            </p:nvSpPr>
            <p:spPr>
              <a:xfrm rot="520759">
                <a:off x="5726107" y="4191137"/>
                <a:ext cx="122026" cy="43275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483" extrusionOk="0">
                    <a:moveTo>
                      <a:pt x="71" y="1"/>
                    </a:moveTo>
                    <a:cubicBezTo>
                      <a:pt x="46" y="1"/>
                      <a:pt x="23" y="19"/>
                      <a:pt x="15" y="45"/>
                    </a:cubicBezTo>
                    <a:lnTo>
                      <a:pt x="8" y="69"/>
                    </a:lnTo>
                    <a:cubicBezTo>
                      <a:pt x="0" y="100"/>
                      <a:pt x="18" y="131"/>
                      <a:pt x="50" y="140"/>
                    </a:cubicBezTo>
                    <a:lnTo>
                      <a:pt x="1274" y="480"/>
                    </a:lnTo>
                    <a:cubicBezTo>
                      <a:pt x="1279" y="482"/>
                      <a:pt x="1284" y="482"/>
                      <a:pt x="1290" y="482"/>
                    </a:cubicBezTo>
                    <a:cubicBezTo>
                      <a:pt x="1315" y="482"/>
                      <a:pt x="1340" y="464"/>
                      <a:pt x="1347" y="438"/>
                    </a:cubicBezTo>
                    <a:lnTo>
                      <a:pt x="1353" y="415"/>
                    </a:lnTo>
                    <a:cubicBezTo>
                      <a:pt x="1362" y="383"/>
                      <a:pt x="1343" y="350"/>
                      <a:pt x="1311" y="343"/>
                    </a:cubicBezTo>
                    <a:lnTo>
                      <a:pt x="87" y="3"/>
                    </a:lnTo>
                    <a:cubicBezTo>
                      <a:pt x="82" y="1"/>
                      <a:pt x="77" y="1"/>
                      <a:pt x="7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51"/>
              <p:cNvSpPr/>
              <p:nvPr/>
            </p:nvSpPr>
            <p:spPr>
              <a:xfrm rot="520759">
                <a:off x="5740553" y="4165956"/>
                <a:ext cx="93088" cy="93359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2" extrusionOk="0">
                    <a:moveTo>
                      <a:pt x="83" y="0"/>
                    </a:moveTo>
                    <a:cubicBezTo>
                      <a:pt x="68" y="0"/>
                      <a:pt x="53" y="6"/>
                      <a:pt x="42" y="17"/>
                    </a:cubicBezTo>
                    <a:lnTo>
                      <a:pt x="24" y="35"/>
                    </a:lnTo>
                    <a:cubicBezTo>
                      <a:pt x="1" y="57"/>
                      <a:pt x="1" y="95"/>
                      <a:pt x="24" y="118"/>
                    </a:cubicBezTo>
                    <a:lnTo>
                      <a:pt x="915" y="1024"/>
                    </a:lnTo>
                    <a:cubicBezTo>
                      <a:pt x="926" y="1036"/>
                      <a:pt x="941" y="1042"/>
                      <a:pt x="957" y="1042"/>
                    </a:cubicBezTo>
                    <a:cubicBezTo>
                      <a:pt x="971" y="1042"/>
                      <a:pt x="986" y="1036"/>
                      <a:pt x="998" y="1025"/>
                    </a:cubicBezTo>
                    <a:lnTo>
                      <a:pt x="1015" y="1007"/>
                    </a:lnTo>
                    <a:cubicBezTo>
                      <a:pt x="1038" y="985"/>
                      <a:pt x="1038" y="948"/>
                      <a:pt x="1016" y="924"/>
                    </a:cubicBezTo>
                    <a:lnTo>
                      <a:pt x="126" y="19"/>
                    </a:lnTo>
                    <a:cubicBezTo>
                      <a:pt x="114" y="6"/>
                      <a:pt x="98" y="0"/>
                      <a:pt x="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51"/>
              <p:cNvSpPr/>
              <p:nvPr/>
            </p:nvSpPr>
            <p:spPr>
              <a:xfrm rot="520759">
                <a:off x="5763288" y="4152708"/>
                <a:ext cx="47753" cy="120148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341" extrusionOk="0">
                    <a:moveTo>
                      <a:pt x="91" y="1"/>
                    </a:moveTo>
                    <a:cubicBezTo>
                      <a:pt x="85" y="1"/>
                      <a:pt x="79" y="2"/>
                      <a:pt x="73" y="4"/>
                    </a:cubicBezTo>
                    <a:lnTo>
                      <a:pt x="49" y="11"/>
                    </a:lnTo>
                    <a:cubicBezTo>
                      <a:pt x="18" y="20"/>
                      <a:pt x="0" y="53"/>
                      <a:pt x="10" y="85"/>
                    </a:cubicBezTo>
                    <a:lnTo>
                      <a:pt x="385" y="1298"/>
                    </a:lnTo>
                    <a:cubicBezTo>
                      <a:pt x="393" y="1324"/>
                      <a:pt x="417" y="1341"/>
                      <a:pt x="443" y="1341"/>
                    </a:cubicBezTo>
                    <a:cubicBezTo>
                      <a:pt x="448" y="1341"/>
                      <a:pt x="454" y="1340"/>
                      <a:pt x="459" y="1339"/>
                    </a:cubicBezTo>
                    <a:lnTo>
                      <a:pt x="483" y="1331"/>
                    </a:lnTo>
                    <a:cubicBezTo>
                      <a:pt x="514" y="1321"/>
                      <a:pt x="532" y="1288"/>
                      <a:pt x="522" y="1257"/>
                    </a:cubicBezTo>
                    <a:lnTo>
                      <a:pt x="148" y="43"/>
                    </a:lnTo>
                    <a:cubicBezTo>
                      <a:pt x="139" y="18"/>
                      <a:pt x="116" y="1"/>
                      <a:pt x="9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51"/>
              <p:cNvSpPr/>
              <p:nvPr/>
            </p:nvSpPr>
            <p:spPr>
              <a:xfrm rot="520759">
                <a:off x="5770169" y="4200039"/>
                <a:ext cx="28491" cy="24101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9" extrusionOk="0">
                    <a:moveTo>
                      <a:pt x="167" y="1"/>
                    </a:moveTo>
                    <a:cubicBezTo>
                      <a:pt x="70" y="1"/>
                      <a:pt x="1" y="109"/>
                      <a:pt x="52" y="200"/>
                    </a:cubicBezTo>
                    <a:cubicBezTo>
                      <a:pt x="78" y="247"/>
                      <a:pt x="123" y="268"/>
                      <a:pt x="168" y="268"/>
                    </a:cubicBezTo>
                    <a:cubicBezTo>
                      <a:pt x="224" y="268"/>
                      <a:pt x="280" y="234"/>
                      <a:pt x="298" y="170"/>
                    </a:cubicBezTo>
                    <a:cubicBezTo>
                      <a:pt x="318" y="99"/>
                      <a:pt x="276" y="26"/>
                      <a:pt x="204" y="6"/>
                    </a:cubicBezTo>
                    <a:cubicBezTo>
                      <a:pt x="192" y="3"/>
                      <a:pt x="179" y="1"/>
                      <a:pt x="167" y="1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51"/>
              <p:cNvSpPr/>
              <p:nvPr/>
            </p:nvSpPr>
            <p:spPr>
              <a:xfrm rot="520759">
                <a:off x="5579164" y="4394795"/>
                <a:ext cx="44349" cy="120865"/>
              </a:xfrm>
              <a:custGeom>
                <a:avLst/>
                <a:gdLst/>
                <a:ahLst/>
                <a:cxnLst/>
                <a:rect l="l" t="t" r="r" b="b"/>
                <a:pathLst>
                  <a:path w="495" h="1349" extrusionOk="0">
                    <a:moveTo>
                      <a:pt x="405" y="0"/>
                    </a:moveTo>
                    <a:cubicBezTo>
                      <a:pt x="379" y="0"/>
                      <a:pt x="355" y="17"/>
                      <a:pt x="348" y="43"/>
                    </a:cubicBezTo>
                    <a:lnTo>
                      <a:pt x="8" y="1267"/>
                    </a:lnTo>
                    <a:cubicBezTo>
                      <a:pt x="1" y="1298"/>
                      <a:pt x="19" y="1331"/>
                      <a:pt x="50" y="1340"/>
                    </a:cubicBezTo>
                    <a:lnTo>
                      <a:pt x="74" y="1346"/>
                    </a:lnTo>
                    <a:cubicBezTo>
                      <a:pt x="79" y="1347"/>
                      <a:pt x="85" y="1348"/>
                      <a:pt x="90" y="1348"/>
                    </a:cubicBezTo>
                    <a:cubicBezTo>
                      <a:pt x="116" y="1348"/>
                      <a:pt x="139" y="1331"/>
                      <a:pt x="147" y="1306"/>
                    </a:cubicBezTo>
                    <a:lnTo>
                      <a:pt x="485" y="81"/>
                    </a:lnTo>
                    <a:cubicBezTo>
                      <a:pt x="494" y="50"/>
                      <a:pt x="476" y="17"/>
                      <a:pt x="445" y="8"/>
                    </a:cubicBezTo>
                    <a:lnTo>
                      <a:pt x="421" y="2"/>
                    </a:lnTo>
                    <a:cubicBezTo>
                      <a:pt x="416" y="1"/>
                      <a:pt x="410" y="0"/>
                      <a:pt x="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51"/>
              <p:cNvSpPr/>
              <p:nvPr/>
            </p:nvSpPr>
            <p:spPr>
              <a:xfrm rot="520759">
                <a:off x="5551398" y="4411984"/>
                <a:ext cx="99718" cy="86371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964" extrusionOk="0">
                    <a:moveTo>
                      <a:pt x="1031" y="1"/>
                    </a:moveTo>
                    <a:cubicBezTo>
                      <a:pt x="1017" y="1"/>
                      <a:pt x="1004" y="5"/>
                      <a:pt x="994" y="15"/>
                    </a:cubicBezTo>
                    <a:lnTo>
                      <a:pt x="29" y="841"/>
                    </a:lnTo>
                    <a:cubicBezTo>
                      <a:pt x="3" y="862"/>
                      <a:pt x="0" y="899"/>
                      <a:pt x="21" y="924"/>
                    </a:cubicBezTo>
                    <a:lnTo>
                      <a:pt x="38" y="944"/>
                    </a:lnTo>
                    <a:cubicBezTo>
                      <a:pt x="49" y="957"/>
                      <a:pt x="66" y="964"/>
                      <a:pt x="82" y="964"/>
                    </a:cubicBezTo>
                    <a:cubicBezTo>
                      <a:pt x="96" y="964"/>
                      <a:pt x="110" y="959"/>
                      <a:pt x="121" y="950"/>
                    </a:cubicBezTo>
                    <a:lnTo>
                      <a:pt x="1086" y="123"/>
                    </a:lnTo>
                    <a:cubicBezTo>
                      <a:pt x="1111" y="103"/>
                      <a:pt x="1113" y="65"/>
                      <a:pt x="1092" y="40"/>
                    </a:cubicBezTo>
                    <a:lnTo>
                      <a:pt x="1076" y="22"/>
                    </a:lnTo>
                    <a:cubicBezTo>
                      <a:pt x="1064" y="8"/>
                      <a:pt x="1047" y="1"/>
                      <a:pt x="10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51"/>
              <p:cNvSpPr/>
              <p:nvPr/>
            </p:nvSpPr>
            <p:spPr>
              <a:xfrm rot="520759">
                <a:off x="5539224" y="4435536"/>
                <a:ext cx="122564" cy="41393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462" extrusionOk="0">
                    <a:moveTo>
                      <a:pt x="1295" y="1"/>
                    </a:moveTo>
                    <a:cubicBezTo>
                      <a:pt x="1291" y="1"/>
                      <a:pt x="1286" y="2"/>
                      <a:pt x="1281" y="3"/>
                    </a:cubicBezTo>
                    <a:lnTo>
                      <a:pt x="51" y="320"/>
                    </a:lnTo>
                    <a:cubicBezTo>
                      <a:pt x="20" y="329"/>
                      <a:pt x="0" y="361"/>
                      <a:pt x="9" y="393"/>
                    </a:cubicBezTo>
                    <a:lnTo>
                      <a:pt x="15" y="417"/>
                    </a:lnTo>
                    <a:cubicBezTo>
                      <a:pt x="23" y="443"/>
                      <a:pt x="46" y="461"/>
                      <a:pt x="71" y="461"/>
                    </a:cubicBezTo>
                    <a:cubicBezTo>
                      <a:pt x="76" y="461"/>
                      <a:pt x="82" y="460"/>
                      <a:pt x="87" y="459"/>
                    </a:cubicBezTo>
                    <a:lnTo>
                      <a:pt x="1317" y="141"/>
                    </a:lnTo>
                    <a:cubicBezTo>
                      <a:pt x="1348" y="132"/>
                      <a:pt x="1368" y="101"/>
                      <a:pt x="1359" y="70"/>
                    </a:cubicBezTo>
                    <a:lnTo>
                      <a:pt x="1353" y="46"/>
                    </a:lnTo>
                    <a:cubicBezTo>
                      <a:pt x="1346" y="18"/>
                      <a:pt x="1322" y="1"/>
                      <a:pt x="129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51"/>
              <p:cNvSpPr/>
              <p:nvPr/>
            </p:nvSpPr>
            <p:spPr>
              <a:xfrm rot="520759">
                <a:off x="5540288" y="4433590"/>
                <a:ext cx="122116" cy="43185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482" extrusionOk="0">
                    <a:moveTo>
                      <a:pt x="72" y="1"/>
                    </a:moveTo>
                    <a:cubicBezTo>
                      <a:pt x="47" y="1"/>
                      <a:pt x="23" y="18"/>
                      <a:pt x="16" y="44"/>
                    </a:cubicBezTo>
                    <a:lnTo>
                      <a:pt x="8" y="67"/>
                    </a:lnTo>
                    <a:cubicBezTo>
                      <a:pt x="1" y="99"/>
                      <a:pt x="19" y="132"/>
                      <a:pt x="50" y="140"/>
                    </a:cubicBezTo>
                    <a:lnTo>
                      <a:pt x="1274" y="479"/>
                    </a:lnTo>
                    <a:cubicBezTo>
                      <a:pt x="1280" y="481"/>
                      <a:pt x="1285" y="481"/>
                      <a:pt x="1291" y="481"/>
                    </a:cubicBezTo>
                    <a:cubicBezTo>
                      <a:pt x="1316" y="481"/>
                      <a:pt x="1340" y="465"/>
                      <a:pt x="1347" y="439"/>
                    </a:cubicBezTo>
                    <a:lnTo>
                      <a:pt x="1353" y="415"/>
                    </a:lnTo>
                    <a:cubicBezTo>
                      <a:pt x="1362" y="384"/>
                      <a:pt x="1344" y="351"/>
                      <a:pt x="1311" y="342"/>
                    </a:cubicBezTo>
                    <a:lnTo>
                      <a:pt x="89" y="3"/>
                    </a:lnTo>
                    <a:cubicBezTo>
                      <a:pt x="83" y="2"/>
                      <a:pt x="78" y="1"/>
                      <a:pt x="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51"/>
              <p:cNvSpPr/>
              <p:nvPr/>
            </p:nvSpPr>
            <p:spPr>
              <a:xfrm rot="520759">
                <a:off x="5554701" y="4409757"/>
                <a:ext cx="93088" cy="93359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2" extrusionOk="0">
                    <a:moveTo>
                      <a:pt x="82" y="1"/>
                    </a:moveTo>
                    <a:cubicBezTo>
                      <a:pt x="67" y="1"/>
                      <a:pt x="52" y="6"/>
                      <a:pt x="40" y="17"/>
                    </a:cubicBezTo>
                    <a:lnTo>
                      <a:pt x="23" y="35"/>
                    </a:lnTo>
                    <a:cubicBezTo>
                      <a:pt x="0" y="58"/>
                      <a:pt x="0" y="95"/>
                      <a:pt x="23" y="119"/>
                    </a:cubicBezTo>
                    <a:lnTo>
                      <a:pt x="913" y="1024"/>
                    </a:lnTo>
                    <a:cubicBezTo>
                      <a:pt x="925" y="1036"/>
                      <a:pt x="940" y="1042"/>
                      <a:pt x="955" y="1042"/>
                    </a:cubicBezTo>
                    <a:cubicBezTo>
                      <a:pt x="969" y="1042"/>
                      <a:pt x="984" y="1036"/>
                      <a:pt x="996" y="1024"/>
                    </a:cubicBezTo>
                    <a:lnTo>
                      <a:pt x="1014" y="1007"/>
                    </a:lnTo>
                    <a:cubicBezTo>
                      <a:pt x="1038" y="985"/>
                      <a:pt x="1038" y="948"/>
                      <a:pt x="1014" y="924"/>
                    </a:cubicBezTo>
                    <a:lnTo>
                      <a:pt x="124" y="19"/>
                    </a:lnTo>
                    <a:cubicBezTo>
                      <a:pt x="113" y="7"/>
                      <a:pt x="97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51"/>
              <p:cNvSpPr/>
              <p:nvPr/>
            </p:nvSpPr>
            <p:spPr>
              <a:xfrm rot="520759">
                <a:off x="5577462" y="4395153"/>
                <a:ext cx="47753" cy="120148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341" extrusionOk="0">
                    <a:moveTo>
                      <a:pt x="91" y="0"/>
                    </a:moveTo>
                    <a:cubicBezTo>
                      <a:pt x="85" y="0"/>
                      <a:pt x="79" y="1"/>
                      <a:pt x="73" y="3"/>
                    </a:cubicBezTo>
                    <a:lnTo>
                      <a:pt x="49" y="10"/>
                    </a:lnTo>
                    <a:cubicBezTo>
                      <a:pt x="18" y="19"/>
                      <a:pt x="0" y="54"/>
                      <a:pt x="11" y="85"/>
                    </a:cubicBezTo>
                    <a:lnTo>
                      <a:pt x="385" y="1299"/>
                    </a:lnTo>
                    <a:cubicBezTo>
                      <a:pt x="392" y="1324"/>
                      <a:pt x="416" y="1340"/>
                      <a:pt x="441" y="1340"/>
                    </a:cubicBezTo>
                    <a:cubicBezTo>
                      <a:pt x="447" y="1340"/>
                      <a:pt x="453" y="1339"/>
                      <a:pt x="460" y="1337"/>
                    </a:cubicBezTo>
                    <a:lnTo>
                      <a:pt x="483" y="1330"/>
                    </a:lnTo>
                    <a:cubicBezTo>
                      <a:pt x="515" y="1321"/>
                      <a:pt x="533" y="1287"/>
                      <a:pt x="522" y="1255"/>
                    </a:cubicBezTo>
                    <a:lnTo>
                      <a:pt x="148" y="42"/>
                    </a:lnTo>
                    <a:cubicBezTo>
                      <a:pt x="139" y="16"/>
                      <a:pt x="116" y="0"/>
                      <a:pt x="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51"/>
              <p:cNvSpPr/>
              <p:nvPr/>
            </p:nvSpPr>
            <p:spPr>
              <a:xfrm rot="520759">
                <a:off x="5584336" y="4442574"/>
                <a:ext cx="28491" cy="24012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68" extrusionOk="0">
                    <a:moveTo>
                      <a:pt x="168" y="0"/>
                    </a:moveTo>
                    <a:cubicBezTo>
                      <a:pt x="70" y="0"/>
                      <a:pt x="1" y="108"/>
                      <a:pt x="52" y="199"/>
                    </a:cubicBezTo>
                    <a:cubicBezTo>
                      <a:pt x="79" y="246"/>
                      <a:pt x="124" y="268"/>
                      <a:pt x="169" y="268"/>
                    </a:cubicBezTo>
                    <a:cubicBezTo>
                      <a:pt x="225" y="268"/>
                      <a:pt x="281" y="233"/>
                      <a:pt x="299" y="170"/>
                    </a:cubicBezTo>
                    <a:cubicBezTo>
                      <a:pt x="318" y="98"/>
                      <a:pt x="276" y="25"/>
                      <a:pt x="206" y="6"/>
                    </a:cubicBezTo>
                    <a:cubicBezTo>
                      <a:pt x="193" y="2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rgbClr val="322C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9" name="Google Shape;1899;p51"/>
            <p:cNvGrpSpPr/>
            <p:nvPr/>
          </p:nvGrpSpPr>
          <p:grpSpPr>
            <a:xfrm rot="-4190166">
              <a:off x="7114848" y="4462856"/>
              <a:ext cx="153157" cy="117292"/>
              <a:chOff x="4260630" y="4325608"/>
              <a:chExt cx="336699" cy="257873"/>
            </a:xfrm>
          </p:grpSpPr>
          <p:sp>
            <p:nvSpPr>
              <p:cNvPr id="1900" name="Google Shape;1900;p51"/>
              <p:cNvSpPr/>
              <p:nvPr/>
            </p:nvSpPr>
            <p:spPr>
              <a:xfrm>
                <a:off x="4323972" y="4325608"/>
                <a:ext cx="273356" cy="250459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2669" extrusionOk="0">
                    <a:moveTo>
                      <a:pt x="2709" y="1"/>
                    </a:moveTo>
                    <a:cubicBezTo>
                      <a:pt x="2698" y="1"/>
                      <a:pt x="2686" y="2"/>
                      <a:pt x="2675" y="4"/>
                    </a:cubicBezTo>
                    <a:cubicBezTo>
                      <a:pt x="2318" y="79"/>
                      <a:pt x="1962" y="155"/>
                      <a:pt x="1607" y="232"/>
                    </a:cubicBezTo>
                    <a:cubicBezTo>
                      <a:pt x="1191" y="322"/>
                      <a:pt x="750" y="307"/>
                      <a:pt x="419" y="624"/>
                    </a:cubicBezTo>
                    <a:cubicBezTo>
                      <a:pt x="128" y="900"/>
                      <a:pt x="1" y="1336"/>
                      <a:pt x="93" y="1744"/>
                    </a:cubicBezTo>
                    <a:cubicBezTo>
                      <a:pt x="218" y="2291"/>
                      <a:pt x="689" y="2668"/>
                      <a:pt x="1199" y="2668"/>
                    </a:cubicBezTo>
                    <a:cubicBezTo>
                      <a:pt x="1276" y="2668"/>
                      <a:pt x="1354" y="2660"/>
                      <a:pt x="1431" y="2642"/>
                    </a:cubicBezTo>
                    <a:cubicBezTo>
                      <a:pt x="1708" y="2581"/>
                      <a:pt x="1899" y="2435"/>
                      <a:pt x="2045" y="2242"/>
                    </a:cubicBezTo>
                    <a:cubicBezTo>
                      <a:pt x="2209" y="2025"/>
                      <a:pt x="2315" y="1747"/>
                      <a:pt x="2420" y="1462"/>
                    </a:cubicBezTo>
                    <a:lnTo>
                      <a:pt x="2858" y="270"/>
                    </a:lnTo>
                    <a:cubicBezTo>
                      <a:pt x="2861" y="259"/>
                      <a:pt x="2866" y="250"/>
                      <a:pt x="2869" y="240"/>
                    </a:cubicBezTo>
                    <a:cubicBezTo>
                      <a:pt x="2912" y="121"/>
                      <a:pt x="2824" y="1"/>
                      <a:pt x="27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51"/>
              <p:cNvSpPr/>
              <p:nvPr/>
            </p:nvSpPr>
            <p:spPr>
              <a:xfrm>
                <a:off x="4260630" y="4352259"/>
                <a:ext cx="309766" cy="231222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2464" extrusionOk="0">
                    <a:moveTo>
                      <a:pt x="3260" y="1"/>
                    </a:moveTo>
                    <a:cubicBezTo>
                      <a:pt x="3253" y="1"/>
                      <a:pt x="3247" y="4"/>
                      <a:pt x="3241" y="11"/>
                    </a:cubicBezTo>
                    <a:cubicBezTo>
                      <a:pt x="2837" y="405"/>
                      <a:pt x="2412" y="776"/>
                      <a:pt x="1967" y="1123"/>
                    </a:cubicBezTo>
                    <a:cubicBezTo>
                      <a:pt x="1963" y="1128"/>
                      <a:pt x="1955" y="1131"/>
                      <a:pt x="1949" y="1132"/>
                    </a:cubicBezTo>
                    <a:cubicBezTo>
                      <a:pt x="1935" y="1134"/>
                      <a:pt x="1920" y="1141"/>
                      <a:pt x="1908" y="1150"/>
                    </a:cubicBezTo>
                    <a:cubicBezTo>
                      <a:pt x="1589" y="1419"/>
                      <a:pt x="1268" y="1638"/>
                      <a:pt x="929" y="1870"/>
                    </a:cubicBezTo>
                    <a:lnTo>
                      <a:pt x="859" y="1918"/>
                    </a:lnTo>
                    <a:cubicBezTo>
                      <a:pt x="588" y="2090"/>
                      <a:pt x="308" y="2267"/>
                      <a:pt x="24" y="2415"/>
                    </a:cubicBezTo>
                    <a:cubicBezTo>
                      <a:pt x="0" y="2427"/>
                      <a:pt x="9" y="2464"/>
                      <a:pt x="38" y="2464"/>
                    </a:cubicBezTo>
                    <a:cubicBezTo>
                      <a:pt x="41" y="2464"/>
                      <a:pt x="45" y="2464"/>
                      <a:pt x="50" y="2461"/>
                    </a:cubicBezTo>
                    <a:cubicBezTo>
                      <a:pt x="334" y="2313"/>
                      <a:pt x="615" y="2136"/>
                      <a:pt x="888" y="1963"/>
                    </a:cubicBezTo>
                    <a:lnTo>
                      <a:pt x="889" y="1963"/>
                    </a:lnTo>
                    <a:lnTo>
                      <a:pt x="959" y="1914"/>
                    </a:lnTo>
                    <a:cubicBezTo>
                      <a:pt x="1299" y="1681"/>
                      <a:pt x="1620" y="1460"/>
                      <a:pt x="1942" y="1190"/>
                    </a:cubicBezTo>
                    <a:cubicBezTo>
                      <a:pt x="1948" y="1186"/>
                      <a:pt x="1954" y="1184"/>
                      <a:pt x="1961" y="1183"/>
                    </a:cubicBezTo>
                    <a:cubicBezTo>
                      <a:pt x="1976" y="1180"/>
                      <a:pt x="1990" y="1174"/>
                      <a:pt x="2002" y="1164"/>
                    </a:cubicBezTo>
                    <a:cubicBezTo>
                      <a:pt x="2446" y="816"/>
                      <a:pt x="2872" y="443"/>
                      <a:pt x="3278" y="48"/>
                    </a:cubicBezTo>
                    <a:cubicBezTo>
                      <a:pt x="3301" y="30"/>
                      <a:pt x="3281" y="1"/>
                      <a:pt x="3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51"/>
              <p:cNvSpPr/>
              <p:nvPr/>
            </p:nvSpPr>
            <p:spPr>
              <a:xfrm>
                <a:off x="4472241" y="4384258"/>
                <a:ext cx="58181" cy="55553"/>
              </a:xfrm>
              <a:custGeom>
                <a:avLst/>
                <a:gdLst/>
                <a:ahLst/>
                <a:cxnLst/>
                <a:rect l="l" t="t" r="r" b="b"/>
                <a:pathLst>
                  <a:path w="620" h="592" extrusionOk="0">
                    <a:moveTo>
                      <a:pt x="160" y="0"/>
                    </a:moveTo>
                    <a:cubicBezTo>
                      <a:pt x="149" y="0"/>
                      <a:pt x="139" y="6"/>
                      <a:pt x="136" y="20"/>
                    </a:cubicBezTo>
                    <a:lnTo>
                      <a:pt x="5" y="559"/>
                    </a:lnTo>
                    <a:cubicBezTo>
                      <a:pt x="0" y="575"/>
                      <a:pt x="14" y="590"/>
                      <a:pt x="30" y="591"/>
                    </a:cubicBezTo>
                    <a:lnTo>
                      <a:pt x="34" y="590"/>
                    </a:lnTo>
                    <a:lnTo>
                      <a:pt x="588" y="530"/>
                    </a:lnTo>
                    <a:cubicBezTo>
                      <a:pt x="620" y="526"/>
                      <a:pt x="616" y="478"/>
                      <a:pt x="583" y="478"/>
                    </a:cubicBezTo>
                    <a:cubicBezTo>
                      <a:pt x="583" y="478"/>
                      <a:pt x="582" y="478"/>
                      <a:pt x="582" y="478"/>
                    </a:cubicBezTo>
                    <a:lnTo>
                      <a:pt x="66" y="533"/>
                    </a:lnTo>
                    <a:lnTo>
                      <a:pt x="187" y="34"/>
                    </a:lnTo>
                    <a:cubicBezTo>
                      <a:pt x="192" y="13"/>
                      <a:pt x="176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51"/>
              <p:cNvSpPr/>
              <p:nvPr/>
            </p:nvSpPr>
            <p:spPr>
              <a:xfrm>
                <a:off x="4504804" y="4361361"/>
                <a:ext cx="48234" cy="49641"/>
              </a:xfrm>
              <a:custGeom>
                <a:avLst/>
                <a:gdLst/>
                <a:ahLst/>
                <a:cxnLst/>
                <a:rect l="l" t="t" r="r" b="b"/>
                <a:pathLst>
                  <a:path w="514" h="529" extrusionOk="0">
                    <a:moveTo>
                      <a:pt x="122" y="0"/>
                    </a:moveTo>
                    <a:cubicBezTo>
                      <a:pt x="111" y="0"/>
                      <a:pt x="100" y="7"/>
                      <a:pt x="98" y="21"/>
                    </a:cubicBezTo>
                    <a:lnTo>
                      <a:pt x="4" y="497"/>
                    </a:lnTo>
                    <a:cubicBezTo>
                      <a:pt x="1" y="513"/>
                      <a:pt x="14" y="528"/>
                      <a:pt x="30" y="528"/>
                    </a:cubicBezTo>
                    <a:lnTo>
                      <a:pt x="35" y="528"/>
                    </a:lnTo>
                    <a:lnTo>
                      <a:pt x="481" y="440"/>
                    </a:lnTo>
                    <a:cubicBezTo>
                      <a:pt x="513" y="435"/>
                      <a:pt x="507" y="388"/>
                      <a:pt x="476" y="388"/>
                    </a:cubicBezTo>
                    <a:cubicBezTo>
                      <a:pt x="474" y="388"/>
                      <a:pt x="472" y="388"/>
                      <a:pt x="470" y="388"/>
                    </a:cubicBezTo>
                    <a:lnTo>
                      <a:pt x="63" y="469"/>
                    </a:lnTo>
                    <a:lnTo>
                      <a:pt x="150" y="32"/>
                    </a:lnTo>
                    <a:cubicBezTo>
                      <a:pt x="153" y="12"/>
                      <a:pt x="137" y="0"/>
                      <a:pt x="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51"/>
              <p:cNvSpPr/>
              <p:nvPr/>
            </p:nvSpPr>
            <p:spPr>
              <a:xfrm>
                <a:off x="4434142" y="4389514"/>
                <a:ext cx="79295" cy="79013"/>
              </a:xfrm>
              <a:custGeom>
                <a:avLst/>
                <a:gdLst/>
                <a:ahLst/>
                <a:cxnLst/>
                <a:rect l="l" t="t" r="r" b="b"/>
                <a:pathLst>
                  <a:path w="845" h="842" extrusionOk="0">
                    <a:moveTo>
                      <a:pt x="149" y="0"/>
                    </a:moveTo>
                    <a:cubicBezTo>
                      <a:pt x="138" y="0"/>
                      <a:pt x="128" y="7"/>
                      <a:pt x="124" y="21"/>
                    </a:cubicBezTo>
                    <a:lnTo>
                      <a:pt x="1" y="811"/>
                    </a:lnTo>
                    <a:cubicBezTo>
                      <a:pt x="1" y="819"/>
                      <a:pt x="2" y="826"/>
                      <a:pt x="8" y="832"/>
                    </a:cubicBezTo>
                    <a:cubicBezTo>
                      <a:pt x="12" y="838"/>
                      <a:pt x="20" y="841"/>
                      <a:pt x="27" y="841"/>
                    </a:cubicBezTo>
                    <a:lnTo>
                      <a:pt x="818" y="822"/>
                    </a:lnTo>
                    <a:cubicBezTo>
                      <a:pt x="833" y="822"/>
                      <a:pt x="845" y="810"/>
                      <a:pt x="843" y="795"/>
                    </a:cubicBezTo>
                    <a:cubicBezTo>
                      <a:pt x="843" y="780"/>
                      <a:pt x="831" y="770"/>
                      <a:pt x="816" y="770"/>
                    </a:cubicBezTo>
                    <a:lnTo>
                      <a:pt x="59" y="787"/>
                    </a:lnTo>
                    <a:lnTo>
                      <a:pt x="177" y="30"/>
                    </a:lnTo>
                    <a:cubicBezTo>
                      <a:pt x="178" y="11"/>
                      <a:pt x="164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51"/>
              <p:cNvSpPr/>
              <p:nvPr/>
            </p:nvSpPr>
            <p:spPr>
              <a:xfrm>
                <a:off x="4392570" y="4401713"/>
                <a:ext cx="103506" cy="105382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1123" extrusionOk="0">
                    <a:moveTo>
                      <a:pt x="132" y="0"/>
                    </a:moveTo>
                    <a:cubicBezTo>
                      <a:pt x="119" y="0"/>
                      <a:pt x="107" y="8"/>
                      <a:pt x="105" y="24"/>
                    </a:cubicBezTo>
                    <a:lnTo>
                      <a:pt x="2" y="1009"/>
                    </a:lnTo>
                    <a:cubicBezTo>
                      <a:pt x="1" y="1024"/>
                      <a:pt x="11" y="1038"/>
                      <a:pt x="26" y="1039"/>
                    </a:cubicBezTo>
                    <a:lnTo>
                      <a:pt x="1065" y="1123"/>
                    </a:lnTo>
                    <a:lnTo>
                      <a:pt x="1068" y="1123"/>
                    </a:lnTo>
                    <a:cubicBezTo>
                      <a:pt x="1101" y="1123"/>
                      <a:pt x="1103" y="1073"/>
                      <a:pt x="1070" y="1071"/>
                    </a:cubicBezTo>
                    <a:lnTo>
                      <a:pt x="57" y="989"/>
                    </a:lnTo>
                    <a:lnTo>
                      <a:pt x="159" y="30"/>
                    </a:lnTo>
                    <a:cubicBezTo>
                      <a:pt x="160" y="10"/>
                      <a:pt x="146" y="0"/>
                      <a:pt x="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6" name="Google Shape;1906;p51"/>
            <p:cNvGrpSpPr/>
            <p:nvPr/>
          </p:nvGrpSpPr>
          <p:grpSpPr>
            <a:xfrm rot="4190166" flipH="1">
              <a:off x="6781473" y="4462856"/>
              <a:ext cx="153157" cy="117292"/>
              <a:chOff x="4260630" y="4325608"/>
              <a:chExt cx="336699" cy="257873"/>
            </a:xfrm>
          </p:grpSpPr>
          <p:sp>
            <p:nvSpPr>
              <p:cNvPr id="1907" name="Google Shape;1907;p51"/>
              <p:cNvSpPr/>
              <p:nvPr/>
            </p:nvSpPr>
            <p:spPr>
              <a:xfrm>
                <a:off x="4323972" y="4325608"/>
                <a:ext cx="273356" cy="250459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2669" extrusionOk="0">
                    <a:moveTo>
                      <a:pt x="2709" y="1"/>
                    </a:moveTo>
                    <a:cubicBezTo>
                      <a:pt x="2698" y="1"/>
                      <a:pt x="2686" y="2"/>
                      <a:pt x="2675" y="4"/>
                    </a:cubicBezTo>
                    <a:cubicBezTo>
                      <a:pt x="2318" y="79"/>
                      <a:pt x="1962" y="155"/>
                      <a:pt x="1607" y="232"/>
                    </a:cubicBezTo>
                    <a:cubicBezTo>
                      <a:pt x="1191" y="322"/>
                      <a:pt x="750" y="307"/>
                      <a:pt x="419" y="624"/>
                    </a:cubicBezTo>
                    <a:cubicBezTo>
                      <a:pt x="128" y="900"/>
                      <a:pt x="1" y="1336"/>
                      <a:pt x="93" y="1744"/>
                    </a:cubicBezTo>
                    <a:cubicBezTo>
                      <a:pt x="218" y="2291"/>
                      <a:pt x="689" y="2668"/>
                      <a:pt x="1199" y="2668"/>
                    </a:cubicBezTo>
                    <a:cubicBezTo>
                      <a:pt x="1276" y="2668"/>
                      <a:pt x="1354" y="2660"/>
                      <a:pt x="1431" y="2642"/>
                    </a:cubicBezTo>
                    <a:cubicBezTo>
                      <a:pt x="1708" y="2581"/>
                      <a:pt x="1899" y="2435"/>
                      <a:pt x="2045" y="2242"/>
                    </a:cubicBezTo>
                    <a:cubicBezTo>
                      <a:pt x="2209" y="2025"/>
                      <a:pt x="2315" y="1747"/>
                      <a:pt x="2420" y="1462"/>
                    </a:cubicBezTo>
                    <a:lnTo>
                      <a:pt x="2858" y="270"/>
                    </a:lnTo>
                    <a:cubicBezTo>
                      <a:pt x="2861" y="259"/>
                      <a:pt x="2866" y="250"/>
                      <a:pt x="2869" y="240"/>
                    </a:cubicBezTo>
                    <a:cubicBezTo>
                      <a:pt x="2912" y="121"/>
                      <a:pt x="2824" y="1"/>
                      <a:pt x="27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51"/>
              <p:cNvSpPr/>
              <p:nvPr/>
            </p:nvSpPr>
            <p:spPr>
              <a:xfrm>
                <a:off x="4260630" y="4352259"/>
                <a:ext cx="309766" cy="231222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2464" extrusionOk="0">
                    <a:moveTo>
                      <a:pt x="3260" y="1"/>
                    </a:moveTo>
                    <a:cubicBezTo>
                      <a:pt x="3253" y="1"/>
                      <a:pt x="3247" y="4"/>
                      <a:pt x="3241" y="11"/>
                    </a:cubicBezTo>
                    <a:cubicBezTo>
                      <a:pt x="2837" y="405"/>
                      <a:pt x="2412" y="776"/>
                      <a:pt x="1967" y="1123"/>
                    </a:cubicBezTo>
                    <a:cubicBezTo>
                      <a:pt x="1963" y="1128"/>
                      <a:pt x="1955" y="1131"/>
                      <a:pt x="1949" y="1132"/>
                    </a:cubicBezTo>
                    <a:cubicBezTo>
                      <a:pt x="1935" y="1134"/>
                      <a:pt x="1920" y="1141"/>
                      <a:pt x="1908" y="1150"/>
                    </a:cubicBezTo>
                    <a:cubicBezTo>
                      <a:pt x="1589" y="1419"/>
                      <a:pt x="1268" y="1638"/>
                      <a:pt x="929" y="1870"/>
                    </a:cubicBezTo>
                    <a:lnTo>
                      <a:pt x="859" y="1918"/>
                    </a:lnTo>
                    <a:cubicBezTo>
                      <a:pt x="588" y="2090"/>
                      <a:pt x="308" y="2267"/>
                      <a:pt x="24" y="2415"/>
                    </a:cubicBezTo>
                    <a:cubicBezTo>
                      <a:pt x="0" y="2427"/>
                      <a:pt x="9" y="2464"/>
                      <a:pt x="38" y="2464"/>
                    </a:cubicBezTo>
                    <a:cubicBezTo>
                      <a:pt x="41" y="2464"/>
                      <a:pt x="45" y="2464"/>
                      <a:pt x="50" y="2461"/>
                    </a:cubicBezTo>
                    <a:cubicBezTo>
                      <a:pt x="334" y="2313"/>
                      <a:pt x="615" y="2136"/>
                      <a:pt x="888" y="1963"/>
                    </a:cubicBezTo>
                    <a:lnTo>
                      <a:pt x="889" y="1963"/>
                    </a:lnTo>
                    <a:lnTo>
                      <a:pt x="959" y="1914"/>
                    </a:lnTo>
                    <a:cubicBezTo>
                      <a:pt x="1299" y="1681"/>
                      <a:pt x="1620" y="1460"/>
                      <a:pt x="1942" y="1190"/>
                    </a:cubicBezTo>
                    <a:cubicBezTo>
                      <a:pt x="1948" y="1186"/>
                      <a:pt x="1954" y="1184"/>
                      <a:pt x="1961" y="1183"/>
                    </a:cubicBezTo>
                    <a:cubicBezTo>
                      <a:pt x="1976" y="1180"/>
                      <a:pt x="1990" y="1174"/>
                      <a:pt x="2002" y="1164"/>
                    </a:cubicBezTo>
                    <a:cubicBezTo>
                      <a:pt x="2446" y="816"/>
                      <a:pt x="2872" y="443"/>
                      <a:pt x="3278" y="48"/>
                    </a:cubicBezTo>
                    <a:cubicBezTo>
                      <a:pt x="3301" y="30"/>
                      <a:pt x="3281" y="1"/>
                      <a:pt x="3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51"/>
              <p:cNvSpPr/>
              <p:nvPr/>
            </p:nvSpPr>
            <p:spPr>
              <a:xfrm>
                <a:off x="4472241" y="4384258"/>
                <a:ext cx="58181" cy="55553"/>
              </a:xfrm>
              <a:custGeom>
                <a:avLst/>
                <a:gdLst/>
                <a:ahLst/>
                <a:cxnLst/>
                <a:rect l="l" t="t" r="r" b="b"/>
                <a:pathLst>
                  <a:path w="620" h="592" extrusionOk="0">
                    <a:moveTo>
                      <a:pt x="160" y="0"/>
                    </a:moveTo>
                    <a:cubicBezTo>
                      <a:pt x="149" y="0"/>
                      <a:pt x="139" y="6"/>
                      <a:pt x="136" y="20"/>
                    </a:cubicBezTo>
                    <a:lnTo>
                      <a:pt x="5" y="559"/>
                    </a:lnTo>
                    <a:cubicBezTo>
                      <a:pt x="0" y="575"/>
                      <a:pt x="14" y="590"/>
                      <a:pt x="30" y="591"/>
                    </a:cubicBezTo>
                    <a:lnTo>
                      <a:pt x="34" y="590"/>
                    </a:lnTo>
                    <a:lnTo>
                      <a:pt x="588" y="530"/>
                    </a:lnTo>
                    <a:cubicBezTo>
                      <a:pt x="620" y="526"/>
                      <a:pt x="616" y="478"/>
                      <a:pt x="583" y="478"/>
                    </a:cubicBezTo>
                    <a:cubicBezTo>
                      <a:pt x="583" y="478"/>
                      <a:pt x="582" y="478"/>
                      <a:pt x="582" y="478"/>
                    </a:cubicBezTo>
                    <a:lnTo>
                      <a:pt x="66" y="533"/>
                    </a:lnTo>
                    <a:lnTo>
                      <a:pt x="187" y="34"/>
                    </a:lnTo>
                    <a:cubicBezTo>
                      <a:pt x="192" y="13"/>
                      <a:pt x="176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51"/>
              <p:cNvSpPr/>
              <p:nvPr/>
            </p:nvSpPr>
            <p:spPr>
              <a:xfrm>
                <a:off x="4504804" y="4361361"/>
                <a:ext cx="48234" cy="49641"/>
              </a:xfrm>
              <a:custGeom>
                <a:avLst/>
                <a:gdLst/>
                <a:ahLst/>
                <a:cxnLst/>
                <a:rect l="l" t="t" r="r" b="b"/>
                <a:pathLst>
                  <a:path w="514" h="529" extrusionOk="0">
                    <a:moveTo>
                      <a:pt x="122" y="0"/>
                    </a:moveTo>
                    <a:cubicBezTo>
                      <a:pt x="111" y="0"/>
                      <a:pt x="100" y="7"/>
                      <a:pt x="98" y="21"/>
                    </a:cubicBezTo>
                    <a:lnTo>
                      <a:pt x="4" y="497"/>
                    </a:lnTo>
                    <a:cubicBezTo>
                      <a:pt x="1" y="513"/>
                      <a:pt x="14" y="528"/>
                      <a:pt x="30" y="528"/>
                    </a:cubicBezTo>
                    <a:lnTo>
                      <a:pt x="35" y="528"/>
                    </a:lnTo>
                    <a:lnTo>
                      <a:pt x="481" y="440"/>
                    </a:lnTo>
                    <a:cubicBezTo>
                      <a:pt x="513" y="435"/>
                      <a:pt x="507" y="388"/>
                      <a:pt x="476" y="388"/>
                    </a:cubicBezTo>
                    <a:cubicBezTo>
                      <a:pt x="474" y="388"/>
                      <a:pt x="472" y="388"/>
                      <a:pt x="470" y="388"/>
                    </a:cubicBezTo>
                    <a:lnTo>
                      <a:pt x="63" y="469"/>
                    </a:lnTo>
                    <a:lnTo>
                      <a:pt x="150" y="32"/>
                    </a:lnTo>
                    <a:cubicBezTo>
                      <a:pt x="153" y="12"/>
                      <a:pt x="137" y="0"/>
                      <a:pt x="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51"/>
              <p:cNvSpPr/>
              <p:nvPr/>
            </p:nvSpPr>
            <p:spPr>
              <a:xfrm>
                <a:off x="4434142" y="4389514"/>
                <a:ext cx="79295" cy="79013"/>
              </a:xfrm>
              <a:custGeom>
                <a:avLst/>
                <a:gdLst/>
                <a:ahLst/>
                <a:cxnLst/>
                <a:rect l="l" t="t" r="r" b="b"/>
                <a:pathLst>
                  <a:path w="845" h="842" extrusionOk="0">
                    <a:moveTo>
                      <a:pt x="149" y="0"/>
                    </a:moveTo>
                    <a:cubicBezTo>
                      <a:pt x="138" y="0"/>
                      <a:pt x="128" y="7"/>
                      <a:pt x="124" y="21"/>
                    </a:cubicBezTo>
                    <a:lnTo>
                      <a:pt x="1" y="811"/>
                    </a:lnTo>
                    <a:cubicBezTo>
                      <a:pt x="1" y="819"/>
                      <a:pt x="2" y="826"/>
                      <a:pt x="8" y="832"/>
                    </a:cubicBezTo>
                    <a:cubicBezTo>
                      <a:pt x="12" y="838"/>
                      <a:pt x="20" y="841"/>
                      <a:pt x="27" y="841"/>
                    </a:cubicBezTo>
                    <a:lnTo>
                      <a:pt x="818" y="822"/>
                    </a:lnTo>
                    <a:cubicBezTo>
                      <a:pt x="833" y="822"/>
                      <a:pt x="845" y="810"/>
                      <a:pt x="843" y="795"/>
                    </a:cubicBezTo>
                    <a:cubicBezTo>
                      <a:pt x="843" y="780"/>
                      <a:pt x="831" y="770"/>
                      <a:pt x="816" y="770"/>
                    </a:cubicBezTo>
                    <a:lnTo>
                      <a:pt x="59" y="787"/>
                    </a:lnTo>
                    <a:lnTo>
                      <a:pt x="177" y="30"/>
                    </a:lnTo>
                    <a:cubicBezTo>
                      <a:pt x="178" y="11"/>
                      <a:pt x="164" y="0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51"/>
              <p:cNvSpPr/>
              <p:nvPr/>
            </p:nvSpPr>
            <p:spPr>
              <a:xfrm>
                <a:off x="4392570" y="4401713"/>
                <a:ext cx="103506" cy="105382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1123" extrusionOk="0">
                    <a:moveTo>
                      <a:pt x="132" y="0"/>
                    </a:moveTo>
                    <a:cubicBezTo>
                      <a:pt x="119" y="0"/>
                      <a:pt x="107" y="8"/>
                      <a:pt x="105" y="24"/>
                    </a:cubicBezTo>
                    <a:lnTo>
                      <a:pt x="2" y="1009"/>
                    </a:lnTo>
                    <a:cubicBezTo>
                      <a:pt x="1" y="1024"/>
                      <a:pt x="11" y="1038"/>
                      <a:pt x="26" y="1039"/>
                    </a:cubicBezTo>
                    <a:lnTo>
                      <a:pt x="1065" y="1123"/>
                    </a:lnTo>
                    <a:lnTo>
                      <a:pt x="1068" y="1123"/>
                    </a:lnTo>
                    <a:cubicBezTo>
                      <a:pt x="1101" y="1123"/>
                      <a:pt x="1103" y="1073"/>
                      <a:pt x="1070" y="1071"/>
                    </a:cubicBezTo>
                    <a:lnTo>
                      <a:pt x="57" y="989"/>
                    </a:lnTo>
                    <a:lnTo>
                      <a:pt x="159" y="30"/>
                    </a:lnTo>
                    <a:cubicBezTo>
                      <a:pt x="160" y="10"/>
                      <a:pt x="146" y="0"/>
                      <a:pt x="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13" name="Google Shape;1913;p51"/>
          <p:cNvSpPr txBox="1">
            <a:spLocks noGrp="1"/>
          </p:cNvSpPr>
          <p:nvPr>
            <p:ph type="subTitle" idx="1"/>
          </p:nvPr>
        </p:nvSpPr>
        <p:spPr>
          <a:xfrm>
            <a:off x="715100" y="2700950"/>
            <a:ext cx="4758000" cy="20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highlight>
                <a:schemeClr val="accent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highlight>
                <a:schemeClr val="accent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  <a:t>Ariyan Hossain, 20101099</a:t>
            </a:r>
            <a:b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  <a:t>Rakinul Haque, 20101290</a:t>
            </a:r>
            <a:endParaRPr sz="14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  <a:t>Khondokar Mohammad Ahanaf Hannan, 20101079</a:t>
            </a:r>
            <a:b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  <a:t>Nowreen Tarannum Rafa, 20101329</a:t>
            </a:r>
            <a:b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  <a:t>Humayra Musarrat, 20101089</a:t>
            </a:r>
            <a:endParaRPr sz="14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  <a:t>Supervisor: Dr. Farig Yousuf Sadeque</a:t>
            </a:r>
            <a:endParaRPr sz="14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52"/>
          <p:cNvSpPr txBox="1">
            <a:spLocks noGrp="1"/>
          </p:cNvSpPr>
          <p:nvPr>
            <p:ph type="title"/>
          </p:nvPr>
        </p:nvSpPr>
        <p:spPr>
          <a:xfrm>
            <a:off x="715100" y="539496"/>
            <a:ext cx="77178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Introduction</a:t>
            </a:r>
            <a:endParaRPr sz="3000" dirty="0"/>
          </a:p>
        </p:txBody>
      </p:sp>
      <p:sp>
        <p:nvSpPr>
          <p:cNvPr id="1919" name="Google Shape;1919;p52"/>
          <p:cNvSpPr txBox="1">
            <a:spLocks noGrp="1"/>
          </p:cNvSpPr>
          <p:nvPr>
            <p:ph type="body" idx="1"/>
          </p:nvPr>
        </p:nvSpPr>
        <p:spPr>
          <a:xfrm>
            <a:off x="715100" y="1595675"/>
            <a:ext cx="7717800" cy="27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  <a:t>An important societal problem that maintains negative perceptions and disparities between men and women is gender bias.</a:t>
            </a:r>
            <a:endParaRPr sz="14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  <a:t>Machine learning (ML) has the potential to reveal biases in information caused by human mistake when it is used without the right amount of caution.</a:t>
            </a:r>
            <a:endParaRPr sz="14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 sz="1400" dirty="0">
                <a:latin typeface="Montserrat Medium"/>
                <a:ea typeface="Montserrat Medium"/>
                <a:cs typeface="Montserrat Medium"/>
                <a:sym typeface="Montserrat Medium"/>
              </a:rPr>
              <a:t>The core problem comes from word embedding, which is a popular way to use vectors to represent text data in machine learning and natural language processing tasks.</a:t>
            </a:r>
            <a:endParaRPr sz="14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54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2045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Problem Statement</a:t>
            </a:r>
            <a:endParaRPr sz="3000" dirty="0"/>
          </a:p>
        </p:txBody>
      </p:sp>
      <p:pic>
        <p:nvPicPr>
          <p:cNvPr id="1941" name="Google Shape;1941;p54"/>
          <p:cNvPicPr preferRelativeResize="0"/>
          <p:nvPr/>
        </p:nvPicPr>
        <p:blipFill rotWithShape="1">
          <a:blip r:embed="rId3">
            <a:alphaModFix/>
          </a:blip>
          <a:srcRect b="55187"/>
          <a:stretch/>
        </p:blipFill>
        <p:spPr>
          <a:xfrm>
            <a:off x="406238" y="1846900"/>
            <a:ext cx="4162875" cy="11367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42" name="Google Shape;1942;p54"/>
          <p:cNvPicPr preferRelativeResize="0"/>
          <p:nvPr/>
        </p:nvPicPr>
        <p:blipFill rotWithShape="1">
          <a:blip r:embed="rId3">
            <a:alphaModFix/>
          </a:blip>
          <a:srcRect t="48984"/>
          <a:stretch/>
        </p:blipFill>
        <p:spPr>
          <a:xfrm>
            <a:off x="406238" y="3108800"/>
            <a:ext cx="4162875" cy="1294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43" name="Google Shape;1943;p54"/>
          <p:cNvSpPr txBox="1"/>
          <p:nvPr/>
        </p:nvSpPr>
        <p:spPr>
          <a:xfrm>
            <a:off x="6200400" y="1664000"/>
            <a:ext cx="27741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How can we detect gender bias in contextualized word embeddings?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44" name="Google Shape;1944;p54"/>
          <p:cNvSpPr txBox="1"/>
          <p:nvPr/>
        </p:nvSpPr>
        <p:spPr>
          <a:xfrm>
            <a:off x="6200400" y="3739900"/>
            <a:ext cx="2318400" cy="6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How can we effectively mitigate gender bias from these models?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945" name="Google Shape;1945;p54"/>
          <p:cNvCxnSpPr/>
          <p:nvPr/>
        </p:nvCxnSpPr>
        <p:spPr>
          <a:xfrm>
            <a:off x="4737150" y="3064350"/>
            <a:ext cx="1405500" cy="10149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rgbClr val="FF796C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46" name="Google Shape;1946;p54"/>
          <p:cNvCxnSpPr/>
          <p:nvPr/>
        </p:nvCxnSpPr>
        <p:spPr>
          <a:xfrm rot="10800000" flipH="1">
            <a:off x="4737150" y="2079150"/>
            <a:ext cx="1405500" cy="9852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rgbClr val="FF796C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53"/>
          <p:cNvSpPr txBox="1">
            <a:spLocks noGrp="1"/>
          </p:cNvSpPr>
          <p:nvPr>
            <p:ph type="subTitle" idx="1"/>
          </p:nvPr>
        </p:nvSpPr>
        <p:spPr>
          <a:xfrm>
            <a:off x="976031" y="1510413"/>
            <a:ext cx="26319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</a:t>
            </a:r>
            <a:endParaRPr/>
          </a:p>
        </p:txBody>
      </p:sp>
      <p:sp>
        <p:nvSpPr>
          <p:cNvPr id="1925" name="Google Shape;1925;p53"/>
          <p:cNvSpPr txBox="1">
            <a:spLocks noGrp="1"/>
          </p:cNvSpPr>
          <p:nvPr>
            <p:ph type="subTitle" idx="2"/>
          </p:nvPr>
        </p:nvSpPr>
        <p:spPr>
          <a:xfrm>
            <a:off x="5185787" y="1485675"/>
            <a:ext cx="26319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Contextualized</a:t>
            </a:r>
            <a:endParaRPr/>
          </a:p>
        </p:txBody>
      </p:sp>
      <p:sp>
        <p:nvSpPr>
          <p:cNvPr id="1926" name="Google Shape;1926;p53"/>
          <p:cNvSpPr txBox="1">
            <a:spLocks noGrp="1"/>
          </p:cNvSpPr>
          <p:nvPr>
            <p:ph type="subTitle" idx="3"/>
          </p:nvPr>
        </p:nvSpPr>
        <p:spPr>
          <a:xfrm>
            <a:off x="976031" y="3553113"/>
            <a:ext cx="2631900" cy="12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I </a:t>
            </a: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watch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 TV</a:t>
            </a:r>
            <a:b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I wear </a:t>
            </a: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watch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Glove, Word2Vec, etc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7" name="Google Shape;1927;p53"/>
          <p:cNvSpPr txBox="1">
            <a:spLocks noGrp="1"/>
          </p:cNvSpPr>
          <p:nvPr>
            <p:ph type="subTitle" idx="4"/>
          </p:nvPr>
        </p:nvSpPr>
        <p:spPr>
          <a:xfrm>
            <a:off x="5232387" y="3521150"/>
            <a:ext cx="2631900" cy="12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I </a:t>
            </a: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watch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 TV</a:t>
            </a:r>
            <a:b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I wear 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watch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ELMo, BERT, etc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2"/>
              </a:solidFill>
            </a:endParaRPr>
          </a:p>
        </p:txBody>
      </p:sp>
      <p:sp>
        <p:nvSpPr>
          <p:cNvPr id="1928" name="Google Shape;1928;p53"/>
          <p:cNvSpPr txBox="1">
            <a:spLocks noGrp="1"/>
          </p:cNvSpPr>
          <p:nvPr>
            <p:ph type="title"/>
          </p:nvPr>
        </p:nvSpPr>
        <p:spPr>
          <a:xfrm>
            <a:off x="713232" y="539496"/>
            <a:ext cx="4750200" cy="4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Word Embeddings</a:t>
            </a:r>
            <a:endParaRPr sz="3000" dirty="0"/>
          </a:p>
        </p:txBody>
      </p:sp>
      <p:cxnSp>
        <p:nvCxnSpPr>
          <p:cNvPr id="1929" name="Google Shape;1929;p53"/>
          <p:cNvCxnSpPr/>
          <p:nvPr/>
        </p:nvCxnSpPr>
        <p:spPr>
          <a:xfrm>
            <a:off x="1591056" y="2185416"/>
            <a:ext cx="0" cy="1043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0" name="Google Shape;1930;p53"/>
          <p:cNvCxnSpPr/>
          <p:nvPr/>
        </p:nvCxnSpPr>
        <p:spPr>
          <a:xfrm>
            <a:off x="1583825" y="3218175"/>
            <a:ext cx="1416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1" name="Google Shape;1931;p53"/>
          <p:cNvSpPr/>
          <p:nvPr/>
        </p:nvSpPr>
        <p:spPr>
          <a:xfrm>
            <a:off x="1928575" y="2519250"/>
            <a:ext cx="65100" cy="74400"/>
          </a:xfrm>
          <a:prstGeom prst="flowChartConnector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32" name="Google Shape;1932;p53"/>
          <p:cNvCxnSpPr/>
          <p:nvPr/>
        </p:nvCxnSpPr>
        <p:spPr>
          <a:xfrm>
            <a:off x="5806440" y="2185416"/>
            <a:ext cx="0" cy="1043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3" name="Google Shape;1933;p53"/>
          <p:cNvCxnSpPr/>
          <p:nvPr/>
        </p:nvCxnSpPr>
        <p:spPr>
          <a:xfrm>
            <a:off x="5793575" y="3218688"/>
            <a:ext cx="1416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4" name="Google Shape;1934;p53"/>
          <p:cNvSpPr/>
          <p:nvPr/>
        </p:nvSpPr>
        <p:spPr>
          <a:xfrm>
            <a:off x="6138325" y="2494525"/>
            <a:ext cx="65100" cy="74400"/>
          </a:xfrm>
          <a:prstGeom prst="flowChartConnector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5" name="Google Shape;1935;p53"/>
          <p:cNvSpPr/>
          <p:nvPr/>
        </p:nvSpPr>
        <p:spPr>
          <a:xfrm>
            <a:off x="6671725" y="2723125"/>
            <a:ext cx="65100" cy="744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55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Research Objectives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2" name="Google Shape;1952;p55"/>
          <p:cNvSpPr/>
          <p:nvPr/>
        </p:nvSpPr>
        <p:spPr>
          <a:xfrm>
            <a:off x="4161000" y="3276600"/>
            <a:ext cx="822000" cy="56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3" name="Google Shape;1953;p55"/>
          <p:cNvGrpSpPr/>
          <p:nvPr/>
        </p:nvGrpSpPr>
        <p:grpSpPr>
          <a:xfrm>
            <a:off x="720060" y="1708801"/>
            <a:ext cx="2287811" cy="801909"/>
            <a:chOff x="719990" y="1403997"/>
            <a:chExt cx="2287811" cy="801909"/>
          </a:xfrm>
        </p:grpSpPr>
        <p:sp>
          <p:nvSpPr>
            <p:cNvPr id="1954" name="Google Shape;1954;p55"/>
            <p:cNvSpPr txBox="1"/>
            <p:nvPr/>
          </p:nvSpPr>
          <p:spPr>
            <a:xfrm flipH="1">
              <a:off x="720002" y="1699205"/>
              <a:ext cx="22878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Study existing bias in static &amp; contextualized word embeddings </a:t>
              </a:r>
              <a:endParaRPr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955" name="Google Shape;1955;p55"/>
            <p:cNvSpPr txBox="1"/>
            <p:nvPr/>
          </p:nvSpPr>
          <p:spPr>
            <a:xfrm>
              <a:off x="719990" y="1403997"/>
              <a:ext cx="2287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STUDY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1956" name="Google Shape;1956;p55"/>
          <p:cNvGrpSpPr/>
          <p:nvPr/>
        </p:nvGrpSpPr>
        <p:grpSpPr>
          <a:xfrm>
            <a:off x="720060" y="3155098"/>
            <a:ext cx="2287811" cy="801909"/>
            <a:chOff x="719990" y="2404093"/>
            <a:chExt cx="2287811" cy="801909"/>
          </a:xfrm>
        </p:grpSpPr>
        <p:sp>
          <p:nvSpPr>
            <p:cNvPr id="1957" name="Google Shape;1957;p55"/>
            <p:cNvSpPr txBox="1"/>
            <p:nvPr/>
          </p:nvSpPr>
          <p:spPr>
            <a:xfrm flipH="1">
              <a:off x="720002" y="2699302"/>
              <a:ext cx="22878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Look for strategies to identify bias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958" name="Google Shape;1958;p55"/>
            <p:cNvSpPr txBox="1"/>
            <p:nvPr/>
          </p:nvSpPr>
          <p:spPr>
            <a:xfrm>
              <a:off x="719990" y="2404093"/>
              <a:ext cx="2287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EXPLORE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1959" name="Google Shape;1959;p55"/>
          <p:cNvGrpSpPr/>
          <p:nvPr/>
        </p:nvGrpSpPr>
        <p:grpSpPr>
          <a:xfrm>
            <a:off x="6136129" y="1632601"/>
            <a:ext cx="2287811" cy="801909"/>
            <a:chOff x="719990" y="1403997"/>
            <a:chExt cx="2287811" cy="801909"/>
          </a:xfrm>
        </p:grpSpPr>
        <p:sp>
          <p:nvSpPr>
            <p:cNvPr id="1960" name="Google Shape;1960;p55"/>
            <p:cNvSpPr txBox="1"/>
            <p:nvPr/>
          </p:nvSpPr>
          <p:spPr>
            <a:xfrm flipH="1">
              <a:off x="720002" y="1699205"/>
              <a:ext cx="22878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Compare before and after debiasing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961" name="Google Shape;1961;p55"/>
            <p:cNvSpPr txBox="1"/>
            <p:nvPr/>
          </p:nvSpPr>
          <p:spPr>
            <a:xfrm>
              <a:off x="719990" y="1403997"/>
              <a:ext cx="2287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COMPARE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1962" name="Google Shape;1962;p55"/>
          <p:cNvGrpSpPr/>
          <p:nvPr/>
        </p:nvGrpSpPr>
        <p:grpSpPr>
          <a:xfrm>
            <a:off x="6136115" y="3166098"/>
            <a:ext cx="2287814" cy="790909"/>
            <a:chOff x="719977" y="2404093"/>
            <a:chExt cx="2287814" cy="790909"/>
          </a:xfrm>
        </p:grpSpPr>
        <p:sp>
          <p:nvSpPr>
            <p:cNvPr id="1963" name="Google Shape;1963;p55"/>
            <p:cNvSpPr txBox="1"/>
            <p:nvPr/>
          </p:nvSpPr>
          <p:spPr>
            <a:xfrm flipH="1">
              <a:off x="719977" y="2688302"/>
              <a:ext cx="22878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Continue pretraining to mitigate bias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964" name="Google Shape;1964;p55"/>
            <p:cNvSpPr txBox="1"/>
            <p:nvPr/>
          </p:nvSpPr>
          <p:spPr>
            <a:xfrm>
              <a:off x="719990" y="2404093"/>
              <a:ext cx="2287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MITIGATE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sp>
        <p:nvSpPr>
          <p:cNvPr id="1965" name="Google Shape;1965;p55"/>
          <p:cNvSpPr/>
          <p:nvPr/>
        </p:nvSpPr>
        <p:spPr>
          <a:xfrm>
            <a:off x="3007875" y="2785100"/>
            <a:ext cx="822000" cy="56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55"/>
          <p:cNvSpPr/>
          <p:nvPr/>
        </p:nvSpPr>
        <p:spPr>
          <a:xfrm>
            <a:off x="3007875" y="1785012"/>
            <a:ext cx="822000" cy="56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55"/>
          <p:cNvSpPr/>
          <p:nvPr/>
        </p:nvSpPr>
        <p:spPr>
          <a:xfrm>
            <a:off x="5314125" y="2785100"/>
            <a:ext cx="822000" cy="56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55"/>
          <p:cNvSpPr/>
          <p:nvPr/>
        </p:nvSpPr>
        <p:spPr>
          <a:xfrm>
            <a:off x="5314125" y="1785012"/>
            <a:ext cx="822000" cy="56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55"/>
          <p:cNvSpPr txBox="1"/>
          <p:nvPr/>
        </p:nvSpPr>
        <p:spPr>
          <a:xfrm>
            <a:off x="4011300" y="2358300"/>
            <a:ext cx="11214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GOALS</a:t>
            </a:r>
            <a:endParaRPr sz="1800">
              <a:solidFill>
                <a:schemeClr val="dk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970" name="Google Shape;1970;p55"/>
          <p:cNvCxnSpPr>
            <a:stCxn id="1969" idx="0"/>
            <a:endCxn id="1966" idx="6"/>
          </p:cNvCxnSpPr>
          <p:nvPr/>
        </p:nvCxnSpPr>
        <p:spPr>
          <a:xfrm rot="5400000" flipH="1">
            <a:off x="4056300" y="1842600"/>
            <a:ext cx="289200" cy="7422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71" name="Google Shape;1971;p55"/>
          <p:cNvCxnSpPr>
            <a:stCxn id="1969" idx="0"/>
            <a:endCxn id="1968" idx="2"/>
          </p:cNvCxnSpPr>
          <p:nvPr/>
        </p:nvCxnSpPr>
        <p:spPr>
          <a:xfrm rot="-5400000">
            <a:off x="4798500" y="1842600"/>
            <a:ext cx="289200" cy="7422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72" name="Google Shape;1972;p55"/>
          <p:cNvCxnSpPr>
            <a:stCxn id="1969" idx="3"/>
            <a:endCxn id="1967" idx="2"/>
          </p:cNvCxnSpPr>
          <p:nvPr/>
        </p:nvCxnSpPr>
        <p:spPr>
          <a:xfrm>
            <a:off x="5132700" y="2642400"/>
            <a:ext cx="181500" cy="426900"/>
          </a:xfrm>
          <a:prstGeom prst="bentConnector3">
            <a:avLst>
              <a:gd name="adj1" fmla="val 49979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73" name="Google Shape;1973;p55"/>
          <p:cNvCxnSpPr>
            <a:stCxn id="1965" idx="6"/>
            <a:endCxn id="1969" idx="1"/>
          </p:cNvCxnSpPr>
          <p:nvPr/>
        </p:nvCxnSpPr>
        <p:spPr>
          <a:xfrm rot="10800000" flipH="1">
            <a:off x="3829875" y="2642300"/>
            <a:ext cx="181500" cy="426900"/>
          </a:xfrm>
          <a:prstGeom prst="bentConnector3">
            <a:avLst>
              <a:gd name="adj1" fmla="val 49979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974" name="Google Shape;1974;p55"/>
          <p:cNvCxnSpPr>
            <a:stCxn id="1969" idx="2"/>
          </p:cNvCxnSpPr>
          <p:nvPr/>
        </p:nvCxnSpPr>
        <p:spPr>
          <a:xfrm rot="5400000">
            <a:off x="4395750" y="3100350"/>
            <a:ext cx="350100" cy="2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975" name="Google Shape;1975;p55"/>
          <p:cNvGrpSpPr/>
          <p:nvPr/>
        </p:nvGrpSpPr>
        <p:grpSpPr>
          <a:xfrm>
            <a:off x="3423198" y="3912048"/>
            <a:ext cx="2287811" cy="801909"/>
            <a:chOff x="719990" y="2404093"/>
            <a:chExt cx="2287811" cy="801909"/>
          </a:xfrm>
        </p:grpSpPr>
        <p:sp>
          <p:nvSpPr>
            <p:cNvPr id="1976" name="Google Shape;1976;p55"/>
            <p:cNvSpPr txBox="1"/>
            <p:nvPr/>
          </p:nvSpPr>
          <p:spPr>
            <a:xfrm flipH="1">
              <a:off x="720002" y="2699302"/>
              <a:ext cx="22878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Detecting bias in transformer models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977" name="Google Shape;1977;p55"/>
            <p:cNvSpPr txBox="1"/>
            <p:nvPr/>
          </p:nvSpPr>
          <p:spPr>
            <a:xfrm>
              <a:off x="719990" y="2404093"/>
              <a:ext cx="2287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DETECT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sp>
        <p:nvSpPr>
          <p:cNvPr id="1978" name="Google Shape;1978;p55"/>
          <p:cNvSpPr txBox="1"/>
          <p:nvPr/>
        </p:nvSpPr>
        <p:spPr>
          <a:xfrm>
            <a:off x="3047725" y="1784388"/>
            <a:ext cx="742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sz="1100"/>
          </a:p>
        </p:txBody>
      </p:sp>
      <p:sp>
        <p:nvSpPr>
          <p:cNvPr id="1979" name="Google Shape;1979;p55"/>
          <p:cNvSpPr txBox="1"/>
          <p:nvPr/>
        </p:nvSpPr>
        <p:spPr>
          <a:xfrm>
            <a:off x="3047775" y="2784488"/>
            <a:ext cx="742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sz="1100"/>
          </a:p>
        </p:txBody>
      </p:sp>
      <p:sp>
        <p:nvSpPr>
          <p:cNvPr id="1980" name="Google Shape;1980;p55"/>
          <p:cNvSpPr txBox="1"/>
          <p:nvPr/>
        </p:nvSpPr>
        <p:spPr>
          <a:xfrm>
            <a:off x="4196000" y="3309613"/>
            <a:ext cx="742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sz="1100"/>
          </a:p>
        </p:txBody>
      </p:sp>
      <p:sp>
        <p:nvSpPr>
          <p:cNvPr id="1981" name="Google Shape;1981;p55"/>
          <p:cNvSpPr txBox="1"/>
          <p:nvPr/>
        </p:nvSpPr>
        <p:spPr>
          <a:xfrm>
            <a:off x="5354063" y="2784488"/>
            <a:ext cx="742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sz="1100"/>
          </a:p>
        </p:txBody>
      </p:sp>
      <p:sp>
        <p:nvSpPr>
          <p:cNvPr id="1982" name="Google Shape;1982;p55"/>
          <p:cNvSpPr txBox="1"/>
          <p:nvPr/>
        </p:nvSpPr>
        <p:spPr>
          <a:xfrm>
            <a:off x="5354050" y="1772638"/>
            <a:ext cx="742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56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Related Work</a:t>
            </a:r>
            <a:endParaRPr sz="3000" dirty="0"/>
          </a:p>
        </p:txBody>
      </p:sp>
      <p:sp>
        <p:nvSpPr>
          <p:cNvPr id="1988" name="Google Shape;1988;p56"/>
          <p:cNvSpPr txBox="1"/>
          <p:nvPr/>
        </p:nvSpPr>
        <p:spPr>
          <a:xfrm>
            <a:off x="711050" y="1487550"/>
            <a:ext cx="79986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Bolukbasi et al. (2016) performed the direct bias test by measuring the cosine similarity of the gender direction and occupations.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	          man - woman  ≈  computer programmer - homemaker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Kurita et al. (2019) used masking technique to find the probabilities of the masked tokens being replaced by other tokens. They used log normalized probability to represent bias.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Bartl et al. (2020) fine tuned BERT on the GAP corpus and used Kurita et al’s (2019) log normalized probability to show the debiased result.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989" name="Google Shape;1989;p56"/>
          <p:cNvCxnSpPr/>
          <p:nvPr/>
        </p:nvCxnSpPr>
        <p:spPr>
          <a:xfrm>
            <a:off x="2185700" y="2325625"/>
            <a:ext cx="394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90" name="Google Shape;1990;p56"/>
          <p:cNvCxnSpPr/>
          <p:nvPr/>
        </p:nvCxnSpPr>
        <p:spPr>
          <a:xfrm>
            <a:off x="2760850" y="2325625"/>
            <a:ext cx="64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91" name="Google Shape;1991;p56"/>
          <p:cNvCxnSpPr/>
          <p:nvPr/>
        </p:nvCxnSpPr>
        <p:spPr>
          <a:xfrm>
            <a:off x="3758450" y="2329800"/>
            <a:ext cx="21000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92" name="Google Shape;1992;p56"/>
          <p:cNvCxnSpPr/>
          <p:nvPr/>
        </p:nvCxnSpPr>
        <p:spPr>
          <a:xfrm rot="10800000" flipH="1">
            <a:off x="5986225" y="2325775"/>
            <a:ext cx="1148100" cy="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57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Work Flow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98" name="Google Shape;1998;p57"/>
          <p:cNvGrpSpPr/>
          <p:nvPr/>
        </p:nvGrpSpPr>
        <p:grpSpPr>
          <a:xfrm>
            <a:off x="266021" y="2180389"/>
            <a:ext cx="3453473" cy="2103107"/>
            <a:chOff x="3827545" y="1085875"/>
            <a:chExt cx="4712708" cy="2869569"/>
          </a:xfrm>
        </p:grpSpPr>
        <p:grpSp>
          <p:nvGrpSpPr>
            <p:cNvPr id="1999" name="Google Shape;1999;p57"/>
            <p:cNvGrpSpPr/>
            <p:nvPr/>
          </p:nvGrpSpPr>
          <p:grpSpPr>
            <a:xfrm>
              <a:off x="3827545" y="1085875"/>
              <a:ext cx="4712708" cy="2869569"/>
              <a:chOff x="3827478" y="1002853"/>
              <a:chExt cx="4544560" cy="2767184"/>
            </a:xfrm>
          </p:grpSpPr>
          <p:sp>
            <p:nvSpPr>
              <p:cNvPr id="2000" name="Google Shape;2000;p57"/>
              <p:cNvSpPr/>
              <p:nvPr/>
            </p:nvSpPr>
            <p:spPr>
              <a:xfrm>
                <a:off x="6692038" y="3418228"/>
                <a:ext cx="1680000" cy="190500"/>
              </a:xfrm>
              <a:prstGeom prst="ellipse">
                <a:avLst/>
              </a:prstGeom>
              <a:solidFill>
                <a:srgbClr val="A48EFD">
                  <a:alpha val="52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7"/>
              <p:cNvSpPr/>
              <p:nvPr/>
            </p:nvSpPr>
            <p:spPr>
              <a:xfrm rot="-3093">
                <a:off x="3868862" y="3531087"/>
                <a:ext cx="1667401" cy="238200"/>
              </a:xfrm>
              <a:prstGeom prst="ellipse">
                <a:avLst/>
              </a:prstGeom>
              <a:solidFill>
                <a:srgbClr val="A48EFD">
                  <a:alpha val="52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57"/>
              <p:cNvSpPr/>
              <p:nvPr/>
            </p:nvSpPr>
            <p:spPr>
              <a:xfrm>
                <a:off x="4901557" y="3125442"/>
                <a:ext cx="2323948" cy="71607"/>
              </a:xfrm>
              <a:custGeom>
                <a:avLst/>
                <a:gdLst/>
                <a:ahLst/>
                <a:cxnLst/>
                <a:rect l="l" t="t" r="r" b="b"/>
                <a:pathLst>
                  <a:path w="24893" h="767" extrusionOk="0">
                    <a:moveTo>
                      <a:pt x="0" y="0"/>
                    </a:moveTo>
                    <a:lnTo>
                      <a:pt x="0" y="767"/>
                    </a:lnTo>
                    <a:lnTo>
                      <a:pt x="24893" y="767"/>
                    </a:lnTo>
                    <a:lnTo>
                      <a:pt x="2489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57"/>
              <p:cNvSpPr/>
              <p:nvPr/>
            </p:nvSpPr>
            <p:spPr>
              <a:xfrm>
                <a:off x="4896888" y="1124466"/>
                <a:ext cx="2333844" cy="2045238"/>
              </a:xfrm>
              <a:custGeom>
                <a:avLst/>
                <a:gdLst/>
                <a:ahLst/>
                <a:cxnLst/>
                <a:rect l="l" t="t" r="r" b="b"/>
                <a:pathLst>
                  <a:path w="24999" h="21907" extrusionOk="0">
                    <a:moveTo>
                      <a:pt x="0" y="1"/>
                    </a:moveTo>
                    <a:lnTo>
                      <a:pt x="0" y="21906"/>
                    </a:lnTo>
                    <a:lnTo>
                      <a:pt x="24999" y="21906"/>
                    </a:lnTo>
                    <a:lnTo>
                      <a:pt x="249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7"/>
              <p:cNvSpPr/>
              <p:nvPr/>
            </p:nvSpPr>
            <p:spPr>
              <a:xfrm>
                <a:off x="4975962" y="1202981"/>
                <a:ext cx="2175697" cy="1888206"/>
              </a:xfrm>
              <a:custGeom>
                <a:avLst/>
                <a:gdLst/>
                <a:ahLst/>
                <a:cxnLst/>
                <a:rect l="l" t="t" r="r" b="b"/>
                <a:pathLst>
                  <a:path w="23305" h="20225" extrusionOk="0">
                    <a:moveTo>
                      <a:pt x="0" y="1"/>
                    </a:moveTo>
                    <a:lnTo>
                      <a:pt x="0" y="20224"/>
                    </a:lnTo>
                    <a:lnTo>
                      <a:pt x="23305" y="20224"/>
                    </a:lnTo>
                    <a:lnTo>
                      <a:pt x="23305" y="1"/>
                    </a:lnTo>
                    <a:close/>
                  </a:path>
                </a:pathLst>
              </a:custGeom>
              <a:solidFill>
                <a:srgbClr val="FFEA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57"/>
              <p:cNvSpPr/>
              <p:nvPr/>
            </p:nvSpPr>
            <p:spPr>
              <a:xfrm>
                <a:off x="4807918" y="1046137"/>
                <a:ext cx="2511784" cy="2202082"/>
              </a:xfrm>
              <a:custGeom>
                <a:avLst/>
                <a:gdLst/>
                <a:ahLst/>
                <a:cxnLst/>
                <a:rect l="l" t="t" r="r" b="b"/>
                <a:pathLst>
                  <a:path w="26905" h="23587" extrusionOk="0">
                    <a:moveTo>
                      <a:pt x="26834" y="70"/>
                    </a:moveTo>
                    <a:lnTo>
                      <a:pt x="26834" y="23515"/>
                    </a:lnTo>
                    <a:lnTo>
                      <a:pt x="71" y="23515"/>
                    </a:lnTo>
                    <a:lnTo>
                      <a:pt x="71" y="70"/>
                    </a:lnTo>
                    <a:close/>
                    <a:moveTo>
                      <a:pt x="1" y="0"/>
                    </a:moveTo>
                    <a:lnTo>
                      <a:pt x="1" y="23586"/>
                    </a:lnTo>
                    <a:lnTo>
                      <a:pt x="26904" y="23586"/>
                    </a:lnTo>
                    <a:lnTo>
                      <a:pt x="269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57"/>
              <p:cNvSpPr/>
              <p:nvPr/>
            </p:nvSpPr>
            <p:spPr>
              <a:xfrm>
                <a:off x="4812213" y="1050712"/>
                <a:ext cx="86822" cy="77489"/>
              </a:xfrm>
              <a:custGeom>
                <a:avLst/>
                <a:gdLst/>
                <a:ahLst/>
                <a:cxnLst/>
                <a:rect l="l" t="t" r="r" b="b"/>
                <a:pathLst>
                  <a:path w="930" h="830" extrusionOk="0">
                    <a:moveTo>
                      <a:pt x="47" y="0"/>
                    </a:moveTo>
                    <a:lnTo>
                      <a:pt x="1" y="53"/>
                    </a:lnTo>
                    <a:lnTo>
                      <a:pt x="884" y="829"/>
                    </a:lnTo>
                    <a:lnTo>
                      <a:pt x="930" y="777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57"/>
              <p:cNvSpPr/>
              <p:nvPr/>
            </p:nvSpPr>
            <p:spPr>
              <a:xfrm>
                <a:off x="7228398" y="1050525"/>
                <a:ext cx="86822" cy="77676"/>
              </a:xfrm>
              <a:custGeom>
                <a:avLst/>
                <a:gdLst/>
                <a:ahLst/>
                <a:cxnLst/>
                <a:rect l="l" t="t" r="r" b="b"/>
                <a:pathLst>
                  <a:path w="930" h="832" extrusionOk="0">
                    <a:moveTo>
                      <a:pt x="884" y="1"/>
                    </a:moveTo>
                    <a:lnTo>
                      <a:pt x="1" y="778"/>
                    </a:lnTo>
                    <a:lnTo>
                      <a:pt x="47" y="831"/>
                    </a:lnTo>
                    <a:lnTo>
                      <a:pt x="930" y="55"/>
                    </a:lnTo>
                    <a:lnTo>
                      <a:pt x="8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57"/>
              <p:cNvSpPr/>
              <p:nvPr/>
            </p:nvSpPr>
            <p:spPr>
              <a:xfrm>
                <a:off x="4811839" y="3167733"/>
                <a:ext cx="86916" cy="77489"/>
              </a:xfrm>
              <a:custGeom>
                <a:avLst/>
                <a:gdLst/>
                <a:ahLst/>
                <a:cxnLst/>
                <a:rect l="l" t="t" r="r" b="b"/>
                <a:pathLst>
                  <a:path w="931" h="830" extrusionOk="0">
                    <a:moveTo>
                      <a:pt x="883" y="1"/>
                    </a:moveTo>
                    <a:lnTo>
                      <a:pt x="0" y="778"/>
                    </a:lnTo>
                    <a:lnTo>
                      <a:pt x="48" y="830"/>
                    </a:lnTo>
                    <a:lnTo>
                      <a:pt x="931" y="54"/>
                    </a:lnTo>
                    <a:lnTo>
                      <a:pt x="8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57"/>
              <p:cNvSpPr/>
              <p:nvPr/>
            </p:nvSpPr>
            <p:spPr>
              <a:xfrm>
                <a:off x="7228398" y="3165399"/>
                <a:ext cx="93544" cy="84211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902" extrusionOk="0">
                    <a:moveTo>
                      <a:pt x="48" y="0"/>
                    </a:moveTo>
                    <a:lnTo>
                      <a:pt x="1" y="53"/>
                    </a:lnTo>
                    <a:lnTo>
                      <a:pt x="955" y="901"/>
                    </a:lnTo>
                    <a:lnTo>
                      <a:pt x="1001" y="847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57"/>
              <p:cNvSpPr/>
              <p:nvPr/>
            </p:nvSpPr>
            <p:spPr>
              <a:xfrm>
                <a:off x="4093453" y="1096399"/>
                <a:ext cx="162442" cy="5461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85" extrusionOk="0">
                    <a:moveTo>
                      <a:pt x="1" y="0"/>
                    </a:moveTo>
                    <a:lnTo>
                      <a:pt x="1" y="585"/>
                    </a:lnTo>
                    <a:lnTo>
                      <a:pt x="1739" y="585"/>
                    </a:lnTo>
                    <a:lnTo>
                      <a:pt x="1739" y="0"/>
                    </a:lnTo>
                    <a:close/>
                  </a:path>
                </a:pathLst>
              </a:custGeom>
              <a:solidFill>
                <a:srgbClr val="FFCF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57"/>
              <p:cNvSpPr/>
              <p:nvPr/>
            </p:nvSpPr>
            <p:spPr>
              <a:xfrm>
                <a:off x="3924476" y="1190319"/>
                <a:ext cx="206133" cy="69273"/>
              </a:xfrm>
              <a:custGeom>
                <a:avLst/>
                <a:gdLst/>
                <a:ahLst/>
                <a:cxnLst/>
                <a:rect l="l" t="t" r="r" b="b"/>
                <a:pathLst>
                  <a:path w="2208" h="742" extrusionOk="0">
                    <a:moveTo>
                      <a:pt x="0" y="1"/>
                    </a:moveTo>
                    <a:lnTo>
                      <a:pt x="0" y="742"/>
                    </a:lnTo>
                    <a:lnTo>
                      <a:pt x="2207" y="742"/>
                    </a:lnTo>
                    <a:lnTo>
                      <a:pt x="2207" y="1"/>
                    </a:lnTo>
                    <a:close/>
                  </a:path>
                </a:pathLst>
              </a:custGeom>
              <a:solidFill>
                <a:srgbClr val="FFCF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57"/>
              <p:cNvSpPr/>
              <p:nvPr/>
            </p:nvSpPr>
            <p:spPr>
              <a:xfrm>
                <a:off x="4203895" y="1170434"/>
                <a:ext cx="162349" cy="54709"/>
              </a:xfrm>
              <a:custGeom>
                <a:avLst/>
                <a:gdLst/>
                <a:ahLst/>
                <a:cxnLst/>
                <a:rect l="l" t="t" r="r" b="b"/>
                <a:pathLst>
                  <a:path w="1739" h="586" extrusionOk="0">
                    <a:moveTo>
                      <a:pt x="0" y="1"/>
                    </a:moveTo>
                    <a:lnTo>
                      <a:pt x="0" y="585"/>
                    </a:lnTo>
                    <a:lnTo>
                      <a:pt x="1739" y="585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FFCF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57"/>
              <p:cNvSpPr/>
              <p:nvPr/>
            </p:nvSpPr>
            <p:spPr>
              <a:xfrm>
                <a:off x="5193111" y="2011323"/>
                <a:ext cx="1540212" cy="127156"/>
              </a:xfrm>
              <a:custGeom>
                <a:avLst/>
                <a:gdLst/>
                <a:ahLst/>
                <a:cxnLst/>
                <a:rect l="l" t="t" r="r" b="b"/>
                <a:pathLst>
                  <a:path w="16498" h="1362" extrusionOk="0">
                    <a:moveTo>
                      <a:pt x="1" y="0"/>
                    </a:moveTo>
                    <a:lnTo>
                      <a:pt x="1" y="1362"/>
                    </a:lnTo>
                    <a:lnTo>
                      <a:pt x="16498" y="48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57"/>
              <p:cNvSpPr/>
              <p:nvPr/>
            </p:nvSpPr>
            <p:spPr>
              <a:xfrm>
                <a:off x="5178921" y="1725083"/>
                <a:ext cx="1587264" cy="360930"/>
              </a:xfrm>
              <a:custGeom>
                <a:avLst/>
                <a:gdLst/>
                <a:ahLst/>
                <a:cxnLst/>
                <a:rect l="l" t="t" r="r" b="b"/>
                <a:pathLst>
                  <a:path w="17002" h="3866" extrusionOk="0">
                    <a:moveTo>
                      <a:pt x="1" y="0"/>
                    </a:moveTo>
                    <a:lnTo>
                      <a:pt x="1" y="3866"/>
                    </a:lnTo>
                    <a:lnTo>
                      <a:pt x="17002" y="3866"/>
                    </a:lnTo>
                    <a:lnTo>
                      <a:pt x="1700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57"/>
              <p:cNvSpPr/>
              <p:nvPr/>
            </p:nvSpPr>
            <p:spPr>
              <a:xfrm>
                <a:off x="5433414" y="2547674"/>
                <a:ext cx="1405030" cy="127250"/>
              </a:xfrm>
              <a:custGeom>
                <a:avLst/>
                <a:gdLst/>
                <a:ahLst/>
                <a:cxnLst/>
                <a:rect l="l" t="t" r="r" b="b"/>
                <a:pathLst>
                  <a:path w="15050" h="1363" extrusionOk="0">
                    <a:moveTo>
                      <a:pt x="15049" y="1"/>
                    </a:moveTo>
                    <a:lnTo>
                      <a:pt x="0" y="490"/>
                    </a:lnTo>
                    <a:lnTo>
                      <a:pt x="15049" y="1362"/>
                    </a:lnTo>
                    <a:lnTo>
                      <a:pt x="1504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57"/>
              <p:cNvSpPr/>
              <p:nvPr/>
            </p:nvSpPr>
            <p:spPr>
              <a:xfrm>
                <a:off x="5420437" y="2261434"/>
                <a:ext cx="1448255" cy="361023"/>
              </a:xfrm>
              <a:custGeom>
                <a:avLst/>
                <a:gdLst/>
                <a:ahLst/>
                <a:cxnLst/>
                <a:rect l="l" t="t" r="r" b="b"/>
                <a:pathLst>
                  <a:path w="15513" h="3867" extrusionOk="0">
                    <a:moveTo>
                      <a:pt x="1" y="1"/>
                    </a:moveTo>
                    <a:lnTo>
                      <a:pt x="1" y="3866"/>
                    </a:lnTo>
                    <a:lnTo>
                      <a:pt x="15512" y="3866"/>
                    </a:lnTo>
                    <a:lnTo>
                      <a:pt x="155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57"/>
              <p:cNvSpPr/>
              <p:nvPr/>
            </p:nvSpPr>
            <p:spPr>
              <a:xfrm>
                <a:off x="5216544" y="1780725"/>
                <a:ext cx="244503" cy="250018"/>
              </a:xfrm>
              <a:custGeom>
                <a:avLst/>
                <a:gdLst/>
                <a:ahLst/>
                <a:cxnLst/>
                <a:rect l="l" t="t" r="r" b="b"/>
                <a:pathLst>
                  <a:path w="2619" h="2678" extrusionOk="0">
                    <a:moveTo>
                      <a:pt x="1459" y="1"/>
                    </a:moveTo>
                    <a:cubicBezTo>
                      <a:pt x="1455" y="1"/>
                      <a:pt x="1451" y="1"/>
                      <a:pt x="1447" y="1"/>
                    </a:cubicBezTo>
                    <a:cubicBezTo>
                      <a:pt x="601" y="5"/>
                      <a:pt x="0" y="560"/>
                      <a:pt x="5" y="1347"/>
                    </a:cubicBezTo>
                    <a:cubicBezTo>
                      <a:pt x="9" y="2130"/>
                      <a:pt x="611" y="2678"/>
                      <a:pt x="1432" y="2678"/>
                    </a:cubicBezTo>
                    <a:cubicBezTo>
                      <a:pt x="1435" y="2678"/>
                      <a:pt x="1439" y="2678"/>
                      <a:pt x="1442" y="2678"/>
                    </a:cubicBezTo>
                    <a:cubicBezTo>
                      <a:pt x="1819" y="2676"/>
                      <a:pt x="2246" y="2561"/>
                      <a:pt x="2556" y="2347"/>
                    </a:cubicBezTo>
                    <a:lnTo>
                      <a:pt x="2550" y="1264"/>
                    </a:lnTo>
                    <a:lnTo>
                      <a:pt x="1800" y="1268"/>
                    </a:lnTo>
                    <a:lnTo>
                      <a:pt x="1804" y="1916"/>
                    </a:lnTo>
                    <a:cubicBezTo>
                      <a:pt x="1705" y="1957"/>
                      <a:pt x="1597" y="1980"/>
                      <a:pt x="1490" y="1980"/>
                    </a:cubicBezTo>
                    <a:cubicBezTo>
                      <a:pt x="1489" y="1980"/>
                      <a:pt x="1488" y="1980"/>
                      <a:pt x="1487" y="1980"/>
                    </a:cubicBezTo>
                    <a:cubicBezTo>
                      <a:pt x="1119" y="1980"/>
                      <a:pt x="877" y="1725"/>
                      <a:pt x="875" y="1343"/>
                    </a:cubicBezTo>
                    <a:cubicBezTo>
                      <a:pt x="874" y="948"/>
                      <a:pt x="1114" y="702"/>
                      <a:pt x="1494" y="699"/>
                    </a:cubicBezTo>
                    <a:cubicBezTo>
                      <a:pt x="1721" y="699"/>
                      <a:pt x="1907" y="791"/>
                      <a:pt x="2070" y="978"/>
                    </a:cubicBezTo>
                    <a:lnTo>
                      <a:pt x="2619" y="489"/>
                    </a:lnTo>
                    <a:cubicBezTo>
                      <a:pt x="2360" y="174"/>
                      <a:pt x="1957" y="1"/>
                      <a:pt x="14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57"/>
              <p:cNvSpPr/>
              <p:nvPr/>
            </p:nvSpPr>
            <p:spPr>
              <a:xfrm>
                <a:off x="5488401" y="1784553"/>
                <a:ext cx="200158" cy="240029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2571" extrusionOk="0">
                    <a:moveTo>
                      <a:pt x="2082" y="0"/>
                    </a:moveTo>
                    <a:lnTo>
                      <a:pt x="0" y="11"/>
                    </a:lnTo>
                    <a:lnTo>
                      <a:pt x="14" y="2571"/>
                    </a:lnTo>
                    <a:lnTo>
                      <a:pt x="2143" y="2559"/>
                    </a:lnTo>
                    <a:lnTo>
                      <a:pt x="2139" y="1909"/>
                    </a:lnTo>
                    <a:lnTo>
                      <a:pt x="859" y="1915"/>
                    </a:lnTo>
                    <a:lnTo>
                      <a:pt x="858" y="1579"/>
                    </a:lnTo>
                    <a:lnTo>
                      <a:pt x="1940" y="1573"/>
                    </a:lnTo>
                    <a:lnTo>
                      <a:pt x="1937" y="952"/>
                    </a:lnTo>
                    <a:lnTo>
                      <a:pt x="855" y="958"/>
                    </a:lnTo>
                    <a:lnTo>
                      <a:pt x="852" y="658"/>
                    </a:lnTo>
                    <a:lnTo>
                      <a:pt x="2085" y="650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57"/>
              <p:cNvSpPr/>
              <p:nvPr/>
            </p:nvSpPr>
            <p:spPr>
              <a:xfrm>
                <a:off x="5718247" y="1782966"/>
                <a:ext cx="236848" cy="240402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2575" extrusionOk="0">
                    <a:moveTo>
                      <a:pt x="2523" y="1"/>
                    </a:moveTo>
                    <a:lnTo>
                      <a:pt x="1682" y="5"/>
                    </a:lnTo>
                    <a:lnTo>
                      <a:pt x="1688" y="1168"/>
                    </a:lnTo>
                    <a:lnTo>
                      <a:pt x="1688" y="1168"/>
                    </a:lnTo>
                    <a:lnTo>
                      <a:pt x="710" y="11"/>
                    </a:lnTo>
                    <a:lnTo>
                      <a:pt x="0" y="14"/>
                    </a:lnTo>
                    <a:lnTo>
                      <a:pt x="14" y="2575"/>
                    </a:lnTo>
                    <a:lnTo>
                      <a:pt x="855" y="2570"/>
                    </a:lnTo>
                    <a:lnTo>
                      <a:pt x="849" y="1407"/>
                    </a:lnTo>
                    <a:lnTo>
                      <a:pt x="1827" y="2566"/>
                    </a:lnTo>
                    <a:lnTo>
                      <a:pt x="2537" y="2561"/>
                    </a:lnTo>
                    <a:lnTo>
                      <a:pt x="25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57"/>
              <p:cNvSpPr/>
              <p:nvPr/>
            </p:nvSpPr>
            <p:spPr>
              <a:xfrm>
                <a:off x="5992718" y="1782125"/>
                <a:ext cx="253746" cy="239842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2569" extrusionOk="0">
                    <a:moveTo>
                      <a:pt x="1236" y="675"/>
                    </a:moveTo>
                    <a:cubicBezTo>
                      <a:pt x="1595" y="675"/>
                      <a:pt x="1841" y="889"/>
                      <a:pt x="1844" y="1279"/>
                    </a:cubicBezTo>
                    <a:cubicBezTo>
                      <a:pt x="1846" y="1669"/>
                      <a:pt x="1598" y="1887"/>
                      <a:pt x="1236" y="1889"/>
                    </a:cubicBezTo>
                    <a:lnTo>
                      <a:pt x="873" y="1890"/>
                    </a:lnTo>
                    <a:lnTo>
                      <a:pt x="866" y="676"/>
                    </a:lnTo>
                    <a:lnTo>
                      <a:pt x="1228" y="675"/>
                    </a:lnTo>
                    <a:cubicBezTo>
                      <a:pt x="1231" y="675"/>
                      <a:pt x="1233" y="675"/>
                      <a:pt x="1236" y="675"/>
                    </a:cubicBezTo>
                    <a:close/>
                    <a:moveTo>
                      <a:pt x="1274" y="1"/>
                    </a:moveTo>
                    <a:cubicBezTo>
                      <a:pt x="1270" y="1"/>
                      <a:pt x="1266" y="1"/>
                      <a:pt x="1263" y="1"/>
                    </a:cubicBezTo>
                    <a:lnTo>
                      <a:pt x="1" y="8"/>
                    </a:lnTo>
                    <a:lnTo>
                      <a:pt x="14" y="2569"/>
                    </a:lnTo>
                    <a:lnTo>
                      <a:pt x="1276" y="2561"/>
                    </a:lnTo>
                    <a:cubicBezTo>
                      <a:pt x="2132" y="2557"/>
                      <a:pt x="2718" y="2068"/>
                      <a:pt x="2713" y="1274"/>
                    </a:cubicBezTo>
                    <a:cubicBezTo>
                      <a:pt x="2709" y="483"/>
                      <a:pt x="2124" y="1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57"/>
              <p:cNvSpPr/>
              <p:nvPr/>
            </p:nvSpPr>
            <p:spPr>
              <a:xfrm>
                <a:off x="6274845" y="1780165"/>
                <a:ext cx="199972" cy="240309"/>
              </a:xfrm>
              <a:custGeom>
                <a:avLst/>
                <a:gdLst/>
                <a:ahLst/>
                <a:cxnLst/>
                <a:rect l="l" t="t" r="r" b="b"/>
                <a:pathLst>
                  <a:path w="2142" h="2574" extrusionOk="0">
                    <a:moveTo>
                      <a:pt x="2080" y="1"/>
                    </a:moveTo>
                    <a:lnTo>
                      <a:pt x="0" y="13"/>
                    </a:lnTo>
                    <a:lnTo>
                      <a:pt x="14" y="2573"/>
                    </a:lnTo>
                    <a:lnTo>
                      <a:pt x="2141" y="2561"/>
                    </a:lnTo>
                    <a:lnTo>
                      <a:pt x="2138" y="1911"/>
                    </a:lnTo>
                    <a:lnTo>
                      <a:pt x="859" y="1917"/>
                    </a:lnTo>
                    <a:lnTo>
                      <a:pt x="856" y="1582"/>
                    </a:lnTo>
                    <a:lnTo>
                      <a:pt x="1939" y="1576"/>
                    </a:lnTo>
                    <a:lnTo>
                      <a:pt x="1936" y="954"/>
                    </a:lnTo>
                    <a:lnTo>
                      <a:pt x="853" y="960"/>
                    </a:lnTo>
                    <a:lnTo>
                      <a:pt x="852" y="659"/>
                    </a:lnTo>
                    <a:lnTo>
                      <a:pt x="2085" y="653"/>
                    </a:lnTo>
                    <a:lnTo>
                      <a:pt x="20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57"/>
              <p:cNvSpPr/>
              <p:nvPr/>
            </p:nvSpPr>
            <p:spPr>
              <a:xfrm>
                <a:off x="6504504" y="1779511"/>
                <a:ext cx="230500" cy="239655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2567" extrusionOk="0">
                    <a:moveTo>
                      <a:pt x="1188" y="666"/>
                    </a:moveTo>
                    <a:cubicBezTo>
                      <a:pt x="1422" y="666"/>
                      <a:pt x="1535" y="779"/>
                      <a:pt x="1535" y="964"/>
                    </a:cubicBezTo>
                    <a:cubicBezTo>
                      <a:pt x="1537" y="1150"/>
                      <a:pt x="1423" y="1265"/>
                      <a:pt x="1186" y="1266"/>
                    </a:cubicBezTo>
                    <a:lnTo>
                      <a:pt x="871" y="1268"/>
                    </a:lnTo>
                    <a:lnTo>
                      <a:pt x="868" y="667"/>
                    </a:lnTo>
                    <a:lnTo>
                      <a:pt x="1183" y="666"/>
                    </a:lnTo>
                    <a:cubicBezTo>
                      <a:pt x="1185" y="666"/>
                      <a:pt x="1186" y="666"/>
                      <a:pt x="1188" y="666"/>
                    </a:cubicBezTo>
                    <a:close/>
                    <a:moveTo>
                      <a:pt x="1247" y="0"/>
                    </a:moveTo>
                    <a:cubicBezTo>
                      <a:pt x="1242" y="0"/>
                      <a:pt x="1238" y="0"/>
                      <a:pt x="1234" y="0"/>
                    </a:cubicBezTo>
                    <a:lnTo>
                      <a:pt x="1" y="6"/>
                    </a:lnTo>
                    <a:lnTo>
                      <a:pt x="14" y="2567"/>
                    </a:lnTo>
                    <a:lnTo>
                      <a:pt x="877" y="2562"/>
                    </a:lnTo>
                    <a:lnTo>
                      <a:pt x="874" y="1918"/>
                    </a:lnTo>
                    <a:lnTo>
                      <a:pt x="1109" y="1917"/>
                    </a:lnTo>
                    <a:lnTo>
                      <a:pt x="1547" y="2559"/>
                    </a:lnTo>
                    <a:lnTo>
                      <a:pt x="2468" y="2553"/>
                    </a:lnTo>
                    <a:lnTo>
                      <a:pt x="1927" y="1766"/>
                    </a:lnTo>
                    <a:cubicBezTo>
                      <a:pt x="2233" y="1608"/>
                      <a:pt x="2407" y="1329"/>
                      <a:pt x="2406" y="959"/>
                    </a:cubicBezTo>
                    <a:cubicBezTo>
                      <a:pt x="2403" y="371"/>
                      <a:pt x="1952" y="0"/>
                      <a:pt x="12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57"/>
              <p:cNvSpPr/>
              <p:nvPr/>
            </p:nvSpPr>
            <p:spPr>
              <a:xfrm>
                <a:off x="5514821" y="2361982"/>
                <a:ext cx="143677" cy="173276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1856" extrusionOk="0">
                    <a:moveTo>
                      <a:pt x="10" y="1"/>
                    </a:moveTo>
                    <a:lnTo>
                      <a:pt x="1" y="1848"/>
                    </a:lnTo>
                    <a:lnTo>
                      <a:pt x="1535" y="1856"/>
                    </a:lnTo>
                    <a:lnTo>
                      <a:pt x="1538" y="1386"/>
                    </a:lnTo>
                    <a:lnTo>
                      <a:pt x="615" y="1381"/>
                    </a:lnTo>
                    <a:lnTo>
                      <a:pt x="617" y="1138"/>
                    </a:lnTo>
                    <a:lnTo>
                      <a:pt x="1396" y="1143"/>
                    </a:lnTo>
                    <a:lnTo>
                      <a:pt x="1399" y="694"/>
                    </a:lnTo>
                    <a:lnTo>
                      <a:pt x="618" y="690"/>
                    </a:lnTo>
                    <a:lnTo>
                      <a:pt x="620" y="473"/>
                    </a:lnTo>
                    <a:lnTo>
                      <a:pt x="1508" y="479"/>
                    </a:lnTo>
                    <a:lnTo>
                      <a:pt x="1511" y="10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57"/>
              <p:cNvSpPr/>
              <p:nvPr/>
            </p:nvSpPr>
            <p:spPr>
              <a:xfrm>
                <a:off x="5673996" y="2359368"/>
                <a:ext cx="203613" cy="22033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2360" extrusionOk="0">
                    <a:moveTo>
                      <a:pt x="1044" y="504"/>
                    </a:moveTo>
                    <a:cubicBezTo>
                      <a:pt x="1045" y="504"/>
                      <a:pt x="1046" y="504"/>
                      <a:pt x="1047" y="504"/>
                    </a:cubicBezTo>
                    <a:cubicBezTo>
                      <a:pt x="1277" y="506"/>
                      <a:pt x="1460" y="680"/>
                      <a:pt x="1459" y="968"/>
                    </a:cubicBezTo>
                    <a:cubicBezTo>
                      <a:pt x="1457" y="1255"/>
                      <a:pt x="1272" y="1427"/>
                      <a:pt x="1044" y="1427"/>
                    </a:cubicBezTo>
                    <a:cubicBezTo>
                      <a:pt x="1043" y="1427"/>
                      <a:pt x="1042" y="1427"/>
                      <a:pt x="1041" y="1427"/>
                    </a:cubicBezTo>
                    <a:cubicBezTo>
                      <a:pt x="813" y="1427"/>
                      <a:pt x="628" y="1251"/>
                      <a:pt x="629" y="964"/>
                    </a:cubicBezTo>
                    <a:lnTo>
                      <a:pt x="629" y="964"/>
                    </a:lnTo>
                    <a:lnTo>
                      <a:pt x="629" y="965"/>
                    </a:lnTo>
                    <a:cubicBezTo>
                      <a:pt x="631" y="678"/>
                      <a:pt x="816" y="504"/>
                      <a:pt x="1044" y="504"/>
                    </a:cubicBezTo>
                    <a:close/>
                    <a:moveTo>
                      <a:pt x="1043" y="0"/>
                    </a:moveTo>
                    <a:cubicBezTo>
                      <a:pt x="444" y="0"/>
                      <a:pt x="5" y="403"/>
                      <a:pt x="2" y="961"/>
                    </a:cubicBezTo>
                    <a:cubicBezTo>
                      <a:pt x="0" y="1436"/>
                      <a:pt x="316" y="1805"/>
                      <a:pt x="780" y="1904"/>
                    </a:cubicBezTo>
                    <a:cubicBezTo>
                      <a:pt x="1111" y="2253"/>
                      <a:pt x="1314" y="2358"/>
                      <a:pt x="1640" y="2359"/>
                    </a:cubicBezTo>
                    <a:cubicBezTo>
                      <a:pt x="1642" y="2359"/>
                      <a:pt x="1645" y="2359"/>
                      <a:pt x="1647" y="2359"/>
                    </a:cubicBezTo>
                    <a:cubicBezTo>
                      <a:pt x="1866" y="2359"/>
                      <a:pt x="2052" y="2279"/>
                      <a:pt x="2180" y="2128"/>
                    </a:cubicBezTo>
                    <a:lnTo>
                      <a:pt x="1913" y="1811"/>
                    </a:lnTo>
                    <a:cubicBezTo>
                      <a:pt x="1836" y="1887"/>
                      <a:pt x="1746" y="1927"/>
                      <a:pt x="1657" y="1927"/>
                    </a:cubicBezTo>
                    <a:cubicBezTo>
                      <a:pt x="1590" y="1927"/>
                      <a:pt x="1541" y="1907"/>
                      <a:pt x="1485" y="1849"/>
                    </a:cubicBezTo>
                    <a:cubicBezTo>
                      <a:pt x="1848" y="1706"/>
                      <a:pt x="2085" y="1381"/>
                      <a:pt x="2086" y="973"/>
                    </a:cubicBezTo>
                    <a:cubicBezTo>
                      <a:pt x="2089" y="412"/>
                      <a:pt x="1651" y="5"/>
                      <a:pt x="1050" y="0"/>
                    </a:cubicBezTo>
                    <a:cubicBezTo>
                      <a:pt x="1048" y="0"/>
                      <a:pt x="1046" y="0"/>
                      <a:pt x="10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57"/>
              <p:cNvSpPr/>
              <p:nvPr/>
            </p:nvSpPr>
            <p:spPr>
              <a:xfrm>
                <a:off x="5888065" y="2363942"/>
                <a:ext cx="168790" cy="176917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1895" extrusionOk="0">
                    <a:moveTo>
                      <a:pt x="10" y="0"/>
                    </a:moveTo>
                    <a:lnTo>
                      <a:pt x="4" y="1016"/>
                    </a:lnTo>
                    <a:cubicBezTo>
                      <a:pt x="1" y="1571"/>
                      <a:pt x="330" y="1891"/>
                      <a:pt x="898" y="1894"/>
                    </a:cubicBezTo>
                    <a:cubicBezTo>
                      <a:pt x="901" y="1894"/>
                      <a:pt x="904" y="1894"/>
                      <a:pt x="906" y="1894"/>
                    </a:cubicBezTo>
                    <a:cubicBezTo>
                      <a:pt x="1468" y="1894"/>
                      <a:pt x="1799" y="1577"/>
                      <a:pt x="1802" y="1026"/>
                    </a:cubicBezTo>
                    <a:lnTo>
                      <a:pt x="1808" y="11"/>
                    </a:lnTo>
                    <a:lnTo>
                      <a:pt x="1195" y="6"/>
                    </a:lnTo>
                    <a:lnTo>
                      <a:pt x="1191" y="1004"/>
                    </a:lnTo>
                    <a:cubicBezTo>
                      <a:pt x="1189" y="1285"/>
                      <a:pt x="1082" y="1390"/>
                      <a:pt x="909" y="1390"/>
                    </a:cubicBezTo>
                    <a:cubicBezTo>
                      <a:pt x="908" y="1390"/>
                      <a:pt x="907" y="1390"/>
                      <a:pt x="906" y="1390"/>
                    </a:cubicBezTo>
                    <a:cubicBezTo>
                      <a:pt x="733" y="1390"/>
                      <a:pt x="625" y="1283"/>
                      <a:pt x="627" y="1001"/>
                    </a:cubicBezTo>
                    <a:lnTo>
                      <a:pt x="631" y="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57"/>
              <p:cNvSpPr/>
              <p:nvPr/>
            </p:nvSpPr>
            <p:spPr>
              <a:xfrm>
                <a:off x="6060029" y="2365343"/>
                <a:ext cx="207907" cy="173276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856" extrusionOk="0">
                    <a:moveTo>
                      <a:pt x="1116" y="613"/>
                    </a:moveTo>
                    <a:lnTo>
                      <a:pt x="1293" y="1080"/>
                    </a:lnTo>
                    <a:lnTo>
                      <a:pt x="934" y="1077"/>
                    </a:lnTo>
                    <a:lnTo>
                      <a:pt x="1116" y="613"/>
                    </a:lnTo>
                    <a:close/>
                    <a:moveTo>
                      <a:pt x="817" y="0"/>
                    </a:moveTo>
                    <a:lnTo>
                      <a:pt x="0" y="1843"/>
                    </a:lnTo>
                    <a:lnTo>
                      <a:pt x="634" y="1846"/>
                    </a:lnTo>
                    <a:lnTo>
                      <a:pt x="761" y="1526"/>
                    </a:lnTo>
                    <a:lnTo>
                      <a:pt x="1462" y="1529"/>
                    </a:lnTo>
                    <a:lnTo>
                      <a:pt x="1584" y="1851"/>
                    </a:lnTo>
                    <a:lnTo>
                      <a:pt x="2227" y="1855"/>
                    </a:lnTo>
                    <a:lnTo>
                      <a:pt x="1430" y="3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57"/>
              <p:cNvSpPr/>
              <p:nvPr/>
            </p:nvSpPr>
            <p:spPr>
              <a:xfrm>
                <a:off x="6277272" y="2366183"/>
                <a:ext cx="136302" cy="173089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854" extrusionOk="0">
                    <a:moveTo>
                      <a:pt x="11" y="0"/>
                    </a:moveTo>
                    <a:lnTo>
                      <a:pt x="1" y="1846"/>
                    </a:lnTo>
                    <a:lnTo>
                      <a:pt x="1458" y="1854"/>
                    </a:lnTo>
                    <a:lnTo>
                      <a:pt x="1459" y="1371"/>
                    </a:lnTo>
                    <a:lnTo>
                      <a:pt x="626" y="1366"/>
                    </a:lnTo>
                    <a:lnTo>
                      <a:pt x="633" y="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57"/>
              <p:cNvSpPr/>
              <p:nvPr/>
            </p:nvSpPr>
            <p:spPr>
              <a:xfrm>
                <a:off x="6429351" y="2366837"/>
                <a:ext cx="59095" cy="172903"/>
              </a:xfrm>
              <a:custGeom>
                <a:avLst/>
                <a:gdLst/>
                <a:ahLst/>
                <a:cxnLst/>
                <a:rect l="l" t="t" r="r" b="b"/>
                <a:pathLst>
                  <a:path w="633" h="1852" extrusionOk="0">
                    <a:moveTo>
                      <a:pt x="9" y="1"/>
                    </a:moveTo>
                    <a:lnTo>
                      <a:pt x="0" y="1848"/>
                    </a:lnTo>
                    <a:lnTo>
                      <a:pt x="622" y="1851"/>
                    </a:lnTo>
                    <a:lnTo>
                      <a:pt x="633" y="5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57"/>
              <p:cNvSpPr/>
              <p:nvPr/>
            </p:nvSpPr>
            <p:spPr>
              <a:xfrm>
                <a:off x="6503104" y="2367303"/>
                <a:ext cx="159548" cy="173089"/>
              </a:xfrm>
              <a:custGeom>
                <a:avLst/>
                <a:gdLst/>
                <a:ahLst/>
                <a:cxnLst/>
                <a:rect l="l" t="t" r="r" b="b"/>
                <a:pathLst>
                  <a:path w="1709" h="1854" extrusionOk="0">
                    <a:moveTo>
                      <a:pt x="4" y="0"/>
                    </a:moveTo>
                    <a:lnTo>
                      <a:pt x="1" y="483"/>
                    </a:lnTo>
                    <a:lnTo>
                      <a:pt x="542" y="486"/>
                    </a:lnTo>
                    <a:lnTo>
                      <a:pt x="535" y="1851"/>
                    </a:lnTo>
                    <a:lnTo>
                      <a:pt x="1158" y="1854"/>
                    </a:lnTo>
                    <a:lnTo>
                      <a:pt x="1165" y="489"/>
                    </a:lnTo>
                    <a:lnTo>
                      <a:pt x="1705" y="492"/>
                    </a:lnTo>
                    <a:lnTo>
                      <a:pt x="1708" y="9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57"/>
              <p:cNvSpPr/>
              <p:nvPr/>
            </p:nvSpPr>
            <p:spPr>
              <a:xfrm>
                <a:off x="6651916" y="2368144"/>
                <a:ext cx="188302" cy="173089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1854" extrusionOk="0">
                    <a:moveTo>
                      <a:pt x="1" y="0"/>
                    </a:moveTo>
                    <a:lnTo>
                      <a:pt x="690" y="1172"/>
                    </a:lnTo>
                    <a:lnTo>
                      <a:pt x="687" y="1851"/>
                    </a:lnTo>
                    <a:lnTo>
                      <a:pt x="1310" y="1854"/>
                    </a:lnTo>
                    <a:lnTo>
                      <a:pt x="1313" y="1184"/>
                    </a:lnTo>
                    <a:lnTo>
                      <a:pt x="2017" y="11"/>
                    </a:lnTo>
                    <a:lnTo>
                      <a:pt x="1414" y="8"/>
                    </a:lnTo>
                    <a:lnTo>
                      <a:pt x="1031" y="644"/>
                    </a:lnTo>
                    <a:lnTo>
                      <a:pt x="657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57"/>
              <p:cNvSpPr/>
              <p:nvPr/>
            </p:nvSpPr>
            <p:spPr>
              <a:xfrm>
                <a:off x="5127668" y="1860361"/>
                <a:ext cx="29314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314" h="704" extrusionOk="0">
                    <a:moveTo>
                      <a:pt x="76" y="0"/>
                    </a:moveTo>
                    <a:cubicBezTo>
                      <a:pt x="0" y="0"/>
                      <a:pt x="187" y="703"/>
                      <a:pt x="187" y="703"/>
                    </a:cubicBezTo>
                    <a:lnTo>
                      <a:pt x="314" y="512"/>
                    </a:lnTo>
                    <a:cubicBezTo>
                      <a:pt x="314" y="512"/>
                      <a:pt x="165" y="22"/>
                      <a:pt x="80" y="1"/>
                    </a:cubicBezTo>
                    <a:cubicBezTo>
                      <a:pt x="79" y="1"/>
                      <a:pt x="77" y="0"/>
                      <a:pt x="76" y="0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57"/>
              <p:cNvSpPr/>
              <p:nvPr/>
            </p:nvSpPr>
            <p:spPr>
              <a:xfrm>
                <a:off x="5147086" y="1784179"/>
                <a:ext cx="23900" cy="124075"/>
              </a:xfrm>
              <a:custGeom>
                <a:avLst/>
                <a:gdLst/>
                <a:ahLst/>
                <a:cxnLst/>
                <a:rect l="l" t="t" r="r" b="b"/>
                <a:pathLst>
                  <a:path w="256" h="1329" extrusionOk="0">
                    <a:moveTo>
                      <a:pt x="170" y="1"/>
                    </a:moveTo>
                    <a:cubicBezTo>
                      <a:pt x="163" y="1"/>
                      <a:pt x="156" y="3"/>
                      <a:pt x="149" y="9"/>
                    </a:cubicBezTo>
                    <a:cubicBezTo>
                      <a:pt x="64" y="71"/>
                      <a:pt x="0" y="1264"/>
                      <a:pt x="0" y="1328"/>
                    </a:cubicBezTo>
                    <a:lnTo>
                      <a:pt x="255" y="285"/>
                    </a:lnTo>
                    <a:cubicBezTo>
                      <a:pt x="255" y="285"/>
                      <a:pt x="238" y="1"/>
                      <a:pt x="170" y="1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57"/>
              <p:cNvSpPr/>
              <p:nvPr/>
            </p:nvSpPr>
            <p:spPr>
              <a:xfrm>
                <a:off x="5105262" y="1776897"/>
                <a:ext cx="85609" cy="202871"/>
              </a:xfrm>
              <a:custGeom>
                <a:avLst/>
                <a:gdLst/>
                <a:ahLst/>
                <a:cxnLst/>
                <a:rect l="l" t="t" r="r" b="b"/>
                <a:pathLst>
                  <a:path w="917" h="2173" extrusionOk="0">
                    <a:moveTo>
                      <a:pt x="784" y="0"/>
                    </a:moveTo>
                    <a:cubicBezTo>
                      <a:pt x="713" y="0"/>
                      <a:pt x="448" y="981"/>
                      <a:pt x="448" y="1023"/>
                    </a:cubicBezTo>
                    <a:cubicBezTo>
                      <a:pt x="448" y="1065"/>
                      <a:pt x="363" y="1661"/>
                      <a:pt x="320" y="1725"/>
                    </a:cubicBezTo>
                    <a:cubicBezTo>
                      <a:pt x="278" y="1790"/>
                      <a:pt x="1" y="1810"/>
                      <a:pt x="1" y="1810"/>
                    </a:cubicBezTo>
                    <a:lnTo>
                      <a:pt x="150" y="2173"/>
                    </a:lnTo>
                    <a:cubicBezTo>
                      <a:pt x="150" y="2173"/>
                      <a:pt x="660" y="2150"/>
                      <a:pt x="767" y="2109"/>
                    </a:cubicBezTo>
                    <a:cubicBezTo>
                      <a:pt x="873" y="2065"/>
                      <a:pt x="916" y="1939"/>
                      <a:pt x="916" y="1790"/>
                    </a:cubicBezTo>
                    <a:cubicBezTo>
                      <a:pt x="916" y="1640"/>
                      <a:pt x="831" y="1406"/>
                      <a:pt x="788" y="1321"/>
                    </a:cubicBezTo>
                    <a:cubicBezTo>
                      <a:pt x="746" y="1235"/>
                      <a:pt x="852" y="43"/>
                      <a:pt x="788" y="2"/>
                    </a:cubicBezTo>
                    <a:cubicBezTo>
                      <a:pt x="787" y="1"/>
                      <a:pt x="785" y="0"/>
                      <a:pt x="784" y="0"/>
                    </a:cubicBezTo>
                    <a:close/>
                  </a:path>
                </a:pathLst>
              </a:custGeom>
              <a:solidFill>
                <a:srgbClr val="F76E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57"/>
              <p:cNvSpPr/>
              <p:nvPr/>
            </p:nvSpPr>
            <p:spPr>
              <a:xfrm>
                <a:off x="4403774" y="1882674"/>
                <a:ext cx="721467" cy="16478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1765" extrusionOk="0">
                    <a:moveTo>
                      <a:pt x="1060" y="0"/>
                    </a:moveTo>
                    <a:cubicBezTo>
                      <a:pt x="916" y="0"/>
                      <a:pt x="780" y="30"/>
                      <a:pt x="661" y="103"/>
                    </a:cubicBezTo>
                    <a:cubicBezTo>
                      <a:pt x="1" y="507"/>
                      <a:pt x="342" y="1487"/>
                      <a:pt x="491" y="1636"/>
                    </a:cubicBezTo>
                    <a:cubicBezTo>
                      <a:pt x="570" y="1715"/>
                      <a:pt x="1912" y="1764"/>
                      <a:pt x="3286" y="1764"/>
                    </a:cubicBezTo>
                    <a:cubicBezTo>
                      <a:pt x="4502" y="1764"/>
                      <a:pt x="5743" y="1726"/>
                      <a:pt x="6153" y="1636"/>
                    </a:cubicBezTo>
                    <a:cubicBezTo>
                      <a:pt x="7026" y="1444"/>
                      <a:pt x="7728" y="1061"/>
                      <a:pt x="7728" y="1061"/>
                    </a:cubicBezTo>
                    <a:lnTo>
                      <a:pt x="7621" y="636"/>
                    </a:lnTo>
                    <a:cubicBezTo>
                      <a:pt x="7621" y="636"/>
                      <a:pt x="5919" y="721"/>
                      <a:pt x="5855" y="721"/>
                    </a:cubicBezTo>
                    <a:cubicBezTo>
                      <a:pt x="5791" y="721"/>
                      <a:pt x="2598" y="636"/>
                      <a:pt x="2598" y="636"/>
                    </a:cubicBezTo>
                    <a:cubicBezTo>
                      <a:pt x="2529" y="619"/>
                      <a:pt x="1715" y="0"/>
                      <a:pt x="10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57"/>
              <p:cNvSpPr/>
              <p:nvPr/>
            </p:nvSpPr>
            <p:spPr>
              <a:xfrm>
                <a:off x="5071467" y="1930007"/>
                <a:ext cx="57695" cy="75622"/>
              </a:xfrm>
              <a:custGeom>
                <a:avLst/>
                <a:gdLst/>
                <a:ahLst/>
                <a:cxnLst/>
                <a:rect l="l" t="t" r="r" b="b"/>
                <a:pathLst>
                  <a:path w="618" h="810" extrusionOk="0">
                    <a:moveTo>
                      <a:pt x="597" y="0"/>
                    </a:moveTo>
                    <a:lnTo>
                      <a:pt x="0" y="106"/>
                    </a:lnTo>
                    <a:cubicBezTo>
                      <a:pt x="0" y="149"/>
                      <a:pt x="84" y="809"/>
                      <a:pt x="127" y="809"/>
                    </a:cubicBezTo>
                    <a:cubicBezTo>
                      <a:pt x="127" y="809"/>
                      <a:pt x="128" y="809"/>
                      <a:pt x="129" y="809"/>
                    </a:cubicBezTo>
                    <a:cubicBezTo>
                      <a:pt x="172" y="788"/>
                      <a:pt x="576" y="639"/>
                      <a:pt x="597" y="531"/>
                    </a:cubicBezTo>
                    <a:cubicBezTo>
                      <a:pt x="618" y="425"/>
                      <a:pt x="597" y="0"/>
                      <a:pt x="597" y="0"/>
                    </a:cubicBezTo>
                    <a:close/>
                  </a:path>
                </a:pathLst>
              </a:custGeom>
              <a:solidFill>
                <a:srgbClr val="5344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57"/>
              <p:cNvSpPr/>
              <p:nvPr/>
            </p:nvSpPr>
            <p:spPr>
              <a:xfrm>
                <a:off x="4900902" y="1998253"/>
                <a:ext cx="184754" cy="46867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502" extrusionOk="0">
                    <a:moveTo>
                      <a:pt x="1949" y="0"/>
                    </a:moveTo>
                    <a:cubicBezTo>
                      <a:pt x="1946" y="0"/>
                      <a:pt x="1943" y="1"/>
                      <a:pt x="1941" y="2"/>
                    </a:cubicBezTo>
                    <a:cubicBezTo>
                      <a:pt x="1705" y="112"/>
                      <a:pt x="1462" y="203"/>
                      <a:pt x="1211" y="276"/>
                    </a:cubicBezTo>
                    <a:cubicBezTo>
                      <a:pt x="961" y="349"/>
                      <a:pt x="706" y="403"/>
                      <a:pt x="448" y="439"/>
                    </a:cubicBezTo>
                    <a:cubicBezTo>
                      <a:pt x="302" y="458"/>
                      <a:pt x="156" y="468"/>
                      <a:pt x="11" y="486"/>
                    </a:cubicBezTo>
                    <a:cubicBezTo>
                      <a:pt x="1" y="486"/>
                      <a:pt x="1" y="501"/>
                      <a:pt x="11" y="501"/>
                    </a:cubicBezTo>
                    <a:cubicBezTo>
                      <a:pt x="22" y="501"/>
                      <a:pt x="33" y="501"/>
                      <a:pt x="44" y="501"/>
                    </a:cubicBezTo>
                    <a:cubicBezTo>
                      <a:pt x="164" y="501"/>
                      <a:pt x="286" y="494"/>
                      <a:pt x="406" y="477"/>
                    </a:cubicBezTo>
                    <a:cubicBezTo>
                      <a:pt x="536" y="461"/>
                      <a:pt x="664" y="442"/>
                      <a:pt x="792" y="416"/>
                    </a:cubicBezTo>
                    <a:cubicBezTo>
                      <a:pt x="1050" y="364"/>
                      <a:pt x="1302" y="294"/>
                      <a:pt x="1550" y="203"/>
                    </a:cubicBezTo>
                    <a:cubicBezTo>
                      <a:pt x="1689" y="152"/>
                      <a:pt x="1826" y="97"/>
                      <a:pt x="1960" y="34"/>
                    </a:cubicBezTo>
                    <a:cubicBezTo>
                      <a:pt x="1978" y="25"/>
                      <a:pt x="1967" y="0"/>
                      <a:pt x="1949" y="0"/>
                    </a:cubicBezTo>
                    <a:close/>
                  </a:path>
                </a:pathLst>
              </a:custGeom>
              <a:solidFill>
                <a:srgbClr val="E0E6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57"/>
              <p:cNvSpPr/>
              <p:nvPr/>
            </p:nvSpPr>
            <p:spPr>
              <a:xfrm>
                <a:off x="5131682" y="1817976"/>
                <a:ext cx="60589" cy="162820"/>
              </a:xfrm>
              <a:custGeom>
                <a:avLst/>
                <a:gdLst/>
                <a:ahLst/>
                <a:cxnLst/>
                <a:rect l="l" t="t" r="r" b="b"/>
                <a:pathLst>
                  <a:path w="649" h="1744" extrusionOk="0">
                    <a:moveTo>
                      <a:pt x="518" y="0"/>
                    </a:moveTo>
                    <a:cubicBezTo>
                      <a:pt x="515" y="0"/>
                      <a:pt x="512" y="2"/>
                      <a:pt x="511" y="6"/>
                    </a:cubicBezTo>
                    <a:cubicBezTo>
                      <a:pt x="505" y="33"/>
                      <a:pt x="504" y="60"/>
                      <a:pt x="505" y="88"/>
                    </a:cubicBezTo>
                    <a:lnTo>
                      <a:pt x="505" y="170"/>
                    </a:lnTo>
                    <a:cubicBezTo>
                      <a:pt x="505" y="225"/>
                      <a:pt x="504" y="280"/>
                      <a:pt x="502" y="336"/>
                    </a:cubicBezTo>
                    <a:cubicBezTo>
                      <a:pt x="499" y="446"/>
                      <a:pt x="495" y="556"/>
                      <a:pt x="486" y="667"/>
                    </a:cubicBezTo>
                    <a:cubicBezTo>
                      <a:pt x="483" y="701"/>
                      <a:pt x="480" y="735"/>
                      <a:pt x="478" y="769"/>
                    </a:cubicBezTo>
                    <a:cubicBezTo>
                      <a:pt x="471" y="769"/>
                      <a:pt x="463" y="775"/>
                      <a:pt x="463" y="783"/>
                    </a:cubicBezTo>
                    <a:cubicBezTo>
                      <a:pt x="465" y="831"/>
                      <a:pt x="472" y="878"/>
                      <a:pt x="489" y="923"/>
                    </a:cubicBezTo>
                    <a:cubicBezTo>
                      <a:pt x="502" y="969"/>
                      <a:pt x="518" y="1016"/>
                      <a:pt x="535" y="1060"/>
                    </a:cubicBezTo>
                    <a:cubicBezTo>
                      <a:pt x="568" y="1148"/>
                      <a:pt x="602" y="1239"/>
                      <a:pt x="608" y="1335"/>
                    </a:cubicBezTo>
                    <a:cubicBezTo>
                      <a:pt x="612" y="1420"/>
                      <a:pt x="596" y="1508"/>
                      <a:pt x="542" y="1575"/>
                    </a:cubicBezTo>
                    <a:cubicBezTo>
                      <a:pt x="489" y="1634"/>
                      <a:pt x="420" y="1675"/>
                      <a:pt x="342" y="1693"/>
                    </a:cubicBezTo>
                    <a:cubicBezTo>
                      <a:pt x="284" y="1707"/>
                      <a:pt x="226" y="1711"/>
                      <a:pt x="167" y="1711"/>
                    </a:cubicBezTo>
                    <a:cubicBezTo>
                      <a:pt x="117" y="1711"/>
                      <a:pt x="67" y="1708"/>
                      <a:pt x="17" y="1707"/>
                    </a:cubicBezTo>
                    <a:cubicBezTo>
                      <a:pt x="4" y="1707"/>
                      <a:pt x="1" y="1728"/>
                      <a:pt x="14" y="1731"/>
                    </a:cubicBezTo>
                    <a:cubicBezTo>
                      <a:pt x="68" y="1739"/>
                      <a:pt x="125" y="1744"/>
                      <a:pt x="182" y="1744"/>
                    </a:cubicBezTo>
                    <a:cubicBezTo>
                      <a:pt x="314" y="1744"/>
                      <a:pt x="447" y="1716"/>
                      <a:pt x="542" y="1624"/>
                    </a:cubicBezTo>
                    <a:cubicBezTo>
                      <a:pt x="603" y="1561"/>
                      <a:pt x="639" y="1478"/>
                      <a:pt x="642" y="1390"/>
                    </a:cubicBezTo>
                    <a:cubicBezTo>
                      <a:pt x="648" y="1291"/>
                      <a:pt x="620" y="1196"/>
                      <a:pt x="589" y="1105"/>
                    </a:cubicBezTo>
                    <a:cubicBezTo>
                      <a:pt x="569" y="1051"/>
                      <a:pt x="548" y="999"/>
                      <a:pt x="530" y="945"/>
                    </a:cubicBezTo>
                    <a:cubicBezTo>
                      <a:pt x="521" y="919"/>
                      <a:pt x="514" y="890"/>
                      <a:pt x="508" y="863"/>
                    </a:cubicBezTo>
                    <a:cubicBezTo>
                      <a:pt x="504" y="846"/>
                      <a:pt x="499" y="826"/>
                      <a:pt x="496" y="808"/>
                    </a:cubicBezTo>
                    <a:cubicBezTo>
                      <a:pt x="508" y="714"/>
                      <a:pt x="511" y="620"/>
                      <a:pt x="518" y="526"/>
                    </a:cubicBezTo>
                    <a:cubicBezTo>
                      <a:pt x="527" y="416"/>
                      <a:pt x="529" y="304"/>
                      <a:pt x="530" y="194"/>
                    </a:cubicBezTo>
                    <a:lnTo>
                      <a:pt x="530" y="98"/>
                    </a:lnTo>
                    <a:cubicBezTo>
                      <a:pt x="533" y="67"/>
                      <a:pt x="532" y="36"/>
                      <a:pt x="524" y="6"/>
                    </a:cubicBezTo>
                    <a:cubicBezTo>
                      <a:pt x="524" y="2"/>
                      <a:pt x="521" y="0"/>
                      <a:pt x="518" y="0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57"/>
              <p:cNvSpPr/>
              <p:nvPr/>
            </p:nvSpPr>
            <p:spPr>
              <a:xfrm>
                <a:off x="3868368" y="1002853"/>
                <a:ext cx="752368" cy="580699"/>
              </a:xfrm>
              <a:custGeom>
                <a:avLst/>
                <a:gdLst/>
                <a:ahLst/>
                <a:cxnLst/>
                <a:rect l="l" t="t" r="r" b="b"/>
                <a:pathLst>
                  <a:path w="8059" h="6220" extrusionOk="0">
                    <a:moveTo>
                      <a:pt x="4030" y="0"/>
                    </a:moveTo>
                    <a:cubicBezTo>
                      <a:pt x="1803" y="0"/>
                      <a:pt x="0" y="1391"/>
                      <a:pt x="0" y="3111"/>
                    </a:cubicBezTo>
                    <a:cubicBezTo>
                      <a:pt x="0" y="4829"/>
                      <a:pt x="1805" y="6220"/>
                      <a:pt x="4030" y="6220"/>
                    </a:cubicBezTo>
                    <a:cubicBezTo>
                      <a:pt x="4265" y="6220"/>
                      <a:pt x="4499" y="6203"/>
                      <a:pt x="4732" y="6172"/>
                    </a:cubicBezTo>
                    <a:lnTo>
                      <a:pt x="5276" y="6062"/>
                    </a:lnTo>
                    <a:lnTo>
                      <a:pt x="5967" y="5837"/>
                    </a:lnTo>
                    <a:cubicBezTo>
                      <a:pt x="7213" y="5309"/>
                      <a:pt x="8059" y="4286"/>
                      <a:pt x="8059" y="3111"/>
                    </a:cubicBezTo>
                    <a:cubicBezTo>
                      <a:pt x="8059" y="1393"/>
                      <a:pt x="6255" y="0"/>
                      <a:pt x="40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57"/>
              <p:cNvSpPr/>
              <p:nvPr/>
            </p:nvSpPr>
            <p:spPr>
              <a:xfrm>
                <a:off x="7438639" y="1504287"/>
                <a:ext cx="752368" cy="580886"/>
              </a:xfrm>
              <a:custGeom>
                <a:avLst/>
                <a:gdLst/>
                <a:ahLst/>
                <a:cxnLst/>
                <a:rect l="l" t="t" r="r" b="b"/>
                <a:pathLst>
                  <a:path w="8059" h="6222" extrusionOk="0">
                    <a:moveTo>
                      <a:pt x="4030" y="0"/>
                    </a:moveTo>
                    <a:cubicBezTo>
                      <a:pt x="1805" y="0"/>
                      <a:pt x="0" y="1393"/>
                      <a:pt x="0" y="3111"/>
                    </a:cubicBezTo>
                    <a:cubicBezTo>
                      <a:pt x="0" y="4288"/>
                      <a:pt x="846" y="5311"/>
                      <a:pt x="2093" y="5838"/>
                    </a:cubicBezTo>
                    <a:lnTo>
                      <a:pt x="2665" y="6059"/>
                    </a:lnTo>
                    <a:lnTo>
                      <a:pt x="3327" y="6174"/>
                    </a:lnTo>
                    <a:cubicBezTo>
                      <a:pt x="3560" y="6205"/>
                      <a:pt x="3794" y="6222"/>
                      <a:pt x="4030" y="6222"/>
                    </a:cubicBezTo>
                    <a:cubicBezTo>
                      <a:pt x="6254" y="6222"/>
                      <a:pt x="8059" y="4829"/>
                      <a:pt x="8059" y="3111"/>
                    </a:cubicBezTo>
                    <a:cubicBezTo>
                      <a:pt x="8059" y="1393"/>
                      <a:pt x="6254" y="0"/>
                      <a:pt x="40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57"/>
              <p:cNvSpPr/>
              <p:nvPr/>
            </p:nvSpPr>
            <p:spPr>
              <a:xfrm>
                <a:off x="4697663" y="3539620"/>
                <a:ext cx="306493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827" extrusionOk="0">
                    <a:moveTo>
                      <a:pt x="1451" y="1"/>
                    </a:moveTo>
                    <a:lnTo>
                      <a:pt x="387" y="405"/>
                    </a:lnTo>
                    <a:lnTo>
                      <a:pt x="387" y="767"/>
                    </a:lnTo>
                    <a:cubicBezTo>
                      <a:pt x="300" y="852"/>
                      <a:pt x="226" y="946"/>
                      <a:pt x="162" y="1049"/>
                    </a:cubicBezTo>
                    <a:cubicBezTo>
                      <a:pt x="51" y="1229"/>
                      <a:pt x="0" y="1442"/>
                      <a:pt x="302" y="1513"/>
                    </a:cubicBezTo>
                    <a:cubicBezTo>
                      <a:pt x="709" y="1606"/>
                      <a:pt x="2166" y="1827"/>
                      <a:pt x="2873" y="1827"/>
                    </a:cubicBezTo>
                    <a:cubicBezTo>
                      <a:pt x="3126" y="1827"/>
                      <a:pt x="3283" y="1799"/>
                      <a:pt x="3260" y="1726"/>
                    </a:cubicBezTo>
                    <a:cubicBezTo>
                      <a:pt x="3245" y="1675"/>
                      <a:pt x="3187" y="1609"/>
                      <a:pt x="3102" y="1533"/>
                    </a:cubicBezTo>
                    <a:cubicBezTo>
                      <a:pt x="2713" y="1189"/>
                      <a:pt x="1762" y="657"/>
                      <a:pt x="1727" y="639"/>
                    </a:cubicBezTo>
                    <a:cubicBezTo>
                      <a:pt x="1686" y="618"/>
                      <a:pt x="1451" y="1"/>
                      <a:pt x="14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57"/>
              <p:cNvSpPr/>
              <p:nvPr/>
            </p:nvSpPr>
            <p:spPr>
              <a:xfrm>
                <a:off x="3827478" y="3505823"/>
                <a:ext cx="269523" cy="174863"/>
              </a:xfrm>
              <a:custGeom>
                <a:avLst/>
                <a:gdLst/>
                <a:ahLst/>
                <a:cxnLst/>
                <a:rect l="l" t="t" r="r" b="b"/>
                <a:pathLst>
                  <a:path w="2887" h="1873" extrusionOk="0">
                    <a:moveTo>
                      <a:pt x="746" y="0"/>
                    </a:moveTo>
                    <a:cubicBezTo>
                      <a:pt x="713" y="34"/>
                      <a:pt x="157" y="819"/>
                      <a:pt x="36" y="1271"/>
                    </a:cubicBezTo>
                    <a:cubicBezTo>
                      <a:pt x="0" y="1403"/>
                      <a:pt x="2" y="1506"/>
                      <a:pt x="64" y="1554"/>
                    </a:cubicBezTo>
                    <a:cubicBezTo>
                      <a:pt x="264" y="1708"/>
                      <a:pt x="1658" y="1872"/>
                      <a:pt x="2405" y="1872"/>
                    </a:cubicBezTo>
                    <a:cubicBezTo>
                      <a:pt x="2695" y="1872"/>
                      <a:pt x="2887" y="1848"/>
                      <a:pt x="2875" y="1788"/>
                    </a:cubicBezTo>
                    <a:cubicBezTo>
                      <a:pt x="2866" y="1746"/>
                      <a:pt x="2804" y="1682"/>
                      <a:pt x="2710" y="1606"/>
                    </a:cubicBezTo>
                    <a:cubicBezTo>
                      <a:pt x="2337" y="1306"/>
                      <a:pt x="1461" y="831"/>
                      <a:pt x="1427" y="831"/>
                    </a:cubicBezTo>
                    <a:cubicBezTo>
                      <a:pt x="1384" y="831"/>
                      <a:pt x="1512" y="468"/>
                      <a:pt x="1512" y="468"/>
                    </a:cubicBezTo>
                    <a:lnTo>
                      <a:pt x="74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57"/>
              <p:cNvSpPr/>
              <p:nvPr/>
            </p:nvSpPr>
            <p:spPr>
              <a:xfrm>
                <a:off x="4414323" y="2588566"/>
                <a:ext cx="428791" cy="995684"/>
              </a:xfrm>
              <a:custGeom>
                <a:avLst/>
                <a:gdLst/>
                <a:ahLst/>
                <a:cxnLst/>
                <a:rect l="l" t="t" r="r" b="b"/>
                <a:pathLst>
                  <a:path w="4593" h="10665" extrusionOk="0">
                    <a:moveTo>
                      <a:pt x="1609" y="0"/>
                    </a:moveTo>
                    <a:cubicBezTo>
                      <a:pt x="684" y="0"/>
                      <a:pt x="1" y="2758"/>
                      <a:pt x="1" y="2758"/>
                    </a:cubicBezTo>
                    <a:lnTo>
                      <a:pt x="477" y="3338"/>
                    </a:lnTo>
                    <a:lnTo>
                      <a:pt x="1115" y="4118"/>
                    </a:lnTo>
                    <a:lnTo>
                      <a:pt x="1734" y="4871"/>
                    </a:lnTo>
                    <a:lnTo>
                      <a:pt x="2740" y="6100"/>
                    </a:lnTo>
                    <a:cubicBezTo>
                      <a:pt x="2740" y="6100"/>
                      <a:pt x="2934" y="7387"/>
                      <a:pt x="3129" y="8573"/>
                    </a:cubicBezTo>
                    <a:cubicBezTo>
                      <a:pt x="3276" y="9461"/>
                      <a:pt x="3420" y="10293"/>
                      <a:pt x="3484" y="10486"/>
                    </a:cubicBezTo>
                    <a:cubicBezTo>
                      <a:pt x="3528" y="10616"/>
                      <a:pt x="3603" y="10665"/>
                      <a:pt x="3694" y="10665"/>
                    </a:cubicBezTo>
                    <a:cubicBezTo>
                      <a:pt x="3916" y="10665"/>
                      <a:pt x="4228" y="10372"/>
                      <a:pt x="4379" y="10252"/>
                    </a:cubicBezTo>
                    <a:cubicBezTo>
                      <a:pt x="4592" y="10082"/>
                      <a:pt x="4294" y="5781"/>
                      <a:pt x="4102" y="4654"/>
                    </a:cubicBezTo>
                    <a:cubicBezTo>
                      <a:pt x="3911" y="3525"/>
                      <a:pt x="1719" y="13"/>
                      <a:pt x="1719" y="13"/>
                    </a:cubicBezTo>
                    <a:cubicBezTo>
                      <a:pt x="1682" y="4"/>
                      <a:pt x="1645" y="0"/>
                      <a:pt x="16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57"/>
              <p:cNvSpPr/>
              <p:nvPr/>
            </p:nvSpPr>
            <p:spPr>
              <a:xfrm>
                <a:off x="3878264" y="2512197"/>
                <a:ext cx="684591" cy="1044698"/>
              </a:xfrm>
              <a:custGeom>
                <a:avLst/>
                <a:gdLst/>
                <a:ahLst/>
                <a:cxnLst/>
                <a:rect l="l" t="t" r="r" b="b"/>
                <a:pathLst>
                  <a:path w="7333" h="11190" extrusionOk="0">
                    <a:moveTo>
                      <a:pt x="4651" y="1"/>
                    </a:moveTo>
                    <a:cubicBezTo>
                      <a:pt x="4587" y="21"/>
                      <a:pt x="3587" y="745"/>
                      <a:pt x="3628" y="2023"/>
                    </a:cubicBezTo>
                    <a:cubicBezTo>
                      <a:pt x="3645" y="2507"/>
                      <a:pt x="3530" y="3280"/>
                      <a:pt x="3381" y="4054"/>
                    </a:cubicBezTo>
                    <a:cubicBezTo>
                      <a:pt x="3136" y="5326"/>
                      <a:pt x="2799" y="6599"/>
                      <a:pt x="2799" y="6599"/>
                    </a:cubicBezTo>
                    <a:cubicBezTo>
                      <a:pt x="2799" y="6599"/>
                      <a:pt x="1946" y="7722"/>
                      <a:pt x="1202" y="8802"/>
                    </a:cubicBezTo>
                    <a:cubicBezTo>
                      <a:pt x="561" y="9734"/>
                      <a:pt x="0" y="10631"/>
                      <a:pt x="138" y="10749"/>
                    </a:cubicBezTo>
                    <a:cubicBezTo>
                      <a:pt x="365" y="10945"/>
                      <a:pt x="643" y="11190"/>
                      <a:pt x="828" y="11190"/>
                    </a:cubicBezTo>
                    <a:cubicBezTo>
                      <a:pt x="885" y="11190"/>
                      <a:pt x="933" y="11167"/>
                      <a:pt x="968" y="11111"/>
                    </a:cubicBezTo>
                    <a:cubicBezTo>
                      <a:pt x="1117" y="10877"/>
                      <a:pt x="4161" y="7407"/>
                      <a:pt x="4183" y="7343"/>
                    </a:cubicBezTo>
                    <a:cubicBezTo>
                      <a:pt x="4204" y="7281"/>
                      <a:pt x="6908" y="3831"/>
                      <a:pt x="7119" y="2597"/>
                    </a:cubicBezTo>
                    <a:cubicBezTo>
                      <a:pt x="7333" y="1364"/>
                      <a:pt x="7119" y="724"/>
                      <a:pt x="7119" y="724"/>
                    </a:cubicBezTo>
                    <a:lnTo>
                      <a:pt x="46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57"/>
              <p:cNvSpPr/>
              <p:nvPr/>
            </p:nvSpPr>
            <p:spPr>
              <a:xfrm>
                <a:off x="4260657" y="1888275"/>
                <a:ext cx="432339" cy="725034"/>
              </a:xfrm>
              <a:custGeom>
                <a:avLst/>
                <a:gdLst/>
                <a:ahLst/>
                <a:cxnLst/>
                <a:rect l="l" t="t" r="r" b="b"/>
                <a:pathLst>
                  <a:path w="4631" h="7766" extrusionOk="0">
                    <a:moveTo>
                      <a:pt x="2874" y="0"/>
                    </a:moveTo>
                    <a:cubicBezTo>
                      <a:pt x="2874" y="0"/>
                      <a:pt x="1660" y="553"/>
                      <a:pt x="1449" y="1022"/>
                    </a:cubicBezTo>
                    <a:cubicBezTo>
                      <a:pt x="1307" y="1332"/>
                      <a:pt x="1138" y="3011"/>
                      <a:pt x="997" y="4229"/>
                    </a:cubicBezTo>
                    <a:cubicBezTo>
                      <a:pt x="925" y="4852"/>
                      <a:pt x="860" y="5355"/>
                      <a:pt x="810" y="5492"/>
                    </a:cubicBezTo>
                    <a:cubicBezTo>
                      <a:pt x="661" y="5896"/>
                      <a:pt x="1" y="6619"/>
                      <a:pt x="448" y="6874"/>
                    </a:cubicBezTo>
                    <a:cubicBezTo>
                      <a:pt x="585" y="6953"/>
                      <a:pt x="897" y="7110"/>
                      <a:pt x="1271" y="7270"/>
                    </a:cubicBezTo>
                    <a:lnTo>
                      <a:pt x="1305" y="7285"/>
                    </a:lnTo>
                    <a:cubicBezTo>
                      <a:pt x="1871" y="7524"/>
                      <a:pt x="2566" y="7766"/>
                      <a:pt x="3013" y="7766"/>
                    </a:cubicBezTo>
                    <a:cubicBezTo>
                      <a:pt x="3235" y="7766"/>
                      <a:pt x="3396" y="7706"/>
                      <a:pt x="3450" y="7556"/>
                    </a:cubicBezTo>
                    <a:cubicBezTo>
                      <a:pt x="3569" y="7222"/>
                      <a:pt x="3940" y="5954"/>
                      <a:pt x="4212" y="4617"/>
                    </a:cubicBezTo>
                    <a:cubicBezTo>
                      <a:pt x="4464" y="3385"/>
                      <a:pt x="4631" y="2092"/>
                      <a:pt x="4440" y="1420"/>
                    </a:cubicBezTo>
                    <a:cubicBezTo>
                      <a:pt x="4429" y="1384"/>
                      <a:pt x="4419" y="1351"/>
                      <a:pt x="4407" y="1320"/>
                    </a:cubicBez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57"/>
              <p:cNvSpPr/>
              <p:nvPr/>
            </p:nvSpPr>
            <p:spPr>
              <a:xfrm>
                <a:off x="5173320" y="1878286"/>
                <a:ext cx="29501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316" h="704" extrusionOk="0">
                    <a:moveTo>
                      <a:pt x="76" y="1"/>
                    </a:moveTo>
                    <a:cubicBezTo>
                      <a:pt x="1" y="1"/>
                      <a:pt x="187" y="704"/>
                      <a:pt x="187" y="704"/>
                    </a:cubicBezTo>
                    <a:lnTo>
                      <a:pt x="316" y="511"/>
                    </a:lnTo>
                    <a:cubicBezTo>
                      <a:pt x="316" y="511"/>
                      <a:pt x="166" y="22"/>
                      <a:pt x="80" y="1"/>
                    </a:cubicBezTo>
                    <a:cubicBezTo>
                      <a:pt x="79" y="1"/>
                      <a:pt x="77" y="1"/>
                      <a:pt x="76" y="1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57"/>
              <p:cNvSpPr/>
              <p:nvPr/>
            </p:nvSpPr>
            <p:spPr>
              <a:xfrm>
                <a:off x="5192738" y="1802011"/>
                <a:ext cx="23993" cy="124075"/>
              </a:xfrm>
              <a:custGeom>
                <a:avLst/>
                <a:gdLst/>
                <a:ahLst/>
                <a:cxnLst/>
                <a:rect l="l" t="t" r="r" b="b"/>
                <a:pathLst>
                  <a:path w="257" h="1329" extrusionOk="0">
                    <a:moveTo>
                      <a:pt x="170" y="0"/>
                    </a:moveTo>
                    <a:cubicBezTo>
                      <a:pt x="163" y="0"/>
                      <a:pt x="157" y="3"/>
                      <a:pt x="149" y="9"/>
                    </a:cubicBezTo>
                    <a:cubicBezTo>
                      <a:pt x="64" y="73"/>
                      <a:pt x="0" y="1264"/>
                      <a:pt x="0" y="1328"/>
                    </a:cubicBezTo>
                    <a:lnTo>
                      <a:pt x="257" y="286"/>
                    </a:lnTo>
                    <a:cubicBezTo>
                      <a:pt x="257" y="286"/>
                      <a:pt x="238" y="0"/>
                      <a:pt x="170" y="0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57"/>
              <p:cNvSpPr/>
              <p:nvPr/>
            </p:nvSpPr>
            <p:spPr>
              <a:xfrm>
                <a:off x="5150914" y="1794729"/>
                <a:ext cx="85609" cy="202871"/>
              </a:xfrm>
              <a:custGeom>
                <a:avLst/>
                <a:gdLst/>
                <a:ahLst/>
                <a:cxnLst/>
                <a:rect l="l" t="t" r="r" b="b"/>
                <a:pathLst>
                  <a:path w="917" h="2173" extrusionOk="0">
                    <a:moveTo>
                      <a:pt x="785" y="0"/>
                    </a:moveTo>
                    <a:cubicBezTo>
                      <a:pt x="714" y="0"/>
                      <a:pt x="448" y="982"/>
                      <a:pt x="448" y="1023"/>
                    </a:cubicBezTo>
                    <a:cubicBezTo>
                      <a:pt x="448" y="1066"/>
                      <a:pt x="363" y="1663"/>
                      <a:pt x="321" y="1725"/>
                    </a:cubicBezTo>
                    <a:cubicBezTo>
                      <a:pt x="278" y="1789"/>
                      <a:pt x="1" y="1810"/>
                      <a:pt x="1" y="1810"/>
                    </a:cubicBezTo>
                    <a:lnTo>
                      <a:pt x="150" y="2173"/>
                    </a:lnTo>
                    <a:cubicBezTo>
                      <a:pt x="150" y="2173"/>
                      <a:pt x="661" y="2152"/>
                      <a:pt x="767" y="2109"/>
                    </a:cubicBezTo>
                    <a:cubicBezTo>
                      <a:pt x="875" y="2067"/>
                      <a:pt x="916" y="1939"/>
                      <a:pt x="916" y="1789"/>
                    </a:cubicBezTo>
                    <a:cubicBezTo>
                      <a:pt x="916" y="1640"/>
                      <a:pt x="831" y="1406"/>
                      <a:pt x="790" y="1321"/>
                    </a:cubicBezTo>
                    <a:cubicBezTo>
                      <a:pt x="746" y="1236"/>
                      <a:pt x="852" y="45"/>
                      <a:pt x="790" y="2"/>
                    </a:cubicBezTo>
                    <a:cubicBezTo>
                      <a:pt x="788" y="1"/>
                      <a:pt x="787" y="0"/>
                      <a:pt x="785" y="0"/>
                    </a:cubicBezTo>
                    <a:close/>
                  </a:path>
                </a:pathLst>
              </a:custGeom>
              <a:solidFill>
                <a:srgbClr val="F76E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57"/>
              <p:cNvSpPr/>
              <p:nvPr/>
            </p:nvSpPr>
            <p:spPr>
              <a:xfrm>
                <a:off x="4544930" y="1684845"/>
                <a:ext cx="200719" cy="157778"/>
              </a:xfrm>
              <a:custGeom>
                <a:avLst/>
                <a:gdLst/>
                <a:ahLst/>
                <a:cxnLst/>
                <a:rect l="l" t="t" r="r" b="b"/>
                <a:pathLst>
                  <a:path w="2150" h="1690" extrusionOk="0">
                    <a:moveTo>
                      <a:pt x="1102" y="0"/>
                    </a:moveTo>
                    <a:cubicBezTo>
                      <a:pt x="651" y="0"/>
                      <a:pt x="169" y="104"/>
                      <a:pt x="108" y="348"/>
                    </a:cubicBezTo>
                    <a:cubicBezTo>
                      <a:pt x="1" y="774"/>
                      <a:pt x="171" y="1434"/>
                      <a:pt x="150" y="1477"/>
                    </a:cubicBezTo>
                    <a:cubicBezTo>
                      <a:pt x="129" y="1520"/>
                      <a:pt x="90" y="1606"/>
                      <a:pt x="215" y="1690"/>
                    </a:cubicBezTo>
                    <a:lnTo>
                      <a:pt x="1874" y="958"/>
                    </a:lnTo>
                    <a:cubicBezTo>
                      <a:pt x="1874" y="924"/>
                      <a:pt x="2149" y="391"/>
                      <a:pt x="1874" y="157"/>
                    </a:cubicBezTo>
                    <a:cubicBezTo>
                      <a:pt x="1756" y="57"/>
                      <a:pt x="1437" y="0"/>
                      <a:pt x="11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57"/>
              <p:cNvSpPr/>
              <p:nvPr/>
            </p:nvSpPr>
            <p:spPr>
              <a:xfrm>
                <a:off x="4511135" y="1803505"/>
                <a:ext cx="145171" cy="144428"/>
              </a:xfrm>
              <a:custGeom>
                <a:avLst/>
                <a:gdLst/>
                <a:ahLst/>
                <a:cxnLst/>
                <a:rect l="l" t="t" r="r" b="b"/>
                <a:pathLst>
                  <a:path w="1555" h="1547" extrusionOk="0">
                    <a:moveTo>
                      <a:pt x="868" y="0"/>
                    </a:moveTo>
                    <a:cubicBezTo>
                      <a:pt x="819" y="0"/>
                      <a:pt x="782" y="23"/>
                      <a:pt x="767" y="78"/>
                    </a:cubicBezTo>
                    <a:cubicBezTo>
                      <a:pt x="729" y="210"/>
                      <a:pt x="574" y="434"/>
                      <a:pt x="413" y="643"/>
                    </a:cubicBezTo>
                    <a:cubicBezTo>
                      <a:pt x="212" y="905"/>
                      <a:pt x="0" y="1142"/>
                      <a:pt x="0" y="1142"/>
                    </a:cubicBezTo>
                    <a:cubicBezTo>
                      <a:pt x="2" y="1142"/>
                      <a:pt x="4" y="1141"/>
                      <a:pt x="7" y="1141"/>
                    </a:cubicBezTo>
                    <a:cubicBezTo>
                      <a:pt x="127" y="1141"/>
                      <a:pt x="1384" y="1546"/>
                      <a:pt x="1384" y="1546"/>
                    </a:cubicBezTo>
                    <a:lnTo>
                      <a:pt x="1396" y="1469"/>
                    </a:lnTo>
                    <a:lnTo>
                      <a:pt x="1554" y="440"/>
                    </a:lnTo>
                    <a:cubicBezTo>
                      <a:pt x="1554" y="440"/>
                      <a:pt x="1087" y="0"/>
                      <a:pt x="868" y="0"/>
                    </a:cubicBezTo>
                    <a:close/>
                  </a:path>
                </a:pathLst>
              </a:custGeom>
              <a:solidFill>
                <a:srgbClr val="F76E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57"/>
              <p:cNvSpPr/>
              <p:nvPr/>
            </p:nvSpPr>
            <p:spPr>
              <a:xfrm>
                <a:off x="4549691" y="1803505"/>
                <a:ext cx="106614" cy="137146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469" extrusionOk="0">
                    <a:moveTo>
                      <a:pt x="455" y="0"/>
                    </a:moveTo>
                    <a:cubicBezTo>
                      <a:pt x="406" y="0"/>
                      <a:pt x="369" y="23"/>
                      <a:pt x="354" y="78"/>
                    </a:cubicBezTo>
                    <a:cubicBezTo>
                      <a:pt x="316" y="210"/>
                      <a:pt x="161" y="434"/>
                      <a:pt x="0" y="643"/>
                    </a:cubicBezTo>
                    <a:cubicBezTo>
                      <a:pt x="166" y="887"/>
                      <a:pt x="686" y="1451"/>
                      <a:pt x="983" y="1469"/>
                    </a:cubicBezTo>
                    <a:lnTo>
                      <a:pt x="1141" y="440"/>
                    </a:lnTo>
                    <a:cubicBezTo>
                      <a:pt x="1141" y="440"/>
                      <a:pt x="674" y="0"/>
                      <a:pt x="45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57"/>
              <p:cNvSpPr/>
              <p:nvPr/>
            </p:nvSpPr>
            <p:spPr>
              <a:xfrm>
                <a:off x="4558280" y="1708465"/>
                <a:ext cx="165056" cy="219863"/>
              </a:xfrm>
              <a:custGeom>
                <a:avLst/>
                <a:gdLst/>
                <a:ahLst/>
                <a:cxnLst/>
                <a:rect l="l" t="t" r="r" b="b"/>
                <a:pathLst>
                  <a:path w="1768" h="2355" extrusionOk="0">
                    <a:moveTo>
                      <a:pt x="1260" y="1"/>
                    </a:moveTo>
                    <a:cubicBezTo>
                      <a:pt x="914" y="1"/>
                      <a:pt x="353" y="171"/>
                      <a:pt x="277" y="480"/>
                    </a:cubicBezTo>
                    <a:cubicBezTo>
                      <a:pt x="277" y="480"/>
                      <a:pt x="230" y="651"/>
                      <a:pt x="192" y="866"/>
                    </a:cubicBezTo>
                    <a:lnTo>
                      <a:pt x="186" y="866"/>
                    </a:lnTo>
                    <a:cubicBezTo>
                      <a:pt x="181" y="865"/>
                      <a:pt x="177" y="865"/>
                      <a:pt x="173" y="865"/>
                    </a:cubicBezTo>
                    <a:cubicBezTo>
                      <a:pt x="108" y="865"/>
                      <a:pt x="52" y="916"/>
                      <a:pt x="29" y="975"/>
                    </a:cubicBezTo>
                    <a:cubicBezTo>
                      <a:pt x="1" y="1045"/>
                      <a:pt x="20" y="1128"/>
                      <a:pt x="59" y="1191"/>
                    </a:cubicBezTo>
                    <a:cubicBezTo>
                      <a:pt x="80" y="1224"/>
                      <a:pt x="107" y="1252"/>
                      <a:pt x="137" y="1276"/>
                    </a:cubicBezTo>
                    <a:cubicBezTo>
                      <a:pt x="128" y="1427"/>
                      <a:pt x="137" y="1559"/>
                      <a:pt x="183" y="1629"/>
                    </a:cubicBezTo>
                    <a:cubicBezTo>
                      <a:pt x="317" y="1839"/>
                      <a:pt x="724" y="2355"/>
                      <a:pt x="998" y="2355"/>
                    </a:cubicBezTo>
                    <a:cubicBezTo>
                      <a:pt x="1031" y="2355"/>
                      <a:pt x="1061" y="2347"/>
                      <a:pt x="1089" y="2332"/>
                    </a:cubicBezTo>
                    <a:cubicBezTo>
                      <a:pt x="1353" y="2183"/>
                      <a:pt x="1655" y="1650"/>
                      <a:pt x="1711" y="1118"/>
                    </a:cubicBezTo>
                    <a:cubicBezTo>
                      <a:pt x="1768" y="586"/>
                      <a:pt x="1713" y="138"/>
                      <a:pt x="1467" y="32"/>
                    </a:cubicBezTo>
                    <a:cubicBezTo>
                      <a:pt x="1418" y="11"/>
                      <a:pt x="1346" y="1"/>
                      <a:pt x="1260" y="1"/>
                    </a:cubicBezTo>
                    <a:close/>
                  </a:path>
                </a:pathLst>
              </a:custGeom>
              <a:solidFill>
                <a:srgbClr val="F76E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57"/>
              <p:cNvSpPr/>
              <p:nvPr/>
            </p:nvSpPr>
            <p:spPr>
              <a:xfrm>
                <a:off x="4584607" y="1699129"/>
                <a:ext cx="151893" cy="54149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580" extrusionOk="0">
                    <a:moveTo>
                      <a:pt x="970" y="1"/>
                    </a:moveTo>
                    <a:cubicBezTo>
                      <a:pt x="953" y="1"/>
                      <a:pt x="942" y="2"/>
                      <a:pt x="937" y="4"/>
                    </a:cubicBezTo>
                    <a:cubicBezTo>
                      <a:pt x="895" y="25"/>
                      <a:pt x="1" y="153"/>
                      <a:pt x="1" y="153"/>
                    </a:cubicBezTo>
                    <a:lnTo>
                      <a:pt x="1" y="174"/>
                    </a:lnTo>
                    <a:cubicBezTo>
                      <a:pt x="1" y="174"/>
                      <a:pt x="824" y="579"/>
                      <a:pt x="1259" y="579"/>
                    </a:cubicBezTo>
                    <a:cubicBezTo>
                      <a:pt x="1388" y="579"/>
                      <a:pt x="1483" y="544"/>
                      <a:pt x="1513" y="451"/>
                    </a:cubicBezTo>
                    <a:cubicBezTo>
                      <a:pt x="1626" y="90"/>
                      <a:pt x="1111" y="1"/>
                      <a:pt x="97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57"/>
              <p:cNvSpPr/>
              <p:nvPr/>
            </p:nvSpPr>
            <p:spPr>
              <a:xfrm>
                <a:off x="4566683" y="1709305"/>
                <a:ext cx="55734" cy="96908"/>
              </a:xfrm>
              <a:custGeom>
                <a:avLst/>
                <a:gdLst/>
                <a:ahLst/>
                <a:cxnLst/>
                <a:rect l="l" t="t" r="r" b="b"/>
                <a:pathLst>
                  <a:path w="597" h="1038" extrusionOk="0">
                    <a:moveTo>
                      <a:pt x="257" y="1"/>
                    </a:moveTo>
                    <a:lnTo>
                      <a:pt x="129" y="150"/>
                    </a:lnTo>
                    <a:cubicBezTo>
                      <a:pt x="129" y="150"/>
                      <a:pt x="0" y="618"/>
                      <a:pt x="0" y="682"/>
                    </a:cubicBezTo>
                    <a:cubicBezTo>
                      <a:pt x="0" y="747"/>
                      <a:pt x="129" y="873"/>
                      <a:pt x="303" y="1024"/>
                    </a:cubicBezTo>
                    <a:cubicBezTo>
                      <a:pt x="314" y="1033"/>
                      <a:pt x="324" y="1037"/>
                      <a:pt x="334" y="1037"/>
                    </a:cubicBezTo>
                    <a:cubicBezTo>
                      <a:pt x="492" y="1037"/>
                      <a:pt x="597" y="23"/>
                      <a:pt x="597" y="23"/>
                    </a:cubicBezTo>
                    <a:lnTo>
                      <a:pt x="25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57"/>
              <p:cNvSpPr/>
              <p:nvPr/>
            </p:nvSpPr>
            <p:spPr>
              <a:xfrm>
                <a:off x="4671710" y="1812934"/>
                <a:ext cx="19605" cy="39024"/>
              </a:xfrm>
              <a:custGeom>
                <a:avLst/>
                <a:gdLst/>
                <a:ahLst/>
                <a:cxnLst/>
                <a:rect l="l" t="t" r="r" b="b"/>
                <a:pathLst>
                  <a:path w="210" h="418" extrusionOk="0">
                    <a:moveTo>
                      <a:pt x="198" y="0"/>
                    </a:moveTo>
                    <a:cubicBezTo>
                      <a:pt x="194" y="0"/>
                      <a:pt x="191" y="2"/>
                      <a:pt x="189" y="6"/>
                    </a:cubicBezTo>
                    <a:cubicBezTo>
                      <a:pt x="176" y="60"/>
                      <a:pt x="162" y="114"/>
                      <a:pt x="147" y="166"/>
                    </a:cubicBezTo>
                    <a:cubicBezTo>
                      <a:pt x="141" y="191"/>
                      <a:pt x="134" y="218"/>
                      <a:pt x="125" y="243"/>
                    </a:cubicBezTo>
                    <a:cubicBezTo>
                      <a:pt x="119" y="264"/>
                      <a:pt x="110" y="285"/>
                      <a:pt x="104" y="306"/>
                    </a:cubicBezTo>
                    <a:cubicBezTo>
                      <a:pt x="94" y="302"/>
                      <a:pt x="84" y="296"/>
                      <a:pt x="73" y="296"/>
                    </a:cubicBezTo>
                    <a:cubicBezTo>
                      <a:pt x="70" y="296"/>
                      <a:pt x="66" y="297"/>
                      <a:pt x="62" y="299"/>
                    </a:cubicBezTo>
                    <a:cubicBezTo>
                      <a:pt x="56" y="302"/>
                      <a:pt x="55" y="306"/>
                      <a:pt x="56" y="312"/>
                    </a:cubicBezTo>
                    <a:cubicBezTo>
                      <a:pt x="61" y="327"/>
                      <a:pt x="80" y="333"/>
                      <a:pt x="94" y="337"/>
                    </a:cubicBezTo>
                    <a:cubicBezTo>
                      <a:pt x="107" y="343"/>
                      <a:pt x="119" y="348"/>
                      <a:pt x="131" y="354"/>
                    </a:cubicBezTo>
                    <a:cubicBezTo>
                      <a:pt x="137" y="357"/>
                      <a:pt x="144" y="360"/>
                      <a:pt x="140" y="367"/>
                    </a:cubicBezTo>
                    <a:cubicBezTo>
                      <a:pt x="137" y="375"/>
                      <a:pt x="129" y="381"/>
                      <a:pt x="122" y="384"/>
                    </a:cubicBezTo>
                    <a:cubicBezTo>
                      <a:pt x="114" y="387"/>
                      <a:pt x="106" y="388"/>
                      <a:pt x="98" y="388"/>
                    </a:cubicBezTo>
                    <a:cubicBezTo>
                      <a:pt x="87" y="388"/>
                      <a:pt x="75" y="386"/>
                      <a:pt x="65" y="381"/>
                    </a:cubicBezTo>
                    <a:cubicBezTo>
                      <a:pt x="58" y="375"/>
                      <a:pt x="49" y="369"/>
                      <a:pt x="41" y="361"/>
                    </a:cubicBezTo>
                    <a:cubicBezTo>
                      <a:pt x="34" y="352"/>
                      <a:pt x="23" y="346"/>
                      <a:pt x="13" y="342"/>
                    </a:cubicBezTo>
                    <a:cubicBezTo>
                      <a:pt x="12" y="342"/>
                      <a:pt x="11" y="341"/>
                      <a:pt x="11" y="341"/>
                    </a:cubicBezTo>
                    <a:cubicBezTo>
                      <a:pt x="3" y="341"/>
                      <a:pt x="0" y="353"/>
                      <a:pt x="7" y="357"/>
                    </a:cubicBezTo>
                    <a:cubicBezTo>
                      <a:pt x="15" y="363"/>
                      <a:pt x="21" y="370"/>
                      <a:pt x="25" y="378"/>
                    </a:cubicBezTo>
                    <a:cubicBezTo>
                      <a:pt x="32" y="387"/>
                      <a:pt x="40" y="396"/>
                      <a:pt x="49" y="401"/>
                    </a:cubicBezTo>
                    <a:cubicBezTo>
                      <a:pt x="64" y="411"/>
                      <a:pt x="81" y="417"/>
                      <a:pt x="98" y="417"/>
                    </a:cubicBezTo>
                    <a:cubicBezTo>
                      <a:pt x="101" y="417"/>
                      <a:pt x="105" y="417"/>
                      <a:pt x="108" y="416"/>
                    </a:cubicBezTo>
                    <a:cubicBezTo>
                      <a:pt x="131" y="415"/>
                      <a:pt x="152" y="403"/>
                      <a:pt x="165" y="385"/>
                    </a:cubicBezTo>
                    <a:cubicBezTo>
                      <a:pt x="171" y="375"/>
                      <a:pt x="174" y="363"/>
                      <a:pt x="170" y="351"/>
                    </a:cubicBezTo>
                    <a:cubicBezTo>
                      <a:pt x="165" y="340"/>
                      <a:pt x="158" y="331"/>
                      <a:pt x="147" y="327"/>
                    </a:cubicBezTo>
                    <a:cubicBezTo>
                      <a:pt x="141" y="324"/>
                      <a:pt x="135" y="321"/>
                      <a:pt x="129" y="318"/>
                    </a:cubicBezTo>
                    <a:cubicBezTo>
                      <a:pt x="137" y="299"/>
                      <a:pt x="141" y="276"/>
                      <a:pt x="147" y="257"/>
                    </a:cubicBezTo>
                    <a:cubicBezTo>
                      <a:pt x="158" y="229"/>
                      <a:pt x="165" y="202"/>
                      <a:pt x="173" y="175"/>
                    </a:cubicBezTo>
                    <a:cubicBezTo>
                      <a:pt x="188" y="121"/>
                      <a:pt x="198" y="67"/>
                      <a:pt x="208" y="12"/>
                    </a:cubicBezTo>
                    <a:cubicBezTo>
                      <a:pt x="209" y="5"/>
                      <a:pt x="204" y="0"/>
                      <a:pt x="19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57"/>
              <p:cNvSpPr/>
              <p:nvPr/>
            </p:nvSpPr>
            <p:spPr>
              <a:xfrm>
                <a:off x="4635954" y="1864562"/>
                <a:ext cx="22873" cy="22967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46" extrusionOk="0">
                    <a:moveTo>
                      <a:pt x="14" y="1"/>
                    </a:moveTo>
                    <a:cubicBezTo>
                      <a:pt x="14" y="1"/>
                      <a:pt x="13" y="2"/>
                      <a:pt x="11" y="2"/>
                    </a:cubicBezTo>
                    <a:cubicBezTo>
                      <a:pt x="8" y="7"/>
                      <a:pt x="4" y="13"/>
                      <a:pt x="1" y="17"/>
                    </a:cubicBezTo>
                    <a:cubicBezTo>
                      <a:pt x="4" y="21"/>
                      <a:pt x="7" y="24"/>
                      <a:pt x="8" y="29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3" y="35"/>
                      <a:pt x="17" y="39"/>
                      <a:pt x="20" y="42"/>
                    </a:cubicBezTo>
                    <a:cubicBezTo>
                      <a:pt x="41" y="81"/>
                      <a:pt x="68" y="115"/>
                      <a:pt x="98" y="148"/>
                    </a:cubicBezTo>
                    <a:cubicBezTo>
                      <a:pt x="116" y="166"/>
                      <a:pt x="134" y="183"/>
                      <a:pt x="151" y="199"/>
                    </a:cubicBezTo>
                    <a:cubicBezTo>
                      <a:pt x="171" y="215"/>
                      <a:pt x="192" y="230"/>
                      <a:pt x="213" y="244"/>
                    </a:cubicBezTo>
                    <a:cubicBezTo>
                      <a:pt x="215" y="245"/>
                      <a:pt x="217" y="245"/>
                      <a:pt x="219" y="245"/>
                    </a:cubicBezTo>
                    <a:cubicBezTo>
                      <a:pt x="232" y="245"/>
                      <a:pt x="245" y="229"/>
                      <a:pt x="232" y="220"/>
                    </a:cubicBezTo>
                    <a:cubicBezTo>
                      <a:pt x="214" y="205"/>
                      <a:pt x="192" y="191"/>
                      <a:pt x="174" y="177"/>
                    </a:cubicBezTo>
                    <a:cubicBezTo>
                      <a:pt x="154" y="162"/>
                      <a:pt x="137" y="145"/>
                      <a:pt x="120" y="129"/>
                    </a:cubicBezTo>
                    <a:cubicBezTo>
                      <a:pt x="89" y="98"/>
                      <a:pt x="59" y="62"/>
                      <a:pt x="34" y="24"/>
                    </a:cubicBezTo>
                    <a:cubicBezTo>
                      <a:pt x="32" y="21"/>
                      <a:pt x="29" y="18"/>
                      <a:pt x="28" y="16"/>
                    </a:cubicBezTo>
                    <a:cubicBezTo>
                      <a:pt x="22" y="11"/>
                      <a:pt x="17" y="5"/>
                      <a:pt x="1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57"/>
              <p:cNvSpPr/>
              <p:nvPr/>
            </p:nvSpPr>
            <p:spPr>
              <a:xfrm>
                <a:off x="4449612" y="1900505"/>
                <a:ext cx="721373" cy="164780"/>
              </a:xfrm>
              <a:custGeom>
                <a:avLst/>
                <a:gdLst/>
                <a:ahLst/>
                <a:cxnLst/>
                <a:rect l="l" t="t" r="r" b="b"/>
                <a:pathLst>
                  <a:path w="7727" h="1765" extrusionOk="0">
                    <a:moveTo>
                      <a:pt x="1060" y="0"/>
                    </a:moveTo>
                    <a:cubicBezTo>
                      <a:pt x="915" y="0"/>
                      <a:pt x="779" y="30"/>
                      <a:pt x="659" y="103"/>
                    </a:cubicBezTo>
                    <a:cubicBezTo>
                      <a:pt x="0" y="507"/>
                      <a:pt x="340" y="1487"/>
                      <a:pt x="489" y="1636"/>
                    </a:cubicBezTo>
                    <a:cubicBezTo>
                      <a:pt x="568" y="1715"/>
                      <a:pt x="1911" y="1764"/>
                      <a:pt x="3284" y="1764"/>
                    </a:cubicBezTo>
                    <a:cubicBezTo>
                      <a:pt x="4501" y="1764"/>
                      <a:pt x="5742" y="1726"/>
                      <a:pt x="6151" y="1636"/>
                    </a:cubicBezTo>
                    <a:cubicBezTo>
                      <a:pt x="7024" y="1444"/>
                      <a:pt x="7726" y="1061"/>
                      <a:pt x="7726" y="1061"/>
                    </a:cubicBezTo>
                    <a:lnTo>
                      <a:pt x="7620" y="636"/>
                    </a:lnTo>
                    <a:cubicBezTo>
                      <a:pt x="7620" y="636"/>
                      <a:pt x="5917" y="721"/>
                      <a:pt x="5853" y="721"/>
                    </a:cubicBezTo>
                    <a:cubicBezTo>
                      <a:pt x="5790" y="721"/>
                      <a:pt x="2596" y="636"/>
                      <a:pt x="2596" y="636"/>
                    </a:cubicBezTo>
                    <a:cubicBezTo>
                      <a:pt x="2527" y="617"/>
                      <a:pt x="1714" y="0"/>
                      <a:pt x="10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57"/>
              <p:cNvSpPr/>
              <p:nvPr/>
            </p:nvSpPr>
            <p:spPr>
              <a:xfrm>
                <a:off x="5117212" y="1947839"/>
                <a:ext cx="57602" cy="7571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811" extrusionOk="0">
                    <a:moveTo>
                      <a:pt x="596" y="0"/>
                    </a:moveTo>
                    <a:lnTo>
                      <a:pt x="1" y="108"/>
                    </a:lnTo>
                    <a:cubicBezTo>
                      <a:pt x="1" y="149"/>
                      <a:pt x="83" y="811"/>
                      <a:pt x="126" y="811"/>
                    </a:cubicBezTo>
                    <a:cubicBezTo>
                      <a:pt x="126" y="811"/>
                      <a:pt x="127" y="810"/>
                      <a:pt x="128" y="810"/>
                    </a:cubicBezTo>
                    <a:cubicBezTo>
                      <a:pt x="171" y="788"/>
                      <a:pt x="575" y="639"/>
                      <a:pt x="596" y="533"/>
                    </a:cubicBezTo>
                    <a:cubicBezTo>
                      <a:pt x="617" y="427"/>
                      <a:pt x="596" y="0"/>
                      <a:pt x="596" y="0"/>
                    </a:cubicBez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57"/>
              <p:cNvSpPr/>
              <p:nvPr/>
            </p:nvSpPr>
            <p:spPr>
              <a:xfrm>
                <a:off x="4624564" y="1923472"/>
                <a:ext cx="215749" cy="47520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509" extrusionOk="0">
                    <a:moveTo>
                      <a:pt x="13" y="0"/>
                    </a:moveTo>
                    <a:cubicBezTo>
                      <a:pt x="2" y="0"/>
                      <a:pt x="1" y="15"/>
                      <a:pt x="8" y="20"/>
                    </a:cubicBezTo>
                    <a:cubicBezTo>
                      <a:pt x="33" y="35"/>
                      <a:pt x="60" y="47"/>
                      <a:pt x="89" y="57"/>
                    </a:cubicBezTo>
                    <a:cubicBezTo>
                      <a:pt x="115" y="67"/>
                      <a:pt x="142" y="79"/>
                      <a:pt x="169" y="93"/>
                    </a:cubicBezTo>
                    <a:cubicBezTo>
                      <a:pt x="223" y="115"/>
                      <a:pt x="275" y="142"/>
                      <a:pt x="324" y="170"/>
                    </a:cubicBezTo>
                    <a:cubicBezTo>
                      <a:pt x="427" y="229"/>
                      <a:pt x="524" y="296"/>
                      <a:pt x="613" y="370"/>
                    </a:cubicBezTo>
                    <a:cubicBezTo>
                      <a:pt x="666" y="413"/>
                      <a:pt x="713" y="460"/>
                      <a:pt x="763" y="504"/>
                    </a:cubicBezTo>
                    <a:cubicBezTo>
                      <a:pt x="765" y="507"/>
                      <a:pt x="769" y="508"/>
                      <a:pt x="772" y="508"/>
                    </a:cubicBezTo>
                    <a:cubicBezTo>
                      <a:pt x="782" y="508"/>
                      <a:pt x="791" y="496"/>
                      <a:pt x="782" y="486"/>
                    </a:cubicBezTo>
                    <a:cubicBezTo>
                      <a:pt x="751" y="449"/>
                      <a:pt x="718" y="415"/>
                      <a:pt x="682" y="382"/>
                    </a:cubicBezTo>
                    <a:lnTo>
                      <a:pt x="682" y="382"/>
                    </a:lnTo>
                    <a:cubicBezTo>
                      <a:pt x="731" y="387"/>
                      <a:pt x="782" y="390"/>
                      <a:pt x="833" y="390"/>
                    </a:cubicBezTo>
                    <a:lnTo>
                      <a:pt x="991" y="396"/>
                    </a:lnTo>
                    <a:cubicBezTo>
                      <a:pt x="1097" y="399"/>
                      <a:pt x="1203" y="403"/>
                      <a:pt x="1308" y="406"/>
                    </a:cubicBezTo>
                    <a:cubicBezTo>
                      <a:pt x="1520" y="415"/>
                      <a:pt x="1730" y="425"/>
                      <a:pt x="1942" y="439"/>
                    </a:cubicBezTo>
                    <a:cubicBezTo>
                      <a:pt x="2000" y="442"/>
                      <a:pt x="2060" y="446"/>
                      <a:pt x="2118" y="449"/>
                    </a:cubicBezTo>
                    <a:cubicBezTo>
                      <a:pt x="2164" y="454"/>
                      <a:pt x="2210" y="456"/>
                      <a:pt x="2256" y="456"/>
                    </a:cubicBezTo>
                    <a:cubicBezTo>
                      <a:pt x="2270" y="456"/>
                      <a:pt x="2284" y="456"/>
                      <a:pt x="2299" y="455"/>
                    </a:cubicBezTo>
                    <a:cubicBezTo>
                      <a:pt x="2307" y="455"/>
                      <a:pt x="2310" y="439"/>
                      <a:pt x="2300" y="437"/>
                    </a:cubicBezTo>
                    <a:cubicBezTo>
                      <a:pt x="2196" y="419"/>
                      <a:pt x="2090" y="416"/>
                      <a:pt x="1985" y="410"/>
                    </a:cubicBezTo>
                    <a:cubicBezTo>
                      <a:pt x="1881" y="403"/>
                      <a:pt x="1774" y="397"/>
                      <a:pt x="1669" y="391"/>
                    </a:cubicBezTo>
                    <a:cubicBezTo>
                      <a:pt x="1457" y="381"/>
                      <a:pt x="1247" y="372"/>
                      <a:pt x="1035" y="366"/>
                    </a:cubicBezTo>
                    <a:cubicBezTo>
                      <a:pt x="976" y="363"/>
                      <a:pt x="918" y="361"/>
                      <a:pt x="858" y="361"/>
                    </a:cubicBezTo>
                    <a:lnTo>
                      <a:pt x="769" y="360"/>
                    </a:lnTo>
                    <a:cubicBezTo>
                      <a:pt x="756" y="359"/>
                      <a:pt x="743" y="359"/>
                      <a:pt x="730" y="359"/>
                    </a:cubicBezTo>
                    <a:cubicBezTo>
                      <a:pt x="713" y="359"/>
                      <a:pt x="695" y="359"/>
                      <a:pt x="678" y="361"/>
                    </a:cubicBezTo>
                    <a:cubicBezTo>
                      <a:pt x="673" y="361"/>
                      <a:pt x="669" y="366"/>
                      <a:pt x="669" y="370"/>
                    </a:cubicBezTo>
                    <a:cubicBezTo>
                      <a:pt x="664" y="366"/>
                      <a:pt x="658" y="361"/>
                      <a:pt x="654" y="357"/>
                    </a:cubicBezTo>
                    <a:cubicBezTo>
                      <a:pt x="609" y="318"/>
                      <a:pt x="561" y="281"/>
                      <a:pt x="512" y="245"/>
                    </a:cubicBezTo>
                    <a:cubicBezTo>
                      <a:pt x="417" y="176"/>
                      <a:pt x="314" y="117"/>
                      <a:pt x="205" y="66"/>
                    </a:cubicBezTo>
                    <a:cubicBezTo>
                      <a:pt x="174" y="53"/>
                      <a:pt x="142" y="39"/>
                      <a:pt x="111" y="27"/>
                    </a:cubicBezTo>
                    <a:cubicBezTo>
                      <a:pt x="80" y="14"/>
                      <a:pt x="47" y="5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5344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57"/>
              <p:cNvSpPr/>
              <p:nvPr/>
            </p:nvSpPr>
            <p:spPr>
              <a:xfrm>
                <a:off x="4946554" y="2016085"/>
                <a:ext cx="184848" cy="46960"/>
              </a:xfrm>
              <a:custGeom>
                <a:avLst/>
                <a:gdLst/>
                <a:ahLst/>
                <a:cxnLst/>
                <a:rect l="l" t="t" r="r" b="b"/>
                <a:pathLst>
                  <a:path w="1980" h="503" extrusionOk="0">
                    <a:moveTo>
                      <a:pt x="1951" y="1"/>
                    </a:moveTo>
                    <a:cubicBezTo>
                      <a:pt x="1948" y="1"/>
                      <a:pt x="1945" y="2"/>
                      <a:pt x="1942" y="3"/>
                    </a:cubicBezTo>
                    <a:cubicBezTo>
                      <a:pt x="1707" y="112"/>
                      <a:pt x="1462" y="204"/>
                      <a:pt x="1213" y="276"/>
                    </a:cubicBezTo>
                    <a:cubicBezTo>
                      <a:pt x="963" y="349"/>
                      <a:pt x="708" y="404"/>
                      <a:pt x="448" y="438"/>
                    </a:cubicBezTo>
                    <a:cubicBezTo>
                      <a:pt x="303" y="459"/>
                      <a:pt x="157" y="470"/>
                      <a:pt x="11" y="488"/>
                    </a:cubicBezTo>
                    <a:cubicBezTo>
                      <a:pt x="1" y="488"/>
                      <a:pt x="1" y="503"/>
                      <a:pt x="11" y="503"/>
                    </a:cubicBezTo>
                    <a:cubicBezTo>
                      <a:pt x="21" y="503"/>
                      <a:pt x="30" y="503"/>
                      <a:pt x="40" y="503"/>
                    </a:cubicBezTo>
                    <a:cubicBezTo>
                      <a:pt x="163" y="503"/>
                      <a:pt x="285" y="494"/>
                      <a:pt x="406" y="477"/>
                    </a:cubicBezTo>
                    <a:cubicBezTo>
                      <a:pt x="536" y="462"/>
                      <a:pt x="666" y="441"/>
                      <a:pt x="794" y="416"/>
                    </a:cubicBezTo>
                    <a:cubicBezTo>
                      <a:pt x="1051" y="365"/>
                      <a:pt x="1304" y="294"/>
                      <a:pt x="1550" y="204"/>
                    </a:cubicBezTo>
                    <a:cubicBezTo>
                      <a:pt x="1689" y="154"/>
                      <a:pt x="1826" y="97"/>
                      <a:pt x="1960" y="34"/>
                    </a:cubicBezTo>
                    <a:cubicBezTo>
                      <a:pt x="1979" y="27"/>
                      <a:pt x="1968" y="1"/>
                      <a:pt x="1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57"/>
              <p:cNvSpPr/>
              <p:nvPr/>
            </p:nvSpPr>
            <p:spPr>
              <a:xfrm>
                <a:off x="5177427" y="1835901"/>
                <a:ext cx="60496" cy="162726"/>
              </a:xfrm>
              <a:custGeom>
                <a:avLst/>
                <a:gdLst/>
                <a:ahLst/>
                <a:cxnLst/>
                <a:rect l="l" t="t" r="r" b="b"/>
                <a:pathLst>
                  <a:path w="648" h="1743" extrusionOk="0">
                    <a:moveTo>
                      <a:pt x="517" y="1"/>
                    </a:moveTo>
                    <a:cubicBezTo>
                      <a:pt x="515" y="1"/>
                      <a:pt x="512" y="3"/>
                      <a:pt x="510" y="6"/>
                    </a:cubicBezTo>
                    <a:cubicBezTo>
                      <a:pt x="504" y="32"/>
                      <a:pt x="503" y="60"/>
                      <a:pt x="504" y="87"/>
                    </a:cubicBezTo>
                    <a:lnTo>
                      <a:pt x="504" y="169"/>
                    </a:lnTo>
                    <a:cubicBezTo>
                      <a:pt x="504" y="224"/>
                      <a:pt x="503" y="281"/>
                      <a:pt x="501" y="336"/>
                    </a:cubicBezTo>
                    <a:cubicBezTo>
                      <a:pt x="498" y="445"/>
                      <a:pt x="494" y="555"/>
                      <a:pt x="486" y="665"/>
                    </a:cubicBezTo>
                    <a:cubicBezTo>
                      <a:pt x="483" y="700"/>
                      <a:pt x="480" y="734"/>
                      <a:pt x="477" y="768"/>
                    </a:cubicBezTo>
                    <a:cubicBezTo>
                      <a:pt x="470" y="768"/>
                      <a:pt x="464" y="774"/>
                      <a:pt x="464" y="782"/>
                    </a:cubicBezTo>
                    <a:cubicBezTo>
                      <a:pt x="464" y="830"/>
                      <a:pt x="473" y="877"/>
                      <a:pt x="488" y="923"/>
                    </a:cubicBezTo>
                    <a:cubicBezTo>
                      <a:pt x="503" y="970"/>
                      <a:pt x="519" y="1014"/>
                      <a:pt x="535" y="1059"/>
                    </a:cubicBezTo>
                    <a:cubicBezTo>
                      <a:pt x="568" y="1149"/>
                      <a:pt x="601" y="1240"/>
                      <a:pt x="607" y="1335"/>
                    </a:cubicBezTo>
                    <a:cubicBezTo>
                      <a:pt x="613" y="1419"/>
                      <a:pt x="597" y="1508"/>
                      <a:pt x="541" y="1574"/>
                    </a:cubicBezTo>
                    <a:cubicBezTo>
                      <a:pt x="489" y="1633"/>
                      <a:pt x="419" y="1675"/>
                      <a:pt x="342" y="1691"/>
                    </a:cubicBezTo>
                    <a:cubicBezTo>
                      <a:pt x="286" y="1706"/>
                      <a:pt x="229" y="1710"/>
                      <a:pt x="172" y="1710"/>
                    </a:cubicBezTo>
                    <a:cubicBezTo>
                      <a:pt x="120" y="1710"/>
                      <a:pt x="68" y="1707"/>
                      <a:pt x="17" y="1706"/>
                    </a:cubicBezTo>
                    <a:cubicBezTo>
                      <a:pt x="5" y="1706"/>
                      <a:pt x="0" y="1729"/>
                      <a:pt x="14" y="1730"/>
                    </a:cubicBezTo>
                    <a:cubicBezTo>
                      <a:pt x="67" y="1737"/>
                      <a:pt x="124" y="1743"/>
                      <a:pt x="182" y="1743"/>
                    </a:cubicBezTo>
                    <a:cubicBezTo>
                      <a:pt x="313" y="1743"/>
                      <a:pt x="446" y="1715"/>
                      <a:pt x="541" y="1623"/>
                    </a:cubicBezTo>
                    <a:cubicBezTo>
                      <a:pt x="604" y="1560"/>
                      <a:pt x="640" y="1477"/>
                      <a:pt x="641" y="1390"/>
                    </a:cubicBezTo>
                    <a:cubicBezTo>
                      <a:pt x="647" y="1292"/>
                      <a:pt x="620" y="1195"/>
                      <a:pt x="588" y="1104"/>
                    </a:cubicBezTo>
                    <a:cubicBezTo>
                      <a:pt x="570" y="1050"/>
                      <a:pt x="547" y="998"/>
                      <a:pt x="531" y="944"/>
                    </a:cubicBezTo>
                    <a:cubicBezTo>
                      <a:pt x="522" y="917"/>
                      <a:pt x="515" y="891"/>
                      <a:pt x="507" y="862"/>
                    </a:cubicBezTo>
                    <a:cubicBezTo>
                      <a:pt x="503" y="844"/>
                      <a:pt x="500" y="825"/>
                      <a:pt x="495" y="807"/>
                    </a:cubicBezTo>
                    <a:cubicBezTo>
                      <a:pt x="507" y="713"/>
                      <a:pt x="512" y="619"/>
                      <a:pt x="518" y="525"/>
                    </a:cubicBezTo>
                    <a:cubicBezTo>
                      <a:pt x="526" y="415"/>
                      <a:pt x="529" y="303"/>
                      <a:pt x="531" y="193"/>
                    </a:cubicBezTo>
                    <a:lnTo>
                      <a:pt x="531" y="97"/>
                    </a:lnTo>
                    <a:cubicBezTo>
                      <a:pt x="534" y="66"/>
                      <a:pt x="531" y="36"/>
                      <a:pt x="524" y="6"/>
                    </a:cubicBezTo>
                    <a:cubicBezTo>
                      <a:pt x="523" y="3"/>
                      <a:pt x="520" y="1"/>
                      <a:pt x="517" y="1"/>
                    </a:cubicBezTo>
                    <a:close/>
                  </a:path>
                </a:pathLst>
              </a:custGeom>
              <a:solidFill>
                <a:srgbClr val="CC47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57"/>
              <p:cNvSpPr/>
              <p:nvPr/>
            </p:nvSpPr>
            <p:spPr>
              <a:xfrm>
                <a:off x="4572657" y="2056976"/>
                <a:ext cx="159455" cy="8963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96" extrusionOk="0">
                    <a:moveTo>
                      <a:pt x="17" y="0"/>
                    </a:moveTo>
                    <a:cubicBezTo>
                      <a:pt x="5" y="0"/>
                      <a:pt x="0" y="20"/>
                      <a:pt x="14" y="23"/>
                    </a:cubicBezTo>
                    <a:cubicBezTo>
                      <a:pt x="121" y="41"/>
                      <a:pt x="229" y="48"/>
                      <a:pt x="337" y="57"/>
                    </a:cubicBezTo>
                    <a:cubicBezTo>
                      <a:pt x="446" y="66"/>
                      <a:pt x="557" y="72"/>
                      <a:pt x="667" y="78"/>
                    </a:cubicBezTo>
                    <a:cubicBezTo>
                      <a:pt x="886" y="88"/>
                      <a:pt x="1105" y="94"/>
                      <a:pt x="1325" y="96"/>
                    </a:cubicBezTo>
                    <a:lnTo>
                      <a:pt x="1508" y="96"/>
                    </a:lnTo>
                    <a:cubicBezTo>
                      <a:pt x="1538" y="96"/>
                      <a:pt x="1569" y="96"/>
                      <a:pt x="1600" y="93"/>
                    </a:cubicBezTo>
                    <a:cubicBezTo>
                      <a:pt x="1632" y="90"/>
                      <a:pt x="1663" y="91"/>
                      <a:pt x="1694" y="85"/>
                    </a:cubicBezTo>
                    <a:cubicBezTo>
                      <a:pt x="1708" y="84"/>
                      <a:pt x="1703" y="63"/>
                      <a:pt x="1690" y="62"/>
                    </a:cubicBezTo>
                    <a:cubicBezTo>
                      <a:pt x="1663" y="59"/>
                      <a:pt x="1635" y="60"/>
                      <a:pt x="1608" y="59"/>
                    </a:cubicBezTo>
                    <a:cubicBezTo>
                      <a:pt x="1581" y="59"/>
                      <a:pt x="1554" y="57"/>
                      <a:pt x="1526" y="57"/>
                    </a:cubicBezTo>
                    <a:lnTo>
                      <a:pt x="1362" y="57"/>
                    </a:lnTo>
                    <a:cubicBezTo>
                      <a:pt x="1253" y="57"/>
                      <a:pt x="1144" y="56"/>
                      <a:pt x="1034" y="53"/>
                    </a:cubicBezTo>
                    <a:cubicBezTo>
                      <a:pt x="818" y="48"/>
                      <a:pt x="601" y="38"/>
                      <a:pt x="385" y="24"/>
                    </a:cubicBezTo>
                    <a:cubicBezTo>
                      <a:pt x="261" y="15"/>
                      <a:pt x="139" y="3"/>
                      <a:pt x="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57"/>
              <p:cNvSpPr/>
              <p:nvPr/>
            </p:nvSpPr>
            <p:spPr>
              <a:xfrm>
                <a:off x="4217619" y="2562705"/>
                <a:ext cx="112589" cy="127997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371" extrusionOk="0">
                    <a:moveTo>
                      <a:pt x="472" y="1"/>
                    </a:moveTo>
                    <a:cubicBezTo>
                      <a:pt x="468" y="7"/>
                      <a:pt x="465" y="13"/>
                      <a:pt x="462" y="19"/>
                    </a:cubicBezTo>
                    <a:cubicBezTo>
                      <a:pt x="505" y="50"/>
                      <a:pt x="551" y="75"/>
                      <a:pt x="599" y="98"/>
                    </a:cubicBezTo>
                    <a:cubicBezTo>
                      <a:pt x="653" y="125"/>
                      <a:pt x="706" y="151"/>
                      <a:pt x="760" y="177"/>
                    </a:cubicBezTo>
                    <a:cubicBezTo>
                      <a:pt x="867" y="226"/>
                      <a:pt x="978" y="269"/>
                      <a:pt x="1086" y="314"/>
                    </a:cubicBezTo>
                    <a:cubicBezTo>
                      <a:pt x="1113" y="321"/>
                      <a:pt x="1137" y="336"/>
                      <a:pt x="1155" y="359"/>
                    </a:cubicBezTo>
                    <a:cubicBezTo>
                      <a:pt x="1163" y="369"/>
                      <a:pt x="1165" y="381"/>
                      <a:pt x="1165" y="395"/>
                    </a:cubicBezTo>
                    <a:cubicBezTo>
                      <a:pt x="1119" y="383"/>
                      <a:pt x="1075" y="374"/>
                      <a:pt x="1028" y="359"/>
                    </a:cubicBezTo>
                    <a:cubicBezTo>
                      <a:pt x="976" y="344"/>
                      <a:pt x="925" y="324"/>
                      <a:pt x="875" y="304"/>
                    </a:cubicBezTo>
                    <a:cubicBezTo>
                      <a:pt x="775" y="262"/>
                      <a:pt x="678" y="211"/>
                      <a:pt x="587" y="151"/>
                    </a:cubicBezTo>
                    <a:cubicBezTo>
                      <a:pt x="562" y="134"/>
                      <a:pt x="536" y="117"/>
                      <a:pt x="512" y="99"/>
                    </a:cubicBezTo>
                    <a:cubicBezTo>
                      <a:pt x="488" y="83"/>
                      <a:pt x="468" y="65"/>
                      <a:pt x="442" y="52"/>
                    </a:cubicBezTo>
                    <a:cubicBezTo>
                      <a:pt x="439" y="59"/>
                      <a:pt x="435" y="65"/>
                      <a:pt x="432" y="72"/>
                    </a:cubicBezTo>
                    <a:cubicBezTo>
                      <a:pt x="448" y="89"/>
                      <a:pt x="466" y="104"/>
                      <a:pt x="484" y="119"/>
                    </a:cubicBezTo>
                    <a:cubicBezTo>
                      <a:pt x="505" y="135"/>
                      <a:pt x="527" y="153"/>
                      <a:pt x="551" y="168"/>
                    </a:cubicBezTo>
                    <a:cubicBezTo>
                      <a:pt x="596" y="199"/>
                      <a:pt x="644" y="229"/>
                      <a:pt x="691" y="256"/>
                    </a:cubicBezTo>
                    <a:cubicBezTo>
                      <a:pt x="788" y="310"/>
                      <a:pt x="891" y="353"/>
                      <a:pt x="995" y="387"/>
                    </a:cubicBezTo>
                    <a:cubicBezTo>
                      <a:pt x="1048" y="405"/>
                      <a:pt x="1101" y="420"/>
                      <a:pt x="1155" y="430"/>
                    </a:cubicBezTo>
                    <a:cubicBezTo>
                      <a:pt x="1155" y="436"/>
                      <a:pt x="1158" y="441"/>
                      <a:pt x="1163" y="444"/>
                    </a:cubicBezTo>
                    <a:cubicBezTo>
                      <a:pt x="1148" y="582"/>
                      <a:pt x="1109" y="717"/>
                      <a:pt x="1048" y="842"/>
                    </a:cubicBezTo>
                    <a:cubicBezTo>
                      <a:pt x="982" y="975"/>
                      <a:pt x="896" y="1094"/>
                      <a:pt x="788" y="1197"/>
                    </a:cubicBezTo>
                    <a:cubicBezTo>
                      <a:pt x="758" y="1225"/>
                      <a:pt x="726" y="1252"/>
                      <a:pt x="693" y="1277"/>
                    </a:cubicBezTo>
                    <a:cubicBezTo>
                      <a:pt x="666" y="1298"/>
                      <a:pt x="638" y="1318"/>
                      <a:pt x="611" y="1338"/>
                    </a:cubicBezTo>
                    <a:cubicBezTo>
                      <a:pt x="596" y="1337"/>
                      <a:pt x="581" y="1337"/>
                      <a:pt x="566" y="1337"/>
                    </a:cubicBezTo>
                    <a:cubicBezTo>
                      <a:pt x="545" y="1337"/>
                      <a:pt x="524" y="1337"/>
                      <a:pt x="505" y="1335"/>
                    </a:cubicBezTo>
                    <a:cubicBezTo>
                      <a:pt x="380" y="1327"/>
                      <a:pt x="259" y="1295"/>
                      <a:pt x="147" y="1242"/>
                    </a:cubicBezTo>
                    <a:cubicBezTo>
                      <a:pt x="104" y="1222"/>
                      <a:pt x="61" y="1200"/>
                      <a:pt x="20" y="1176"/>
                    </a:cubicBezTo>
                    <a:cubicBezTo>
                      <a:pt x="18" y="1175"/>
                      <a:pt x="17" y="1175"/>
                      <a:pt x="15" y="1175"/>
                    </a:cubicBezTo>
                    <a:cubicBezTo>
                      <a:pt x="6" y="1175"/>
                      <a:pt x="1" y="1187"/>
                      <a:pt x="10" y="1194"/>
                    </a:cubicBezTo>
                    <a:cubicBezTo>
                      <a:pt x="146" y="1297"/>
                      <a:pt x="316" y="1352"/>
                      <a:pt x="484" y="1367"/>
                    </a:cubicBezTo>
                    <a:cubicBezTo>
                      <a:pt x="508" y="1368"/>
                      <a:pt x="532" y="1370"/>
                      <a:pt x="554" y="1370"/>
                    </a:cubicBezTo>
                    <a:cubicBezTo>
                      <a:pt x="561" y="1371"/>
                      <a:pt x="567" y="1371"/>
                      <a:pt x="573" y="1371"/>
                    </a:cubicBezTo>
                    <a:cubicBezTo>
                      <a:pt x="592" y="1371"/>
                      <a:pt x="609" y="1368"/>
                      <a:pt x="627" y="1362"/>
                    </a:cubicBezTo>
                    <a:cubicBezTo>
                      <a:pt x="632" y="1361"/>
                      <a:pt x="635" y="1356"/>
                      <a:pt x="635" y="1352"/>
                    </a:cubicBezTo>
                    <a:cubicBezTo>
                      <a:pt x="657" y="1340"/>
                      <a:pt x="678" y="1325"/>
                      <a:pt x="699" y="1310"/>
                    </a:cubicBezTo>
                    <a:cubicBezTo>
                      <a:pt x="730" y="1288"/>
                      <a:pt x="760" y="1264"/>
                      <a:pt x="788" y="1239"/>
                    </a:cubicBezTo>
                    <a:cubicBezTo>
                      <a:pt x="845" y="1188"/>
                      <a:pt x="897" y="1133"/>
                      <a:pt x="943" y="1072"/>
                    </a:cubicBezTo>
                    <a:cubicBezTo>
                      <a:pt x="1036" y="952"/>
                      <a:pt x="1107" y="815"/>
                      <a:pt x="1151" y="670"/>
                    </a:cubicBezTo>
                    <a:cubicBezTo>
                      <a:pt x="1176" y="590"/>
                      <a:pt x="1192" y="506"/>
                      <a:pt x="1198" y="423"/>
                    </a:cubicBezTo>
                    <a:cubicBezTo>
                      <a:pt x="1204" y="408"/>
                      <a:pt x="1206" y="392"/>
                      <a:pt x="1203" y="375"/>
                    </a:cubicBezTo>
                    <a:cubicBezTo>
                      <a:pt x="1197" y="350"/>
                      <a:pt x="1183" y="327"/>
                      <a:pt x="1163" y="311"/>
                    </a:cubicBezTo>
                    <a:cubicBezTo>
                      <a:pt x="1140" y="295"/>
                      <a:pt x="1116" y="283"/>
                      <a:pt x="1089" y="274"/>
                    </a:cubicBezTo>
                    <a:cubicBezTo>
                      <a:pt x="1060" y="263"/>
                      <a:pt x="1031" y="251"/>
                      <a:pt x="1001" y="239"/>
                    </a:cubicBezTo>
                    <a:cubicBezTo>
                      <a:pt x="882" y="193"/>
                      <a:pt x="764" y="141"/>
                      <a:pt x="648" y="84"/>
                    </a:cubicBezTo>
                    <a:cubicBezTo>
                      <a:pt x="615" y="69"/>
                      <a:pt x="584" y="53"/>
                      <a:pt x="553" y="38"/>
                    </a:cubicBezTo>
                    <a:cubicBezTo>
                      <a:pt x="526" y="23"/>
                      <a:pt x="499" y="11"/>
                      <a:pt x="4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57"/>
              <p:cNvSpPr/>
              <p:nvPr/>
            </p:nvSpPr>
            <p:spPr>
              <a:xfrm>
                <a:off x="4403400" y="2815523"/>
                <a:ext cx="138636" cy="190454"/>
              </a:xfrm>
              <a:custGeom>
                <a:avLst/>
                <a:gdLst/>
                <a:ahLst/>
                <a:cxnLst/>
                <a:rect l="l" t="t" r="r" b="b"/>
                <a:pathLst>
                  <a:path w="1485" h="2040" extrusionOk="0">
                    <a:moveTo>
                      <a:pt x="1437" y="0"/>
                    </a:moveTo>
                    <a:cubicBezTo>
                      <a:pt x="1418" y="0"/>
                      <a:pt x="1397" y="9"/>
                      <a:pt x="1379" y="14"/>
                    </a:cubicBezTo>
                    <a:cubicBezTo>
                      <a:pt x="1359" y="20"/>
                      <a:pt x="1333" y="26"/>
                      <a:pt x="1311" y="34"/>
                    </a:cubicBezTo>
                    <a:cubicBezTo>
                      <a:pt x="1265" y="44"/>
                      <a:pt x="1218" y="55"/>
                      <a:pt x="1172" y="62"/>
                    </a:cubicBezTo>
                    <a:lnTo>
                      <a:pt x="1165" y="63"/>
                    </a:lnTo>
                    <a:cubicBezTo>
                      <a:pt x="1162" y="60"/>
                      <a:pt x="1157" y="59"/>
                      <a:pt x="1153" y="59"/>
                    </a:cubicBezTo>
                    <a:cubicBezTo>
                      <a:pt x="1148" y="59"/>
                      <a:pt x="1143" y="61"/>
                      <a:pt x="1139" y="66"/>
                    </a:cubicBezTo>
                    <a:lnTo>
                      <a:pt x="1139" y="68"/>
                    </a:lnTo>
                    <a:cubicBezTo>
                      <a:pt x="1057" y="81"/>
                      <a:pt x="974" y="90"/>
                      <a:pt x="892" y="96"/>
                    </a:cubicBezTo>
                    <a:cubicBezTo>
                      <a:pt x="875" y="96"/>
                      <a:pt x="875" y="120"/>
                      <a:pt x="892" y="120"/>
                    </a:cubicBezTo>
                    <a:cubicBezTo>
                      <a:pt x="969" y="120"/>
                      <a:pt x="1047" y="116"/>
                      <a:pt x="1123" y="105"/>
                    </a:cubicBezTo>
                    <a:lnTo>
                      <a:pt x="1123" y="105"/>
                    </a:lnTo>
                    <a:cubicBezTo>
                      <a:pt x="1099" y="160"/>
                      <a:pt x="1077" y="217"/>
                      <a:pt x="1054" y="271"/>
                    </a:cubicBezTo>
                    <a:cubicBezTo>
                      <a:pt x="1025" y="339"/>
                      <a:pt x="995" y="406"/>
                      <a:pt x="963" y="474"/>
                    </a:cubicBezTo>
                    <a:cubicBezTo>
                      <a:pt x="901" y="609"/>
                      <a:pt x="834" y="740"/>
                      <a:pt x="764" y="872"/>
                    </a:cubicBezTo>
                    <a:cubicBezTo>
                      <a:pt x="623" y="1131"/>
                      <a:pt x="468" y="1382"/>
                      <a:pt x="298" y="1623"/>
                    </a:cubicBezTo>
                    <a:cubicBezTo>
                      <a:pt x="252" y="1692"/>
                      <a:pt x="203" y="1757"/>
                      <a:pt x="154" y="1823"/>
                    </a:cubicBezTo>
                    <a:cubicBezTo>
                      <a:pt x="104" y="1890"/>
                      <a:pt x="55" y="1957"/>
                      <a:pt x="5" y="2024"/>
                    </a:cubicBezTo>
                    <a:cubicBezTo>
                      <a:pt x="0" y="2031"/>
                      <a:pt x="7" y="2039"/>
                      <a:pt x="15" y="2039"/>
                    </a:cubicBezTo>
                    <a:cubicBezTo>
                      <a:pt x="18" y="2039"/>
                      <a:pt x="20" y="2039"/>
                      <a:pt x="22" y="2036"/>
                    </a:cubicBezTo>
                    <a:cubicBezTo>
                      <a:pt x="70" y="1981"/>
                      <a:pt x="118" y="1924"/>
                      <a:pt x="163" y="1865"/>
                    </a:cubicBezTo>
                    <a:cubicBezTo>
                      <a:pt x="209" y="1807"/>
                      <a:pt x="252" y="1747"/>
                      <a:pt x="295" y="1687"/>
                    </a:cubicBezTo>
                    <a:cubicBezTo>
                      <a:pt x="382" y="1567"/>
                      <a:pt x="465" y="1444"/>
                      <a:pt x="544" y="1319"/>
                    </a:cubicBezTo>
                    <a:cubicBezTo>
                      <a:pt x="598" y="1233"/>
                      <a:pt x="650" y="1146"/>
                      <a:pt x="701" y="1058"/>
                    </a:cubicBezTo>
                    <a:cubicBezTo>
                      <a:pt x="705" y="1067"/>
                      <a:pt x="713" y="1075"/>
                      <a:pt x="719" y="1082"/>
                    </a:cubicBezTo>
                    <a:cubicBezTo>
                      <a:pt x="732" y="1097"/>
                      <a:pt x="747" y="1113"/>
                      <a:pt x="762" y="1130"/>
                    </a:cubicBezTo>
                    <a:cubicBezTo>
                      <a:pt x="789" y="1160"/>
                      <a:pt x="816" y="1191"/>
                      <a:pt x="844" y="1222"/>
                    </a:cubicBezTo>
                    <a:cubicBezTo>
                      <a:pt x="898" y="1285"/>
                      <a:pt x="950" y="1347"/>
                      <a:pt x="1002" y="1410"/>
                    </a:cubicBezTo>
                    <a:cubicBezTo>
                      <a:pt x="1107" y="1537"/>
                      <a:pt x="1206" y="1665"/>
                      <a:pt x="1300" y="1798"/>
                    </a:cubicBezTo>
                    <a:cubicBezTo>
                      <a:pt x="1329" y="1835"/>
                      <a:pt x="1354" y="1872"/>
                      <a:pt x="1381" y="1910"/>
                    </a:cubicBezTo>
                    <a:cubicBezTo>
                      <a:pt x="1405" y="1948"/>
                      <a:pt x="1433" y="1984"/>
                      <a:pt x="1463" y="2018"/>
                    </a:cubicBezTo>
                    <a:cubicBezTo>
                      <a:pt x="1465" y="2021"/>
                      <a:pt x="1468" y="2022"/>
                      <a:pt x="1470" y="2022"/>
                    </a:cubicBezTo>
                    <a:cubicBezTo>
                      <a:pt x="1478" y="2022"/>
                      <a:pt x="1484" y="2013"/>
                      <a:pt x="1481" y="2005"/>
                    </a:cubicBezTo>
                    <a:cubicBezTo>
                      <a:pt x="1461" y="1968"/>
                      <a:pt x="1441" y="1933"/>
                      <a:pt x="1415" y="1901"/>
                    </a:cubicBezTo>
                    <a:cubicBezTo>
                      <a:pt x="1393" y="1866"/>
                      <a:pt x="1369" y="1832"/>
                      <a:pt x="1345" y="1799"/>
                    </a:cubicBezTo>
                    <a:cubicBezTo>
                      <a:pt x="1297" y="1732"/>
                      <a:pt x="1248" y="1667"/>
                      <a:pt x="1198" y="1601"/>
                    </a:cubicBezTo>
                    <a:cubicBezTo>
                      <a:pt x="1098" y="1471"/>
                      <a:pt x="995" y="1343"/>
                      <a:pt x="886" y="1221"/>
                    </a:cubicBezTo>
                    <a:cubicBezTo>
                      <a:pt x="855" y="1186"/>
                      <a:pt x="825" y="1152"/>
                      <a:pt x="793" y="1118"/>
                    </a:cubicBezTo>
                    <a:cubicBezTo>
                      <a:pt x="779" y="1101"/>
                      <a:pt x="762" y="1083"/>
                      <a:pt x="747" y="1067"/>
                    </a:cubicBezTo>
                    <a:cubicBezTo>
                      <a:pt x="737" y="1055"/>
                      <a:pt x="725" y="1045"/>
                      <a:pt x="713" y="1036"/>
                    </a:cubicBezTo>
                    <a:cubicBezTo>
                      <a:pt x="805" y="873"/>
                      <a:pt x="892" y="709"/>
                      <a:pt x="972" y="539"/>
                    </a:cubicBezTo>
                    <a:cubicBezTo>
                      <a:pt x="1008" y="465"/>
                      <a:pt x="1042" y="389"/>
                      <a:pt x="1075" y="311"/>
                    </a:cubicBezTo>
                    <a:cubicBezTo>
                      <a:pt x="1107" y="241"/>
                      <a:pt x="1136" y="171"/>
                      <a:pt x="1162" y="99"/>
                    </a:cubicBezTo>
                    <a:lnTo>
                      <a:pt x="1177" y="98"/>
                    </a:lnTo>
                    <a:cubicBezTo>
                      <a:pt x="1223" y="90"/>
                      <a:pt x="1271" y="80"/>
                      <a:pt x="1315" y="69"/>
                    </a:cubicBezTo>
                    <a:cubicBezTo>
                      <a:pt x="1338" y="63"/>
                      <a:pt x="1362" y="58"/>
                      <a:pt x="1384" y="50"/>
                    </a:cubicBezTo>
                    <a:cubicBezTo>
                      <a:pt x="1396" y="47"/>
                      <a:pt x="1406" y="44"/>
                      <a:pt x="1418" y="41"/>
                    </a:cubicBezTo>
                    <a:cubicBezTo>
                      <a:pt x="1430" y="38"/>
                      <a:pt x="1442" y="32"/>
                      <a:pt x="1451" y="25"/>
                    </a:cubicBezTo>
                    <a:cubicBezTo>
                      <a:pt x="1458" y="17"/>
                      <a:pt x="1456" y="4"/>
                      <a:pt x="1445" y="1"/>
                    </a:cubicBezTo>
                    <a:cubicBezTo>
                      <a:pt x="1443" y="0"/>
                      <a:pt x="1440" y="0"/>
                      <a:pt x="143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57"/>
              <p:cNvSpPr/>
              <p:nvPr/>
            </p:nvSpPr>
            <p:spPr>
              <a:xfrm>
                <a:off x="4260563" y="3109979"/>
                <a:ext cx="73659" cy="97188"/>
              </a:xfrm>
              <a:custGeom>
                <a:avLst/>
                <a:gdLst/>
                <a:ahLst/>
                <a:cxnLst/>
                <a:rect l="l" t="t" r="r" b="b"/>
                <a:pathLst>
                  <a:path w="789" h="1041" extrusionOk="0">
                    <a:moveTo>
                      <a:pt x="770" y="1"/>
                    </a:moveTo>
                    <a:cubicBezTo>
                      <a:pt x="767" y="1"/>
                      <a:pt x="764" y="2"/>
                      <a:pt x="761" y="4"/>
                    </a:cubicBezTo>
                    <a:cubicBezTo>
                      <a:pt x="747" y="19"/>
                      <a:pt x="735" y="35"/>
                      <a:pt x="723" y="51"/>
                    </a:cubicBezTo>
                    <a:lnTo>
                      <a:pt x="686" y="105"/>
                    </a:lnTo>
                    <a:cubicBezTo>
                      <a:pt x="664" y="138"/>
                      <a:pt x="640" y="172"/>
                      <a:pt x="616" y="205"/>
                    </a:cubicBezTo>
                    <a:cubicBezTo>
                      <a:pt x="567" y="274"/>
                      <a:pt x="519" y="341"/>
                      <a:pt x="470" y="408"/>
                    </a:cubicBezTo>
                    <a:cubicBezTo>
                      <a:pt x="373" y="541"/>
                      <a:pt x="273" y="672"/>
                      <a:pt x="173" y="803"/>
                    </a:cubicBezTo>
                    <a:cubicBezTo>
                      <a:pt x="116" y="876"/>
                      <a:pt x="61" y="949"/>
                      <a:pt x="5" y="1024"/>
                    </a:cubicBezTo>
                    <a:cubicBezTo>
                      <a:pt x="0" y="1031"/>
                      <a:pt x="9" y="1040"/>
                      <a:pt x="16" y="1040"/>
                    </a:cubicBezTo>
                    <a:cubicBezTo>
                      <a:pt x="19" y="1040"/>
                      <a:pt x="21" y="1039"/>
                      <a:pt x="23" y="1037"/>
                    </a:cubicBezTo>
                    <a:cubicBezTo>
                      <a:pt x="237" y="785"/>
                      <a:pt x="434" y="518"/>
                      <a:pt x="626" y="250"/>
                    </a:cubicBezTo>
                    <a:cubicBezTo>
                      <a:pt x="653" y="212"/>
                      <a:pt x="680" y="175"/>
                      <a:pt x="707" y="136"/>
                    </a:cubicBezTo>
                    <a:lnTo>
                      <a:pt x="749" y="78"/>
                    </a:lnTo>
                    <a:cubicBezTo>
                      <a:pt x="762" y="59"/>
                      <a:pt x="774" y="39"/>
                      <a:pt x="785" y="17"/>
                    </a:cubicBezTo>
                    <a:cubicBezTo>
                      <a:pt x="789" y="7"/>
                      <a:pt x="780" y="1"/>
                      <a:pt x="770" y="1"/>
                    </a:cubicBezTo>
                    <a:close/>
                  </a:path>
                </a:pathLst>
              </a:custGeom>
              <a:solidFill>
                <a:srgbClr val="985A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57"/>
              <p:cNvSpPr/>
              <p:nvPr/>
            </p:nvSpPr>
            <p:spPr>
              <a:xfrm>
                <a:off x="3873223" y="3467453"/>
                <a:ext cx="127246" cy="100642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078" extrusionOk="0">
                    <a:moveTo>
                      <a:pt x="292" y="0"/>
                    </a:moveTo>
                    <a:cubicBezTo>
                      <a:pt x="270" y="0"/>
                      <a:pt x="249" y="7"/>
                      <a:pt x="235" y="28"/>
                    </a:cubicBezTo>
                    <a:cubicBezTo>
                      <a:pt x="235" y="28"/>
                      <a:pt x="1" y="390"/>
                      <a:pt x="127" y="519"/>
                    </a:cubicBezTo>
                    <a:cubicBezTo>
                      <a:pt x="171" y="562"/>
                      <a:pt x="266" y="648"/>
                      <a:pt x="376" y="741"/>
                    </a:cubicBezTo>
                    <a:cubicBezTo>
                      <a:pt x="566" y="900"/>
                      <a:pt x="805" y="1077"/>
                      <a:pt x="910" y="1077"/>
                    </a:cubicBezTo>
                    <a:cubicBezTo>
                      <a:pt x="920" y="1077"/>
                      <a:pt x="929" y="1076"/>
                      <a:pt x="937" y="1072"/>
                    </a:cubicBezTo>
                    <a:cubicBezTo>
                      <a:pt x="1064" y="1008"/>
                      <a:pt x="1362" y="645"/>
                      <a:pt x="1362" y="645"/>
                    </a:cubicBezTo>
                    <a:lnTo>
                      <a:pt x="937" y="390"/>
                    </a:lnTo>
                    <a:lnTo>
                      <a:pt x="494" y="101"/>
                    </a:lnTo>
                    <a:lnTo>
                      <a:pt x="384" y="28"/>
                    </a:lnTo>
                    <a:cubicBezTo>
                      <a:pt x="384" y="28"/>
                      <a:pt x="336" y="0"/>
                      <a:pt x="2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57"/>
              <p:cNvSpPr/>
              <p:nvPr/>
            </p:nvSpPr>
            <p:spPr>
              <a:xfrm>
                <a:off x="4561548" y="2614239"/>
                <a:ext cx="53307" cy="44439"/>
              </a:xfrm>
              <a:custGeom>
                <a:avLst/>
                <a:gdLst/>
                <a:ahLst/>
                <a:cxnLst/>
                <a:rect l="l" t="t" r="r" b="b"/>
                <a:pathLst>
                  <a:path w="571" h="476" extrusionOk="0">
                    <a:moveTo>
                      <a:pt x="10" y="0"/>
                    </a:moveTo>
                    <a:cubicBezTo>
                      <a:pt x="5" y="0"/>
                      <a:pt x="0" y="6"/>
                      <a:pt x="3" y="13"/>
                    </a:cubicBezTo>
                    <a:cubicBezTo>
                      <a:pt x="81" y="186"/>
                      <a:pt x="228" y="326"/>
                      <a:pt x="395" y="412"/>
                    </a:cubicBezTo>
                    <a:cubicBezTo>
                      <a:pt x="443" y="438"/>
                      <a:pt x="494" y="458"/>
                      <a:pt x="544" y="475"/>
                    </a:cubicBezTo>
                    <a:cubicBezTo>
                      <a:pt x="545" y="475"/>
                      <a:pt x="546" y="475"/>
                      <a:pt x="547" y="475"/>
                    </a:cubicBezTo>
                    <a:cubicBezTo>
                      <a:pt x="564" y="475"/>
                      <a:pt x="570" y="451"/>
                      <a:pt x="553" y="443"/>
                    </a:cubicBezTo>
                    <a:cubicBezTo>
                      <a:pt x="465" y="415"/>
                      <a:pt x="383" y="373"/>
                      <a:pt x="307" y="321"/>
                    </a:cubicBezTo>
                    <a:cubicBezTo>
                      <a:pt x="231" y="269"/>
                      <a:pt x="164" y="206"/>
                      <a:pt x="107" y="133"/>
                    </a:cubicBezTo>
                    <a:cubicBezTo>
                      <a:pt x="75" y="93"/>
                      <a:pt x="45" y="50"/>
                      <a:pt x="17" y="5"/>
                    </a:cubicBezTo>
                    <a:cubicBezTo>
                      <a:pt x="15" y="2"/>
                      <a:pt x="13" y="0"/>
                      <a:pt x="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57"/>
              <p:cNvSpPr/>
              <p:nvPr/>
            </p:nvSpPr>
            <p:spPr>
              <a:xfrm>
                <a:off x="4377354" y="2616293"/>
                <a:ext cx="92237" cy="51348"/>
              </a:xfrm>
              <a:custGeom>
                <a:avLst/>
                <a:gdLst/>
                <a:ahLst/>
                <a:cxnLst/>
                <a:rect l="l" t="t" r="r" b="b"/>
                <a:pathLst>
                  <a:path w="988" h="550" extrusionOk="0">
                    <a:moveTo>
                      <a:pt x="953" y="1"/>
                    </a:moveTo>
                    <a:cubicBezTo>
                      <a:pt x="947" y="1"/>
                      <a:pt x="940" y="3"/>
                      <a:pt x="935" y="10"/>
                    </a:cubicBezTo>
                    <a:cubicBezTo>
                      <a:pt x="843" y="117"/>
                      <a:pt x="737" y="213"/>
                      <a:pt x="619" y="293"/>
                    </a:cubicBezTo>
                    <a:cubicBezTo>
                      <a:pt x="503" y="369"/>
                      <a:pt x="376" y="429"/>
                      <a:pt x="245" y="471"/>
                    </a:cubicBezTo>
                    <a:cubicBezTo>
                      <a:pt x="169" y="493"/>
                      <a:pt x="93" y="511"/>
                      <a:pt x="17" y="524"/>
                    </a:cubicBezTo>
                    <a:cubicBezTo>
                      <a:pt x="0" y="527"/>
                      <a:pt x="3" y="550"/>
                      <a:pt x="18" y="550"/>
                    </a:cubicBezTo>
                    <a:cubicBezTo>
                      <a:pt x="296" y="538"/>
                      <a:pt x="574" y="407"/>
                      <a:pt x="794" y="219"/>
                    </a:cubicBezTo>
                    <a:cubicBezTo>
                      <a:pt x="859" y="165"/>
                      <a:pt x="917" y="105"/>
                      <a:pt x="971" y="40"/>
                    </a:cubicBezTo>
                    <a:cubicBezTo>
                      <a:pt x="988" y="22"/>
                      <a:pt x="971" y="1"/>
                      <a:pt x="953" y="1"/>
                    </a:cubicBezTo>
                    <a:close/>
                  </a:path>
                </a:pathLst>
              </a:custGeom>
              <a:solidFill>
                <a:srgbClr val="FFEA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57"/>
              <p:cNvSpPr/>
              <p:nvPr/>
            </p:nvSpPr>
            <p:spPr>
              <a:xfrm>
                <a:off x="4183170" y="2728698"/>
                <a:ext cx="177939" cy="421334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4513" extrusionOk="0">
                    <a:moveTo>
                      <a:pt x="1897" y="1"/>
                    </a:moveTo>
                    <a:cubicBezTo>
                      <a:pt x="1894" y="1"/>
                      <a:pt x="1892" y="3"/>
                      <a:pt x="1891" y="6"/>
                    </a:cubicBezTo>
                    <a:cubicBezTo>
                      <a:pt x="1831" y="316"/>
                      <a:pt x="1758" y="625"/>
                      <a:pt x="1669" y="928"/>
                    </a:cubicBezTo>
                    <a:cubicBezTo>
                      <a:pt x="1578" y="1232"/>
                      <a:pt x="1469" y="1532"/>
                      <a:pt x="1350" y="1827"/>
                    </a:cubicBezTo>
                    <a:cubicBezTo>
                      <a:pt x="1230" y="2121"/>
                      <a:pt x="1099" y="2412"/>
                      <a:pt x="960" y="2696"/>
                    </a:cubicBezTo>
                    <a:cubicBezTo>
                      <a:pt x="822" y="2983"/>
                      <a:pt x="673" y="3271"/>
                      <a:pt x="522" y="3552"/>
                    </a:cubicBezTo>
                    <a:cubicBezTo>
                      <a:pt x="370" y="3834"/>
                      <a:pt x="215" y="4112"/>
                      <a:pt x="60" y="4390"/>
                    </a:cubicBezTo>
                    <a:cubicBezTo>
                      <a:pt x="42" y="4425"/>
                      <a:pt x="22" y="4459"/>
                      <a:pt x="5" y="4495"/>
                    </a:cubicBezTo>
                    <a:cubicBezTo>
                      <a:pt x="0" y="4504"/>
                      <a:pt x="8" y="4513"/>
                      <a:pt x="17" y="4513"/>
                    </a:cubicBezTo>
                    <a:cubicBezTo>
                      <a:pt x="20" y="4513"/>
                      <a:pt x="24" y="4511"/>
                      <a:pt x="27" y="4507"/>
                    </a:cubicBezTo>
                    <a:cubicBezTo>
                      <a:pt x="191" y="4231"/>
                      <a:pt x="343" y="3949"/>
                      <a:pt x="495" y="3669"/>
                    </a:cubicBezTo>
                    <a:cubicBezTo>
                      <a:pt x="647" y="3387"/>
                      <a:pt x="798" y="3102"/>
                      <a:pt x="938" y="2813"/>
                    </a:cubicBezTo>
                    <a:cubicBezTo>
                      <a:pt x="1080" y="2526"/>
                      <a:pt x="1214" y="2237"/>
                      <a:pt x="1336" y="1942"/>
                    </a:cubicBezTo>
                    <a:cubicBezTo>
                      <a:pt x="1457" y="1650"/>
                      <a:pt x="1566" y="1351"/>
                      <a:pt x="1660" y="1050"/>
                    </a:cubicBezTo>
                    <a:cubicBezTo>
                      <a:pt x="1706" y="898"/>
                      <a:pt x="1748" y="746"/>
                      <a:pt x="1786" y="592"/>
                    </a:cubicBezTo>
                    <a:cubicBezTo>
                      <a:pt x="1825" y="437"/>
                      <a:pt x="1861" y="282"/>
                      <a:pt x="1886" y="126"/>
                    </a:cubicBezTo>
                    <a:cubicBezTo>
                      <a:pt x="1892" y="87"/>
                      <a:pt x="1898" y="48"/>
                      <a:pt x="1904" y="9"/>
                    </a:cubicBezTo>
                    <a:cubicBezTo>
                      <a:pt x="1905" y="4"/>
                      <a:pt x="1901" y="1"/>
                      <a:pt x="18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57"/>
              <p:cNvSpPr/>
              <p:nvPr/>
            </p:nvSpPr>
            <p:spPr>
              <a:xfrm>
                <a:off x="4549038" y="2873406"/>
                <a:ext cx="156374" cy="256273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2745" extrusionOk="0">
                    <a:moveTo>
                      <a:pt x="20" y="1"/>
                    </a:moveTo>
                    <a:cubicBezTo>
                      <a:pt x="11" y="1"/>
                      <a:pt x="1" y="10"/>
                      <a:pt x="6" y="21"/>
                    </a:cubicBezTo>
                    <a:cubicBezTo>
                      <a:pt x="212" y="375"/>
                      <a:pt x="420" y="727"/>
                      <a:pt x="632" y="1079"/>
                    </a:cubicBezTo>
                    <a:cubicBezTo>
                      <a:pt x="844" y="1431"/>
                      <a:pt x="1056" y="1785"/>
                      <a:pt x="1266" y="2140"/>
                    </a:cubicBezTo>
                    <a:cubicBezTo>
                      <a:pt x="1385" y="2338"/>
                      <a:pt x="1502" y="2536"/>
                      <a:pt x="1622" y="2733"/>
                    </a:cubicBezTo>
                    <a:cubicBezTo>
                      <a:pt x="1627" y="2741"/>
                      <a:pt x="1635" y="2745"/>
                      <a:pt x="1642" y="2745"/>
                    </a:cubicBezTo>
                    <a:cubicBezTo>
                      <a:pt x="1658" y="2745"/>
                      <a:pt x="1674" y="2728"/>
                      <a:pt x="1664" y="2711"/>
                    </a:cubicBezTo>
                    <a:cubicBezTo>
                      <a:pt x="1457" y="2356"/>
                      <a:pt x="1242" y="2007"/>
                      <a:pt x="1030" y="1655"/>
                    </a:cubicBezTo>
                    <a:cubicBezTo>
                      <a:pt x="820" y="1304"/>
                      <a:pt x="607" y="950"/>
                      <a:pt x="394" y="598"/>
                    </a:cubicBezTo>
                    <a:cubicBezTo>
                      <a:pt x="274" y="399"/>
                      <a:pt x="153" y="203"/>
                      <a:pt x="31" y="7"/>
                    </a:cubicBezTo>
                    <a:cubicBezTo>
                      <a:pt x="28" y="3"/>
                      <a:pt x="24" y="1"/>
                      <a:pt x="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57"/>
              <p:cNvSpPr/>
              <p:nvPr/>
            </p:nvSpPr>
            <p:spPr>
              <a:xfrm>
                <a:off x="4726137" y="3206886"/>
                <a:ext cx="16618" cy="266449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854" extrusionOk="0">
                    <a:moveTo>
                      <a:pt x="9" y="1"/>
                    </a:moveTo>
                    <a:cubicBezTo>
                      <a:pt x="5" y="1"/>
                      <a:pt x="0" y="5"/>
                      <a:pt x="1" y="13"/>
                    </a:cubicBezTo>
                    <a:cubicBezTo>
                      <a:pt x="30" y="379"/>
                      <a:pt x="56" y="748"/>
                      <a:pt x="79" y="1116"/>
                    </a:cubicBezTo>
                    <a:cubicBezTo>
                      <a:pt x="101" y="1484"/>
                      <a:pt x="120" y="1851"/>
                      <a:pt x="134" y="2219"/>
                    </a:cubicBezTo>
                    <a:cubicBezTo>
                      <a:pt x="137" y="2322"/>
                      <a:pt x="140" y="2425"/>
                      <a:pt x="143" y="2530"/>
                    </a:cubicBezTo>
                    <a:cubicBezTo>
                      <a:pt x="147" y="2634"/>
                      <a:pt x="149" y="2738"/>
                      <a:pt x="156" y="2843"/>
                    </a:cubicBezTo>
                    <a:cubicBezTo>
                      <a:pt x="157" y="2850"/>
                      <a:pt x="161" y="2854"/>
                      <a:pt x="165" y="2854"/>
                    </a:cubicBezTo>
                    <a:cubicBezTo>
                      <a:pt x="169" y="2854"/>
                      <a:pt x="173" y="2850"/>
                      <a:pt x="174" y="2843"/>
                    </a:cubicBezTo>
                    <a:cubicBezTo>
                      <a:pt x="177" y="2750"/>
                      <a:pt x="176" y="2656"/>
                      <a:pt x="173" y="2564"/>
                    </a:cubicBezTo>
                    <a:cubicBezTo>
                      <a:pt x="170" y="2470"/>
                      <a:pt x="167" y="2378"/>
                      <a:pt x="164" y="2284"/>
                    </a:cubicBezTo>
                    <a:cubicBezTo>
                      <a:pt x="156" y="2100"/>
                      <a:pt x="149" y="1917"/>
                      <a:pt x="140" y="1733"/>
                    </a:cubicBezTo>
                    <a:cubicBezTo>
                      <a:pt x="123" y="1365"/>
                      <a:pt x="100" y="995"/>
                      <a:pt x="73" y="627"/>
                    </a:cubicBezTo>
                    <a:cubicBezTo>
                      <a:pt x="56" y="421"/>
                      <a:pt x="38" y="215"/>
                      <a:pt x="16" y="10"/>
                    </a:cubicBezTo>
                    <a:cubicBezTo>
                      <a:pt x="16" y="4"/>
                      <a:pt x="13" y="1"/>
                      <a:pt x="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57"/>
              <p:cNvSpPr/>
              <p:nvPr/>
            </p:nvSpPr>
            <p:spPr>
              <a:xfrm>
                <a:off x="3977503" y="3224438"/>
                <a:ext cx="153106" cy="219583"/>
              </a:xfrm>
              <a:custGeom>
                <a:avLst/>
                <a:gdLst/>
                <a:ahLst/>
                <a:cxnLst/>
                <a:rect l="l" t="t" r="r" b="b"/>
                <a:pathLst>
                  <a:path w="1640" h="2352" extrusionOk="0">
                    <a:moveTo>
                      <a:pt x="1630" y="1"/>
                    </a:moveTo>
                    <a:cubicBezTo>
                      <a:pt x="1627" y="1"/>
                      <a:pt x="1624" y="2"/>
                      <a:pt x="1621" y="6"/>
                    </a:cubicBezTo>
                    <a:cubicBezTo>
                      <a:pt x="1417" y="314"/>
                      <a:pt x="1213" y="621"/>
                      <a:pt x="1004" y="925"/>
                    </a:cubicBezTo>
                    <a:cubicBezTo>
                      <a:pt x="797" y="1229"/>
                      <a:pt x="585" y="1530"/>
                      <a:pt x="370" y="1829"/>
                    </a:cubicBezTo>
                    <a:cubicBezTo>
                      <a:pt x="309" y="1914"/>
                      <a:pt x="248" y="1997"/>
                      <a:pt x="188" y="2079"/>
                    </a:cubicBezTo>
                    <a:cubicBezTo>
                      <a:pt x="126" y="2164"/>
                      <a:pt x="63" y="2248"/>
                      <a:pt x="7" y="2336"/>
                    </a:cubicBezTo>
                    <a:cubicBezTo>
                      <a:pt x="0" y="2344"/>
                      <a:pt x="4" y="2351"/>
                      <a:pt x="10" y="2351"/>
                    </a:cubicBezTo>
                    <a:cubicBezTo>
                      <a:pt x="13" y="2351"/>
                      <a:pt x="17" y="2350"/>
                      <a:pt x="20" y="2346"/>
                    </a:cubicBezTo>
                    <a:cubicBezTo>
                      <a:pt x="80" y="2275"/>
                      <a:pt x="135" y="2198"/>
                      <a:pt x="190" y="2124"/>
                    </a:cubicBezTo>
                    <a:cubicBezTo>
                      <a:pt x="245" y="2049"/>
                      <a:pt x="300" y="1975"/>
                      <a:pt x="354" y="1899"/>
                    </a:cubicBezTo>
                    <a:cubicBezTo>
                      <a:pt x="461" y="1750"/>
                      <a:pt x="569" y="1601"/>
                      <a:pt x="675" y="1450"/>
                    </a:cubicBezTo>
                    <a:cubicBezTo>
                      <a:pt x="888" y="1147"/>
                      <a:pt x="1097" y="843"/>
                      <a:pt x="1299" y="536"/>
                    </a:cubicBezTo>
                    <a:cubicBezTo>
                      <a:pt x="1414" y="363"/>
                      <a:pt x="1526" y="188"/>
                      <a:pt x="1635" y="14"/>
                    </a:cubicBezTo>
                    <a:cubicBezTo>
                      <a:pt x="1640" y="7"/>
                      <a:pt x="1636" y="1"/>
                      <a:pt x="16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57"/>
              <p:cNvSpPr/>
              <p:nvPr/>
            </p:nvSpPr>
            <p:spPr>
              <a:xfrm>
                <a:off x="4713814" y="3474081"/>
                <a:ext cx="137236" cy="125382"/>
              </a:xfrm>
              <a:custGeom>
                <a:avLst/>
                <a:gdLst/>
                <a:ahLst/>
                <a:cxnLst/>
                <a:rect l="l" t="t" r="r" b="b"/>
                <a:pathLst>
                  <a:path w="1470" h="1343" extrusionOk="0">
                    <a:moveTo>
                      <a:pt x="1469" y="0"/>
                    </a:moveTo>
                    <a:lnTo>
                      <a:pt x="0" y="574"/>
                    </a:lnTo>
                    <a:cubicBezTo>
                      <a:pt x="0" y="574"/>
                      <a:pt x="61" y="1342"/>
                      <a:pt x="281" y="1342"/>
                    </a:cubicBezTo>
                    <a:cubicBezTo>
                      <a:pt x="287" y="1342"/>
                      <a:pt x="293" y="1342"/>
                      <a:pt x="299" y="1341"/>
                    </a:cubicBezTo>
                    <a:cubicBezTo>
                      <a:pt x="533" y="1299"/>
                      <a:pt x="1278" y="1171"/>
                      <a:pt x="1363" y="808"/>
                    </a:cubicBezTo>
                    <a:cubicBezTo>
                      <a:pt x="1448" y="448"/>
                      <a:pt x="1469" y="0"/>
                      <a:pt x="1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57"/>
              <p:cNvSpPr/>
              <p:nvPr/>
            </p:nvSpPr>
            <p:spPr>
              <a:xfrm>
                <a:off x="3827478" y="3624390"/>
                <a:ext cx="269523" cy="56296"/>
              </a:xfrm>
              <a:custGeom>
                <a:avLst/>
                <a:gdLst/>
                <a:ahLst/>
                <a:cxnLst/>
                <a:rect l="l" t="t" r="r" b="b"/>
                <a:pathLst>
                  <a:path w="2887" h="603" extrusionOk="0">
                    <a:moveTo>
                      <a:pt x="36" y="1"/>
                    </a:moveTo>
                    <a:lnTo>
                      <a:pt x="36" y="1"/>
                    </a:lnTo>
                    <a:cubicBezTo>
                      <a:pt x="0" y="133"/>
                      <a:pt x="2" y="236"/>
                      <a:pt x="64" y="284"/>
                    </a:cubicBezTo>
                    <a:cubicBezTo>
                      <a:pt x="264" y="438"/>
                      <a:pt x="1658" y="602"/>
                      <a:pt x="2405" y="602"/>
                    </a:cubicBezTo>
                    <a:cubicBezTo>
                      <a:pt x="2695" y="602"/>
                      <a:pt x="2887" y="578"/>
                      <a:pt x="2875" y="518"/>
                    </a:cubicBezTo>
                    <a:cubicBezTo>
                      <a:pt x="2866" y="476"/>
                      <a:pt x="2804" y="412"/>
                      <a:pt x="2710" y="336"/>
                    </a:cubicBezTo>
                    <a:lnTo>
                      <a:pt x="2710" y="336"/>
                    </a:lnTo>
                    <a:cubicBezTo>
                      <a:pt x="2717" y="452"/>
                      <a:pt x="2653" y="582"/>
                      <a:pt x="2364" y="582"/>
                    </a:cubicBezTo>
                    <a:cubicBezTo>
                      <a:pt x="1949" y="582"/>
                      <a:pt x="564" y="75"/>
                      <a:pt x="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57"/>
              <p:cNvSpPr/>
              <p:nvPr/>
            </p:nvSpPr>
            <p:spPr>
              <a:xfrm>
                <a:off x="4697663" y="3637460"/>
                <a:ext cx="306493" cy="72727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779" extrusionOk="0">
                    <a:moveTo>
                      <a:pt x="162" y="1"/>
                    </a:moveTo>
                    <a:lnTo>
                      <a:pt x="162" y="1"/>
                    </a:lnTo>
                    <a:cubicBezTo>
                      <a:pt x="51" y="181"/>
                      <a:pt x="0" y="394"/>
                      <a:pt x="302" y="465"/>
                    </a:cubicBezTo>
                    <a:cubicBezTo>
                      <a:pt x="708" y="558"/>
                      <a:pt x="2162" y="778"/>
                      <a:pt x="2870" y="778"/>
                    </a:cubicBezTo>
                    <a:cubicBezTo>
                      <a:pt x="3125" y="778"/>
                      <a:pt x="3283" y="750"/>
                      <a:pt x="3260" y="676"/>
                    </a:cubicBezTo>
                    <a:cubicBezTo>
                      <a:pt x="3245" y="627"/>
                      <a:pt x="3187" y="560"/>
                      <a:pt x="3102" y="485"/>
                    </a:cubicBezTo>
                    <a:cubicBezTo>
                      <a:pt x="3042" y="615"/>
                      <a:pt x="2713" y="664"/>
                      <a:pt x="2313" y="664"/>
                    </a:cubicBezTo>
                    <a:cubicBezTo>
                      <a:pt x="1792" y="664"/>
                      <a:pt x="1149" y="581"/>
                      <a:pt x="812" y="485"/>
                    </a:cubicBezTo>
                    <a:cubicBezTo>
                      <a:pt x="542" y="411"/>
                      <a:pt x="309" y="238"/>
                      <a:pt x="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57"/>
              <p:cNvSpPr/>
              <p:nvPr/>
            </p:nvSpPr>
            <p:spPr>
              <a:xfrm>
                <a:off x="4825003" y="3597876"/>
                <a:ext cx="35196" cy="42105"/>
              </a:xfrm>
              <a:custGeom>
                <a:avLst/>
                <a:gdLst/>
                <a:ahLst/>
                <a:cxnLst/>
                <a:rect l="l" t="t" r="r" b="b"/>
                <a:pathLst>
                  <a:path w="377" h="451" extrusionOk="0">
                    <a:moveTo>
                      <a:pt x="358" y="0"/>
                    </a:moveTo>
                    <a:cubicBezTo>
                      <a:pt x="356" y="0"/>
                      <a:pt x="355" y="1"/>
                      <a:pt x="353" y="1"/>
                    </a:cubicBezTo>
                    <a:cubicBezTo>
                      <a:pt x="317" y="15"/>
                      <a:pt x="284" y="34"/>
                      <a:pt x="254" y="58"/>
                    </a:cubicBezTo>
                    <a:cubicBezTo>
                      <a:pt x="223" y="80"/>
                      <a:pt x="195" y="106"/>
                      <a:pt x="168" y="133"/>
                    </a:cubicBezTo>
                    <a:cubicBezTo>
                      <a:pt x="114" y="188"/>
                      <a:pt x="72" y="250"/>
                      <a:pt x="40" y="319"/>
                    </a:cubicBezTo>
                    <a:cubicBezTo>
                      <a:pt x="23" y="356"/>
                      <a:pt x="1" y="402"/>
                      <a:pt x="7" y="443"/>
                    </a:cubicBezTo>
                    <a:cubicBezTo>
                      <a:pt x="8" y="448"/>
                      <a:pt x="12" y="451"/>
                      <a:pt x="17" y="451"/>
                    </a:cubicBezTo>
                    <a:cubicBezTo>
                      <a:pt x="21" y="451"/>
                      <a:pt x="25" y="449"/>
                      <a:pt x="28" y="446"/>
                    </a:cubicBezTo>
                    <a:cubicBezTo>
                      <a:pt x="37" y="431"/>
                      <a:pt x="44" y="414"/>
                      <a:pt x="49" y="396"/>
                    </a:cubicBezTo>
                    <a:cubicBezTo>
                      <a:pt x="56" y="380"/>
                      <a:pt x="62" y="364"/>
                      <a:pt x="68" y="347"/>
                    </a:cubicBezTo>
                    <a:cubicBezTo>
                      <a:pt x="83" y="314"/>
                      <a:pt x="99" y="283"/>
                      <a:pt x="120" y="253"/>
                    </a:cubicBezTo>
                    <a:cubicBezTo>
                      <a:pt x="159" y="192"/>
                      <a:pt x="207" y="140"/>
                      <a:pt x="263" y="97"/>
                    </a:cubicBezTo>
                    <a:cubicBezTo>
                      <a:pt x="296" y="71"/>
                      <a:pt x="330" y="52"/>
                      <a:pt x="365" y="28"/>
                    </a:cubicBezTo>
                    <a:cubicBezTo>
                      <a:pt x="377" y="21"/>
                      <a:pt x="372" y="0"/>
                      <a:pt x="3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57"/>
              <p:cNvSpPr/>
              <p:nvPr/>
            </p:nvSpPr>
            <p:spPr>
              <a:xfrm>
                <a:off x="6870466" y="2493899"/>
                <a:ext cx="16991" cy="4640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497" extrusionOk="0">
                    <a:moveTo>
                      <a:pt x="131" y="1"/>
                    </a:moveTo>
                    <a:cubicBezTo>
                      <a:pt x="130" y="1"/>
                      <a:pt x="129" y="1"/>
                      <a:pt x="128" y="1"/>
                    </a:cubicBezTo>
                    <a:cubicBezTo>
                      <a:pt x="70" y="22"/>
                      <a:pt x="1" y="373"/>
                      <a:pt x="1" y="373"/>
                    </a:cubicBezTo>
                    <a:lnTo>
                      <a:pt x="104" y="496"/>
                    </a:lnTo>
                    <a:cubicBezTo>
                      <a:pt x="104" y="496"/>
                      <a:pt x="181" y="1"/>
                      <a:pt x="131" y="1"/>
                    </a:cubicBezTo>
                    <a:close/>
                  </a:path>
                </a:pathLst>
              </a:custGeom>
              <a:solidFill>
                <a:srgbClr val="FFBA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57"/>
              <p:cNvSpPr/>
              <p:nvPr/>
            </p:nvSpPr>
            <p:spPr>
              <a:xfrm>
                <a:off x="6853195" y="2442925"/>
                <a:ext cx="24366" cy="85144"/>
              </a:xfrm>
              <a:custGeom>
                <a:avLst/>
                <a:gdLst/>
                <a:ahLst/>
                <a:cxnLst/>
                <a:rect l="l" t="t" r="r" b="b"/>
                <a:pathLst>
                  <a:path w="261" h="912" extrusionOk="0">
                    <a:moveTo>
                      <a:pt x="49" y="0"/>
                    </a:moveTo>
                    <a:cubicBezTo>
                      <a:pt x="1" y="0"/>
                      <a:pt x="8" y="204"/>
                      <a:pt x="8" y="204"/>
                    </a:cubicBezTo>
                    <a:lnTo>
                      <a:pt x="260" y="911"/>
                    </a:lnTo>
                    <a:cubicBezTo>
                      <a:pt x="256" y="866"/>
                      <a:pt x="126" y="43"/>
                      <a:pt x="62" y="4"/>
                    </a:cubicBezTo>
                    <a:cubicBezTo>
                      <a:pt x="57" y="2"/>
                      <a:pt x="53" y="0"/>
                      <a:pt x="49" y="0"/>
                    </a:cubicBezTo>
                    <a:close/>
                  </a:path>
                </a:pathLst>
              </a:custGeom>
              <a:solidFill>
                <a:srgbClr val="FFBA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57"/>
              <p:cNvSpPr/>
              <p:nvPr/>
            </p:nvSpPr>
            <p:spPr>
              <a:xfrm>
                <a:off x="6842085" y="2438817"/>
                <a:ext cx="67031" cy="137613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474" extrusionOk="0">
                    <a:moveTo>
                      <a:pt x="46" y="1"/>
                    </a:moveTo>
                    <a:cubicBezTo>
                      <a:pt x="45" y="1"/>
                      <a:pt x="43" y="1"/>
                      <a:pt x="42" y="2"/>
                    </a:cubicBezTo>
                    <a:cubicBezTo>
                      <a:pt x="1" y="37"/>
                      <a:pt x="160" y="857"/>
                      <a:pt x="136" y="919"/>
                    </a:cubicBezTo>
                    <a:cubicBezTo>
                      <a:pt x="111" y="980"/>
                      <a:pt x="69" y="1149"/>
                      <a:pt x="80" y="1253"/>
                    </a:cubicBezTo>
                    <a:cubicBezTo>
                      <a:pt x="90" y="1356"/>
                      <a:pt x="129" y="1443"/>
                      <a:pt x="206" y="1464"/>
                    </a:cubicBezTo>
                    <a:cubicBezTo>
                      <a:pt x="232" y="1471"/>
                      <a:pt x="288" y="1474"/>
                      <a:pt x="352" y="1474"/>
                    </a:cubicBezTo>
                    <a:cubicBezTo>
                      <a:pt x="481" y="1474"/>
                      <a:pt x="639" y="1464"/>
                      <a:pt x="639" y="1464"/>
                    </a:cubicBezTo>
                    <a:lnTo>
                      <a:pt x="718" y="1204"/>
                    </a:lnTo>
                    <a:lnTo>
                      <a:pt x="718" y="1204"/>
                    </a:lnTo>
                    <a:cubicBezTo>
                      <a:pt x="718" y="1204"/>
                      <a:pt x="712" y="1204"/>
                      <a:pt x="702" y="1204"/>
                    </a:cubicBezTo>
                    <a:cubicBezTo>
                      <a:pt x="655" y="1204"/>
                      <a:pt x="518" y="1201"/>
                      <a:pt x="490" y="1167"/>
                    </a:cubicBezTo>
                    <a:cubicBezTo>
                      <a:pt x="456" y="1124"/>
                      <a:pt x="354" y="716"/>
                      <a:pt x="351" y="688"/>
                    </a:cubicBezTo>
                    <a:cubicBezTo>
                      <a:pt x="348" y="659"/>
                      <a:pt x="97" y="1"/>
                      <a:pt x="46" y="1"/>
                    </a:cubicBezTo>
                    <a:close/>
                  </a:path>
                </a:pathLst>
              </a:custGeom>
              <a:solidFill>
                <a:srgbClr val="FFD5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57"/>
              <p:cNvSpPr/>
              <p:nvPr/>
            </p:nvSpPr>
            <p:spPr>
              <a:xfrm>
                <a:off x="6847406" y="2467665"/>
                <a:ext cx="45745" cy="111005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189" extrusionOk="0">
                    <a:moveTo>
                      <a:pt x="8" y="0"/>
                    </a:moveTo>
                    <a:cubicBezTo>
                      <a:pt x="6" y="0"/>
                      <a:pt x="4" y="2"/>
                      <a:pt x="3" y="5"/>
                    </a:cubicBezTo>
                    <a:cubicBezTo>
                      <a:pt x="0" y="26"/>
                      <a:pt x="2" y="47"/>
                      <a:pt x="5" y="69"/>
                    </a:cubicBezTo>
                    <a:cubicBezTo>
                      <a:pt x="8" y="90"/>
                      <a:pt x="11" y="112"/>
                      <a:pt x="12" y="135"/>
                    </a:cubicBezTo>
                    <a:cubicBezTo>
                      <a:pt x="21" y="212"/>
                      <a:pt x="32" y="288"/>
                      <a:pt x="45" y="364"/>
                    </a:cubicBezTo>
                    <a:cubicBezTo>
                      <a:pt x="57" y="430"/>
                      <a:pt x="66" y="494"/>
                      <a:pt x="81" y="558"/>
                    </a:cubicBezTo>
                    <a:cubicBezTo>
                      <a:pt x="79" y="572"/>
                      <a:pt x="78" y="585"/>
                      <a:pt x="76" y="598"/>
                    </a:cubicBezTo>
                    <a:cubicBezTo>
                      <a:pt x="73" y="618"/>
                      <a:pt x="70" y="639"/>
                      <a:pt x="66" y="657"/>
                    </a:cubicBezTo>
                    <a:cubicBezTo>
                      <a:pt x="57" y="695"/>
                      <a:pt x="47" y="734"/>
                      <a:pt x="38" y="771"/>
                    </a:cubicBezTo>
                    <a:cubicBezTo>
                      <a:pt x="18" y="837"/>
                      <a:pt x="12" y="906"/>
                      <a:pt x="20" y="973"/>
                    </a:cubicBezTo>
                    <a:cubicBezTo>
                      <a:pt x="29" y="1034"/>
                      <a:pt x="59" y="1089"/>
                      <a:pt x="106" y="1128"/>
                    </a:cubicBezTo>
                    <a:cubicBezTo>
                      <a:pt x="164" y="1173"/>
                      <a:pt x="235" y="1189"/>
                      <a:pt x="308" y="1189"/>
                    </a:cubicBezTo>
                    <a:cubicBezTo>
                      <a:pt x="367" y="1189"/>
                      <a:pt x="426" y="1178"/>
                      <a:pt x="481" y="1165"/>
                    </a:cubicBezTo>
                    <a:cubicBezTo>
                      <a:pt x="489" y="1164"/>
                      <a:pt x="485" y="1149"/>
                      <a:pt x="476" y="1149"/>
                    </a:cubicBezTo>
                    <a:cubicBezTo>
                      <a:pt x="420" y="1155"/>
                      <a:pt x="363" y="1166"/>
                      <a:pt x="306" y="1166"/>
                    </a:cubicBezTo>
                    <a:cubicBezTo>
                      <a:pt x="287" y="1166"/>
                      <a:pt x="268" y="1165"/>
                      <a:pt x="249" y="1162"/>
                    </a:cubicBezTo>
                    <a:cubicBezTo>
                      <a:pt x="194" y="1156"/>
                      <a:pt x="144" y="1132"/>
                      <a:pt x="103" y="1093"/>
                    </a:cubicBezTo>
                    <a:cubicBezTo>
                      <a:pt x="63" y="1050"/>
                      <a:pt x="39" y="992"/>
                      <a:pt x="41" y="932"/>
                    </a:cubicBezTo>
                    <a:cubicBezTo>
                      <a:pt x="38" y="865"/>
                      <a:pt x="54" y="800"/>
                      <a:pt x="70" y="737"/>
                    </a:cubicBezTo>
                    <a:cubicBezTo>
                      <a:pt x="79" y="704"/>
                      <a:pt x="87" y="671"/>
                      <a:pt x="94" y="639"/>
                    </a:cubicBezTo>
                    <a:cubicBezTo>
                      <a:pt x="102" y="606"/>
                      <a:pt x="103" y="572"/>
                      <a:pt x="102" y="539"/>
                    </a:cubicBezTo>
                    <a:cubicBezTo>
                      <a:pt x="100" y="535"/>
                      <a:pt x="97" y="531"/>
                      <a:pt x="92" y="531"/>
                    </a:cubicBezTo>
                    <a:cubicBezTo>
                      <a:pt x="91" y="531"/>
                      <a:pt x="91" y="531"/>
                      <a:pt x="90" y="531"/>
                    </a:cubicBezTo>
                    <a:cubicBezTo>
                      <a:pt x="85" y="507"/>
                      <a:pt x="81" y="484"/>
                      <a:pt x="76" y="460"/>
                    </a:cubicBezTo>
                    <a:cubicBezTo>
                      <a:pt x="63" y="384"/>
                      <a:pt x="53" y="308"/>
                      <a:pt x="42" y="232"/>
                    </a:cubicBezTo>
                    <a:cubicBezTo>
                      <a:pt x="38" y="193"/>
                      <a:pt x="33" y="154"/>
                      <a:pt x="29" y="117"/>
                    </a:cubicBezTo>
                    <a:cubicBezTo>
                      <a:pt x="26" y="96"/>
                      <a:pt x="24" y="78"/>
                      <a:pt x="23" y="59"/>
                    </a:cubicBezTo>
                    <a:cubicBezTo>
                      <a:pt x="23" y="41"/>
                      <a:pt x="20" y="21"/>
                      <a:pt x="14" y="3"/>
                    </a:cubicBezTo>
                    <a:cubicBezTo>
                      <a:pt x="12" y="1"/>
                      <a:pt x="10" y="0"/>
                      <a:pt x="8" y="0"/>
                    </a:cubicBezTo>
                    <a:close/>
                  </a:path>
                </a:pathLst>
              </a:custGeom>
              <a:solidFill>
                <a:srgbClr val="D996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57"/>
              <p:cNvSpPr/>
              <p:nvPr/>
            </p:nvSpPr>
            <p:spPr>
              <a:xfrm>
                <a:off x="6893992" y="2397458"/>
                <a:ext cx="548102" cy="185973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1992" extrusionOk="0">
                    <a:moveTo>
                      <a:pt x="5061" y="1"/>
                    </a:moveTo>
                    <a:cubicBezTo>
                      <a:pt x="5020" y="1"/>
                      <a:pt x="4985" y="11"/>
                      <a:pt x="4958" y="32"/>
                    </a:cubicBezTo>
                    <a:cubicBezTo>
                      <a:pt x="4870" y="101"/>
                      <a:pt x="4418" y="320"/>
                      <a:pt x="3969" y="529"/>
                    </a:cubicBezTo>
                    <a:cubicBezTo>
                      <a:pt x="3478" y="757"/>
                      <a:pt x="2991" y="975"/>
                      <a:pt x="2991" y="975"/>
                    </a:cubicBezTo>
                    <a:lnTo>
                      <a:pt x="2438" y="1086"/>
                    </a:lnTo>
                    <a:lnTo>
                      <a:pt x="32" y="1571"/>
                    </a:lnTo>
                    <a:lnTo>
                      <a:pt x="1" y="1992"/>
                    </a:lnTo>
                    <a:cubicBezTo>
                      <a:pt x="1" y="1992"/>
                      <a:pt x="1931" y="1854"/>
                      <a:pt x="2860" y="1786"/>
                    </a:cubicBezTo>
                    <a:cubicBezTo>
                      <a:pt x="3120" y="1766"/>
                      <a:pt x="3302" y="1753"/>
                      <a:pt x="3340" y="1749"/>
                    </a:cubicBezTo>
                    <a:cubicBezTo>
                      <a:pt x="3371" y="1746"/>
                      <a:pt x="3474" y="1717"/>
                      <a:pt x="3622" y="1671"/>
                    </a:cubicBezTo>
                    <a:cubicBezTo>
                      <a:pt x="4290" y="1462"/>
                      <a:pt x="5870" y="887"/>
                      <a:pt x="5803" y="614"/>
                    </a:cubicBezTo>
                    <a:cubicBezTo>
                      <a:pt x="5732" y="328"/>
                      <a:pt x="5300" y="1"/>
                      <a:pt x="50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57"/>
              <p:cNvSpPr/>
              <p:nvPr/>
            </p:nvSpPr>
            <p:spPr>
              <a:xfrm>
                <a:off x="6880922" y="2527228"/>
                <a:ext cx="50413" cy="64138"/>
              </a:xfrm>
              <a:custGeom>
                <a:avLst/>
                <a:gdLst/>
                <a:ahLst/>
                <a:cxnLst/>
                <a:rect l="l" t="t" r="r" b="b"/>
                <a:pathLst>
                  <a:path w="540" h="687" extrusionOk="0">
                    <a:moveTo>
                      <a:pt x="497" y="1"/>
                    </a:moveTo>
                    <a:lnTo>
                      <a:pt x="66" y="118"/>
                    </a:lnTo>
                    <a:cubicBezTo>
                      <a:pt x="66" y="118"/>
                      <a:pt x="1" y="666"/>
                      <a:pt x="75" y="682"/>
                    </a:cubicBezTo>
                    <a:cubicBezTo>
                      <a:pt x="91" y="685"/>
                      <a:pt x="117" y="687"/>
                      <a:pt x="149" y="687"/>
                    </a:cubicBezTo>
                    <a:cubicBezTo>
                      <a:pt x="269" y="687"/>
                      <a:pt x="467" y="667"/>
                      <a:pt x="467" y="667"/>
                    </a:cubicBezTo>
                    <a:lnTo>
                      <a:pt x="475" y="274"/>
                    </a:lnTo>
                    <a:lnTo>
                      <a:pt x="403" y="281"/>
                    </a:lnTo>
                    <a:lnTo>
                      <a:pt x="403" y="281"/>
                    </a:lnTo>
                    <a:lnTo>
                      <a:pt x="539" y="169"/>
                    </a:lnTo>
                    <a:lnTo>
                      <a:pt x="497" y="1"/>
                    </a:lnTo>
                    <a:close/>
                  </a:path>
                </a:pathLst>
              </a:custGeom>
              <a:solidFill>
                <a:srgbClr val="5344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57"/>
              <p:cNvSpPr/>
              <p:nvPr/>
            </p:nvSpPr>
            <p:spPr>
              <a:xfrm>
                <a:off x="7790877" y="2680711"/>
                <a:ext cx="507491" cy="817740"/>
              </a:xfrm>
              <a:custGeom>
                <a:avLst/>
                <a:gdLst/>
                <a:ahLst/>
                <a:cxnLst/>
                <a:rect l="l" t="t" r="r" b="b"/>
                <a:pathLst>
                  <a:path w="5436" h="8759" extrusionOk="0">
                    <a:moveTo>
                      <a:pt x="203" y="0"/>
                    </a:moveTo>
                    <a:cubicBezTo>
                      <a:pt x="76" y="0"/>
                      <a:pt x="0" y="21"/>
                      <a:pt x="0" y="21"/>
                    </a:cubicBezTo>
                    <a:lnTo>
                      <a:pt x="698" y="2785"/>
                    </a:lnTo>
                    <a:lnTo>
                      <a:pt x="746" y="2839"/>
                    </a:lnTo>
                    <a:lnTo>
                      <a:pt x="1834" y="4056"/>
                    </a:lnTo>
                    <a:lnTo>
                      <a:pt x="2517" y="4821"/>
                    </a:lnTo>
                    <a:lnTo>
                      <a:pt x="2569" y="4879"/>
                    </a:lnTo>
                    <a:lnTo>
                      <a:pt x="3111" y="5483"/>
                    </a:lnTo>
                    <a:cubicBezTo>
                      <a:pt x="3111" y="5483"/>
                      <a:pt x="3190" y="5654"/>
                      <a:pt x="3314" y="5915"/>
                    </a:cubicBezTo>
                    <a:cubicBezTo>
                      <a:pt x="3493" y="6294"/>
                      <a:pt x="3764" y="6867"/>
                      <a:pt x="4017" y="7392"/>
                    </a:cubicBezTo>
                    <a:cubicBezTo>
                      <a:pt x="4308" y="7996"/>
                      <a:pt x="4574" y="8535"/>
                      <a:pt x="4645" y="8641"/>
                    </a:cubicBezTo>
                    <a:cubicBezTo>
                      <a:pt x="4704" y="8729"/>
                      <a:pt x="4811" y="8759"/>
                      <a:pt x="4928" y="8759"/>
                    </a:cubicBezTo>
                    <a:cubicBezTo>
                      <a:pt x="5162" y="8759"/>
                      <a:pt x="5436" y="8641"/>
                      <a:pt x="5436" y="8641"/>
                    </a:cubicBezTo>
                    <a:cubicBezTo>
                      <a:pt x="5436" y="8641"/>
                      <a:pt x="4930" y="6513"/>
                      <a:pt x="4711" y="5899"/>
                    </a:cubicBezTo>
                    <a:cubicBezTo>
                      <a:pt x="4492" y="5286"/>
                      <a:pt x="3703" y="4649"/>
                      <a:pt x="3615" y="4627"/>
                    </a:cubicBezTo>
                    <a:cubicBezTo>
                      <a:pt x="3591" y="4621"/>
                      <a:pt x="3510" y="4490"/>
                      <a:pt x="3390" y="4271"/>
                    </a:cubicBezTo>
                    <a:cubicBezTo>
                      <a:pt x="3056" y="3667"/>
                      <a:pt x="2417" y="2399"/>
                      <a:pt x="1839" y="1272"/>
                    </a:cubicBezTo>
                    <a:cubicBezTo>
                      <a:pt x="1262" y="151"/>
                      <a:pt x="547" y="0"/>
                      <a:pt x="2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57"/>
              <p:cNvSpPr/>
              <p:nvPr/>
            </p:nvSpPr>
            <p:spPr>
              <a:xfrm>
                <a:off x="7860429" y="2891704"/>
                <a:ext cx="101760" cy="1678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798" extrusionOk="0">
                    <a:moveTo>
                      <a:pt x="195" y="1"/>
                    </a:moveTo>
                    <a:lnTo>
                      <a:pt x="1" y="581"/>
                    </a:lnTo>
                    <a:lnTo>
                      <a:pt x="1089" y="1797"/>
                    </a:lnTo>
                    <a:cubicBezTo>
                      <a:pt x="1022" y="1459"/>
                      <a:pt x="195" y="1"/>
                      <a:pt x="1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57"/>
              <p:cNvSpPr/>
              <p:nvPr/>
            </p:nvSpPr>
            <p:spPr>
              <a:xfrm>
                <a:off x="7672967" y="2682765"/>
                <a:ext cx="459506" cy="584620"/>
              </a:xfrm>
              <a:custGeom>
                <a:avLst/>
                <a:gdLst/>
                <a:ahLst/>
                <a:cxnLst/>
                <a:rect l="l" t="t" r="r" b="b"/>
                <a:pathLst>
                  <a:path w="4922" h="6262" extrusionOk="0">
                    <a:moveTo>
                      <a:pt x="1143" y="0"/>
                    </a:moveTo>
                    <a:cubicBezTo>
                      <a:pt x="1116" y="0"/>
                      <a:pt x="1089" y="1"/>
                      <a:pt x="1062" y="2"/>
                    </a:cubicBezTo>
                    <a:lnTo>
                      <a:pt x="9" y="1383"/>
                    </a:lnTo>
                    <a:cubicBezTo>
                      <a:pt x="2" y="1406"/>
                      <a:pt x="0" y="1454"/>
                      <a:pt x="5" y="1523"/>
                    </a:cubicBezTo>
                    <a:cubicBezTo>
                      <a:pt x="15" y="1681"/>
                      <a:pt x="54" y="1948"/>
                      <a:pt x="112" y="2277"/>
                    </a:cubicBezTo>
                    <a:cubicBezTo>
                      <a:pt x="345" y="3588"/>
                      <a:pt x="887" y="5884"/>
                      <a:pt x="1193" y="6207"/>
                    </a:cubicBezTo>
                    <a:cubicBezTo>
                      <a:pt x="1229" y="6245"/>
                      <a:pt x="1286" y="6262"/>
                      <a:pt x="1359" y="6262"/>
                    </a:cubicBezTo>
                    <a:cubicBezTo>
                      <a:pt x="2136" y="6262"/>
                      <a:pt x="4795" y="4314"/>
                      <a:pt x="4855" y="4234"/>
                    </a:cubicBezTo>
                    <a:cubicBezTo>
                      <a:pt x="4921" y="4146"/>
                      <a:pt x="4767" y="3818"/>
                      <a:pt x="4679" y="3773"/>
                    </a:cubicBezTo>
                    <a:cubicBezTo>
                      <a:pt x="4678" y="3772"/>
                      <a:pt x="4675" y="3772"/>
                      <a:pt x="4672" y="3772"/>
                    </a:cubicBezTo>
                    <a:cubicBezTo>
                      <a:pt x="4557" y="3772"/>
                      <a:pt x="3481" y="4208"/>
                      <a:pt x="2714" y="4525"/>
                    </a:cubicBezTo>
                    <a:cubicBezTo>
                      <a:pt x="2276" y="4705"/>
                      <a:pt x="1939" y="4848"/>
                      <a:pt x="1939" y="4848"/>
                    </a:cubicBezTo>
                    <a:cubicBezTo>
                      <a:pt x="1939" y="4848"/>
                      <a:pt x="2258" y="3181"/>
                      <a:pt x="2374" y="1913"/>
                    </a:cubicBezTo>
                    <a:cubicBezTo>
                      <a:pt x="2374" y="1912"/>
                      <a:pt x="2374" y="1912"/>
                      <a:pt x="2374" y="1912"/>
                    </a:cubicBezTo>
                    <a:cubicBezTo>
                      <a:pt x="2376" y="1907"/>
                      <a:pt x="2376" y="1905"/>
                      <a:pt x="2376" y="1900"/>
                    </a:cubicBezTo>
                    <a:cubicBezTo>
                      <a:pt x="2428" y="1321"/>
                      <a:pt x="2438" y="828"/>
                      <a:pt x="2355" y="616"/>
                    </a:cubicBezTo>
                    <a:cubicBezTo>
                      <a:pt x="2241" y="319"/>
                      <a:pt x="1980" y="164"/>
                      <a:pt x="1722" y="84"/>
                    </a:cubicBezTo>
                    <a:cubicBezTo>
                      <a:pt x="1534" y="29"/>
                      <a:pt x="1339" y="0"/>
                      <a:pt x="11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57"/>
              <p:cNvSpPr/>
              <p:nvPr/>
            </p:nvSpPr>
            <p:spPr>
              <a:xfrm>
                <a:off x="6857862" y="2429574"/>
                <a:ext cx="20539" cy="45840"/>
              </a:xfrm>
              <a:custGeom>
                <a:avLst/>
                <a:gdLst/>
                <a:ahLst/>
                <a:cxnLst/>
                <a:rect l="l" t="t" r="r" b="b"/>
                <a:pathLst>
                  <a:path w="220" h="491" extrusionOk="0">
                    <a:moveTo>
                      <a:pt x="167" y="1"/>
                    </a:moveTo>
                    <a:cubicBezTo>
                      <a:pt x="166" y="1"/>
                      <a:pt x="165" y="1"/>
                      <a:pt x="164" y="1"/>
                    </a:cubicBezTo>
                    <a:cubicBezTo>
                      <a:pt x="105" y="15"/>
                      <a:pt x="0" y="358"/>
                      <a:pt x="0" y="358"/>
                    </a:cubicBezTo>
                    <a:lnTo>
                      <a:pt x="90" y="490"/>
                    </a:lnTo>
                    <a:cubicBezTo>
                      <a:pt x="90" y="490"/>
                      <a:pt x="220" y="1"/>
                      <a:pt x="167" y="1"/>
                    </a:cubicBezTo>
                    <a:close/>
                  </a:path>
                </a:pathLst>
              </a:custGeom>
              <a:solidFill>
                <a:srgbClr val="FFBA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57"/>
              <p:cNvSpPr/>
              <p:nvPr/>
            </p:nvSpPr>
            <p:spPr>
              <a:xfrm>
                <a:off x="6848247" y="2376359"/>
                <a:ext cx="16618" cy="86638"/>
              </a:xfrm>
              <a:custGeom>
                <a:avLst/>
                <a:gdLst/>
                <a:ahLst/>
                <a:cxnLst/>
                <a:rect l="l" t="t" r="r" b="b"/>
                <a:pathLst>
                  <a:path w="178" h="928" extrusionOk="0">
                    <a:moveTo>
                      <a:pt x="60" y="0"/>
                    </a:moveTo>
                    <a:cubicBezTo>
                      <a:pt x="13" y="0"/>
                      <a:pt x="0" y="199"/>
                      <a:pt x="0" y="199"/>
                    </a:cubicBezTo>
                    <a:lnTo>
                      <a:pt x="178" y="928"/>
                    </a:lnTo>
                    <a:cubicBezTo>
                      <a:pt x="178" y="883"/>
                      <a:pt x="133" y="51"/>
                      <a:pt x="75" y="6"/>
                    </a:cubicBezTo>
                    <a:cubicBezTo>
                      <a:pt x="70" y="2"/>
                      <a:pt x="65" y="0"/>
                      <a:pt x="60" y="0"/>
                    </a:cubicBezTo>
                    <a:close/>
                  </a:path>
                </a:pathLst>
              </a:custGeom>
              <a:solidFill>
                <a:srgbClr val="FFBA9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57"/>
              <p:cNvSpPr/>
              <p:nvPr/>
            </p:nvSpPr>
            <p:spPr>
              <a:xfrm>
                <a:off x="6834150" y="2371224"/>
                <a:ext cx="59842" cy="141814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519" extrusionOk="0">
                    <a:moveTo>
                      <a:pt x="95" y="1"/>
                    </a:moveTo>
                    <a:cubicBezTo>
                      <a:pt x="94" y="1"/>
                      <a:pt x="93" y="1"/>
                      <a:pt x="92" y="1"/>
                    </a:cubicBezTo>
                    <a:cubicBezTo>
                      <a:pt x="47" y="31"/>
                      <a:pt x="120" y="863"/>
                      <a:pt x="90" y="923"/>
                    </a:cubicBezTo>
                    <a:cubicBezTo>
                      <a:pt x="60" y="983"/>
                      <a:pt x="1" y="1147"/>
                      <a:pt x="1" y="1250"/>
                    </a:cubicBezTo>
                    <a:cubicBezTo>
                      <a:pt x="1" y="1353"/>
                      <a:pt x="31" y="1442"/>
                      <a:pt x="105" y="1473"/>
                    </a:cubicBezTo>
                    <a:cubicBezTo>
                      <a:pt x="180" y="1503"/>
                      <a:pt x="536" y="1518"/>
                      <a:pt x="536" y="1518"/>
                    </a:cubicBezTo>
                    <a:lnTo>
                      <a:pt x="640" y="1265"/>
                    </a:lnTo>
                    <a:cubicBezTo>
                      <a:pt x="640" y="1265"/>
                      <a:pt x="447" y="1250"/>
                      <a:pt x="417" y="1205"/>
                    </a:cubicBezTo>
                    <a:cubicBezTo>
                      <a:pt x="388" y="1160"/>
                      <a:pt x="329" y="744"/>
                      <a:pt x="329" y="714"/>
                    </a:cubicBezTo>
                    <a:cubicBezTo>
                      <a:pt x="329" y="685"/>
                      <a:pt x="144" y="1"/>
                      <a:pt x="95" y="1"/>
                    </a:cubicBezTo>
                    <a:close/>
                  </a:path>
                </a:pathLst>
              </a:custGeom>
              <a:solidFill>
                <a:srgbClr val="FFD5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57"/>
              <p:cNvSpPr/>
              <p:nvPr/>
            </p:nvSpPr>
            <p:spPr>
              <a:xfrm>
                <a:off x="6833589" y="2399979"/>
                <a:ext cx="41918" cy="113619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217" extrusionOk="0">
                    <a:moveTo>
                      <a:pt x="89" y="0"/>
                    </a:moveTo>
                    <a:cubicBezTo>
                      <a:pt x="87" y="0"/>
                      <a:pt x="85" y="1"/>
                      <a:pt x="84" y="4"/>
                    </a:cubicBezTo>
                    <a:cubicBezTo>
                      <a:pt x="78" y="25"/>
                      <a:pt x="77" y="45"/>
                      <a:pt x="80" y="68"/>
                    </a:cubicBezTo>
                    <a:lnTo>
                      <a:pt x="80" y="133"/>
                    </a:lnTo>
                    <a:cubicBezTo>
                      <a:pt x="80" y="211"/>
                      <a:pt x="81" y="288"/>
                      <a:pt x="87" y="366"/>
                    </a:cubicBezTo>
                    <a:cubicBezTo>
                      <a:pt x="93" y="432"/>
                      <a:pt x="95" y="497"/>
                      <a:pt x="104" y="563"/>
                    </a:cubicBezTo>
                    <a:cubicBezTo>
                      <a:pt x="101" y="576"/>
                      <a:pt x="98" y="590"/>
                      <a:pt x="95" y="602"/>
                    </a:cubicBezTo>
                    <a:cubicBezTo>
                      <a:pt x="90" y="621"/>
                      <a:pt x="84" y="640"/>
                      <a:pt x="78" y="658"/>
                    </a:cubicBezTo>
                    <a:cubicBezTo>
                      <a:pt x="66" y="696"/>
                      <a:pt x="51" y="733"/>
                      <a:pt x="40" y="770"/>
                    </a:cubicBezTo>
                    <a:cubicBezTo>
                      <a:pt x="13" y="834"/>
                      <a:pt x="1" y="901"/>
                      <a:pt x="1" y="970"/>
                    </a:cubicBezTo>
                    <a:cubicBezTo>
                      <a:pt x="2" y="1031"/>
                      <a:pt x="28" y="1089"/>
                      <a:pt x="71" y="1132"/>
                    </a:cubicBezTo>
                    <a:cubicBezTo>
                      <a:pt x="137" y="1197"/>
                      <a:pt x="229" y="1216"/>
                      <a:pt x="321" y="1216"/>
                    </a:cubicBezTo>
                    <a:cubicBezTo>
                      <a:pt x="361" y="1216"/>
                      <a:pt x="401" y="1213"/>
                      <a:pt x="439" y="1207"/>
                    </a:cubicBezTo>
                    <a:cubicBezTo>
                      <a:pt x="448" y="1207"/>
                      <a:pt x="445" y="1192"/>
                      <a:pt x="436" y="1192"/>
                    </a:cubicBezTo>
                    <a:cubicBezTo>
                      <a:pt x="402" y="1192"/>
                      <a:pt x="367" y="1194"/>
                      <a:pt x="333" y="1194"/>
                    </a:cubicBezTo>
                    <a:cubicBezTo>
                      <a:pt x="291" y="1194"/>
                      <a:pt x="250" y="1191"/>
                      <a:pt x="210" y="1182"/>
                    </a:cubicBezTo>
                    <a:cubicBezTo>
                      <a:pt x="156" y="1168"/>
                      <a:pt x="107" y="1140"/>
                      <a:pt x="71" y="1098"/>
                    </a:cubicBezTo>
                    <a:cubicBezTo>
                      <a:pt x="35" y="1050"/>
                      <a:pt x="19" y="991"/>
                      <a:pt x="25" y="931"/>
                    </a:cubicBezTo>
                    <a:cubicBezTo>
                      <a:pt x="29" y="864"/>
                      <a:pt x="53" y="801"/>
                      <a:pt x="75" y="739"/>
                    </a:cubicBezTo>
                    <a:cubicBezTo>
                      <a:pt x="87" y="708"/>
                      <a:pt x="99" y="676"/>
                      <a:pt x="108" y="643"/>
                    </a:cubicBezTo>
                    <a:cubicBezTo>
                      <a:pt x="119" y="612"/>
                      <a:pt x="125" y="579"/>
                      <a:pt x="126" y="545"/>
                    </a:cubicBezTo>
                    <a:cubicBezTo>
                      <a:pt x="126" y="540"/>
                      <a:pt x="122" y="536"/>
                      <a:pt x="116" y="536"/>
                    </a:cubicBezTo>
                    <a:cubicBezTo>
                      <a:pt x="114" y="512"/>
                      <a:pt x="113" y="488"/>
                      <a:pt x="110" y="464"/>
                    </a:cubicBezTo>
                    <a:cubicBezTo>
                      <a:pt x="105" y="387"/>
                      <a:pt x="101" y="311"/>
                      <a:pt x="99" y="233"/>
                    </a:cubicBezTo>
                    <a:cubicBezTo>
                      <a:pt x="98" y="195"/>
                      <a:pt x="98" y="156"/>
                      <a:pt x="98" y="117"/>
                    </a:cubicBezTo>
                    <a:lnTo>
                      <a:pt x="98" y="60"/>
                    </a:lnTo>
                    <a:cubicBezTo>
                      <a:pt x="99" y="41"/>
                      <a:pt x="98" y="22"/>
                      <a:pt x="93" y="4"/>
                    </a:cubicBezTo>
                    <a:cubicBezTo>
                      <a:pt x="92" y="1"/>
                      <a:pt x="91" y="0"/>
                      <a:pt x="89" y="0"/>
                    </a:cubicBezTo>
                    <a:close/>
                  </a:path>
                </a:pathLst>
              </a:custGeom>
              <a:solidFill>
                <a:srgbClr val="D996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57"/>
              <p:cNvSpPr/>
              <p:nvPr/>
            </p:nvSpPr>
            <p:spPr>
              <a:xfrm>
                <a:off x="7249871" y="2242015"/>
                <a:ext cx="243383" cy="388844"/>
              </a:xfrm>
              <a:custGeom>
                <a:avLst/>
                <a:gdLst/>
                <a:ahLst/>
                <a:cxnLst/>
                <a:rect l="l" t="t" r="r" b="b"/>
                <a:pathLst>
                  <a:path w="2607" h="4165" extrusionOk="0">
                    <a:moveTo>
                      <a:pt x="1005" y="0"/>
                    </a:moveTo>
                    <a:lnTo>
                      <a:pt x="0" y="139"/>
                    </a:lnTo>
                    <a:cubicBezTo>
                      <a:pt x="0" y="139"/>
                      <a:pt x="580" y="3756"/>
                      <a:pt x="376" y="4004"/>
                    </a:cubicBezTo>
                    <a:cubicBezTo>
                      <a:pt x="320" y="4074"/>
                      <a:pt x="473" y="4128"/>
                      <a:pt x="724" y="4152"/>
                    </a:cubicBezTo>
                    <a:cubicBezTo>
                      <a:pt x="811" y="4160"/>
                      <a:pt x="911" y="4164"/>
                      <a:pt x="1018" y="4164"/>
                    </a:cubicBezTo>
                    <a:cubicBezTo>
                      <a:pt x="1681" y="4164"/>
                      <a:pt x="2607" y="3991"/>
                      <a:pt x="2559" y="3485"/>
                    </a:cubicBezTo>
                    <a:cubicBezTo>
                      <a:pt x="2485" y="2668"/>
                      <a:pt x="2106" y="1849"/>
                      <a:pt x="1826" y="1280"/>
                    </a:cubicBezTo>
                    <a:cubicBezTo>
                      <a:pt x="1788" y="1204"/>
                      <a:pt x="1747" y="1125"/>
                      <a:pt x="1702" y="1044"/>
                    </a:cubicBezTo>
                    <a:cubicBezTo>
                      <a:pt x="1420" y="534"/>
                      <a:pt x="1041" y="9"/>
                      <a:pt x="100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57"/>
              <p:cNvSpPr/>
              <p:nvPr/>
            </p:nvSpPr>
            <p:spPr>
              <a:xfrm>
                <a:off x="7293002" y="2339482"/>
                <a:ext cx="200252" cy="291377"/>
              </a:xfrm>
              <a:custGeom>
                <a:avLst/>
                <a:gdLst/>
                <a:ahLst/>
                <a:cxnLst/>
                <a:rect l="l" t="t" r="r" b="b"/>
                <a:pathLst>
                  <a:path w="2145" h="3121" extrusionOk="0">
                    <a:moveTo>
                      <a:pt x="1241" y="0"/>
                    </a:moveTo>
                    <a:lnTo>
                      <a:pt x="1" y="349"/>
                    </a:lnTo>
                    <a:cubicBezTo>
                      <a:pt x="1" y="349"/>
                      <a:pt x="804" y="2402"/>
                      <a:pt x="315" y="3036"/>
                    </a:cubicBezTo>
                    <a:cubicBezTo>
                      <a:pt x="296" y="3060"/>
                      <a:pt x="278" y="3084"/>
                      <a:pt x="262" y="3108"/>
                    </a:cubicBezTo>
                    <a:cubicBezTo>
                      <a:pt x="349" y="3116"/>
                      <a:pt x="449" y="3120"/>
                      <a:pt x="556" y="3120"/>
                    </a:cubicBezTo>
                    <a:cubicBezTo>
                      <a:pt x="1219" y="3120"/>
                      <a:pt x="2145" y="2947"/>
                      <a:pt x="2097" y="2441"/>
                    </a:cubicBezTo>
                    <a:cubicBezTo>
                      <a:pt x="2023" y="1624"/>
                      <a:pt x="1644" y="805"/>
                      <a:pt x="1364" y="236"/>
                    </a:cubicBezTo>
                    <a:cubicBezTo>
                      <a:pt x="1326" y="160"/>
                      <a:pt x="1285" y="79"/>
                      <a:pt x="124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57"/>
              <p:cNvSpPr/>
              <p:nvPr/>
            </p:nvSpPr>
            <p:spPr>
              <a:xfrm>
                <a:off x="7311393" y="2202337"/>
                <a:ext cx="106334" cy="64979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696" extrusionOk="0">
                    <a:moveTo>
                      <a:pt x="418" y="1"/>
                    </a:moveTo>
                    <a:cubicBezTo>
                      <a:pt x="392" y="1"/>
                      <a:pt x="368" y="4"/>
                      <a:pt x="343" y="11"/>
                    </a:cubicBezTo>
                    <a:cubicBezTo>
                      <a:pt x="0" y="108"/>
                      <a:pt x="99" y="303"/>
                      <a:pt x="99" y="328"/>
                    </a:cubicBezTo>
                    <a:lnTo>
                      <a:pt x="440" y="695"/>
                    </a:lnTo>
                    <a:cubicBezTo>
                      <a:pt x="440" y="695"/>
                      <a:pt x="441" y="695"/>
                      <a:pt x="442" y="695"/>
                    </a:cubicBezTo>
                    <a:cubicBezTo>
                      <a:pt x="472" y="695"/>
                      <a:pt x="862" y="694"/>
                      <a:pt x="1003" y="622"/>
                    </a:cubicBezTo>
                    <a:cubicBezTo>
                      <a:pt x="1138" y="553"/>
                      <a:pt x="748" y="1"/>
                      <a:pt x="41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57"/>
              <p:cNvSpPr/>
              <p:nvPr/>
            </p:nvSpPr>
            <p:spPr>
              <a:xfrm>
                <a:off x="7327171" y="2350592"/>
                <a:ext cx="484245" cy="515347"/>
              </a:xfrm>
              <a:custGeom>
                <a:avLst/>
                <a:gdLst/>
                <a:ahLst/>
                <a:cxnLst/>
                <a:rect l="l" t="t" r="r" b="b"/>
                <a:pathLst>
                  <a:path w="5187" h="5520" extrusionOk="0">
                    <a:moveTo>
                      <a:pt x="809" y="0"/>
                    </a:moveTo>
                    <a:cubicBezTo>
                      <a:pt x="790" y="0"/>
                      <a:pt x="773" y="3"/>
                      <a:pt x="759" y="9"/>
                    </a:cubicBezTo>
                    <a:cubicBezTo>
                      <a:pt x="367" y="181"/>
                      <a:pt x="367" y="303"/>
                      <a:pt x="197" y="571"/>
                    </a:cubicBezTo>
                    <a:lnTo>
                      <a:pt x="0" y="937"/>
                    </a:lnTo>
                    <a:cubicBezTo>
                      <a:pt x="0" y="937"/>
                      <a:pt x="219" y="2501"/>
                      <a:pt x="585" y="2795"/>
                    </a:cubicBezTo>
                    <a:cubicBezTo>
                      <a:pt x="619" y="2822"/>
                      <a:pt x="674" y="2869"/>
                      <a:pt x="744" y="2930"/>
                    </a:cubicBezTo>
                    <a:cubicBezTo>
                      <a:pt x="1411" y="3523"/>
                      <a:pt x="3542" y="5519"/>
                      <a:pt x="3808" y="5519"/>
                    </a:cubicBezTo>
                    <a:cubicBezTo>
                      <a:pt x="3819" y="5519"/>
                      <a:pt x="3826" y="5516"/>
                      <a:pt x="3831" y="5509"/>
                    </a:cubicBezTo>
                    <a:cubicBezTo>
                      <a:pt x="3943" y="5331"/>
                      <a:pt x="5010" y="3947"/>
                      <a:pt x="5164" y="3500"/>
                    </a:cubicBezTo>
                    <a:cubicBezTo>
                      <a:pt x="5180" y="3448"/>
                      <a:pt x="5186" y="3409"/>
                      <a:pt x="5176" y="3385"/>
                    </a:cubicBezTo>
                    <a:cubicBezTo>
                      <a:pt x="5109" y="3232"/>
                      <a:pt x="4685" y="3350"/>
                      <a:pt x="4295" y="3197"/>
                    </a:cubicBezTo>
                    <a:cubicBezTo>
                      <a:pt x="4259" y="3190"/>
                      <a:pt x="4225" y="3177"/>
                      <a:pt x="4193" y="3157"/>
                    </a:cubicBezTo>
                    <a:cubicBezTo>
                      <a:pt x="4181" y="3151"/>
                      <a:pt x="4168" y="3144"/>
                      <a:pt x="4156" y="3136"/>
                    </a:cubicBezTo>
                    <a:cubicBezTo>
                      <a:pt x="4147" y="3130"/>
                      <a:pt x="4138" y="3124"/>
                      <a:pt x="4129" y="3117"/>
                    </a:cubicBezTo>
                    <a:cubicBezTo>
                      <a:pt x="4101" y="3102"/>
                      <a:pt x="4077" y="3081"/>
                      <a:pt x="4056" y="3059"/>
                    </a:cubicBezTo>
                    <a:cubicBezTo>
                      <a:pt x="3967" y="2986"/>
                      <a:pt x="3891" y="2898"/>
                      <a:pt x="3834" y="2798"/>
                    </a:cubicBezTo>
                    <a:cubicBezTo>
                      <a:pt x="3585" y="2373"/>
                      <a:pt x="2674" y="1398"/>
                      <a:pt x="1897" y="719"/>
                    </a:cubicBezTo>
                    <a:lnTo>
                      <a:pt x="1898" y="718"/>
                    </a:lnTo>
                    <a:cubicBezTo>
                      <a:pt x="1891" y="712"/>
                      <a:pt x="1883" y="704"/>
                      <a:pt x="1876" y="697"/>
                    </a:cubicBezTo>
                    <a:lnTo>
                      <a:pt x="1874" y="698"/>
                    </a:lnTo>
                    <a:cubicBezTo>
                      <a:pt x="1860" y="686"/>
                      <a:pt x="1845" y="674"/>
                      <a:pt x="1831" y="661"/>
                    </a:cubicBezTo>
                    <a:cubicBezTo>
                      <a:pt x="1791" y="640"/>
                      <a:pt x="1757" y="612"/>
                      <a:pt x="1730" y="576"/>
                    </a:cubicBezTo>
                    <a:cubicBezTo>
                      <a:pt x="1325" y="237"/>
                      <a:pt x="977" y="0"/>
                      <a:pt x="8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57"/>
              <p:cNvSpPr/>
              <p:nvPr/>
            </p:nvSpPr>
            <p:spPr>
              <a:xfrm>
                <a:off x="7308873" y="2342376"/>
                <a:ext cx="77767" cy="61711"/>
              </a:xfrm>
              <a:custGeom>
                <a:avLst/>
                <a:gdLst/>
                <a:ahLst/>
                <a:cxnLst/>
                <a:rect l="l" t="t" r="r" b="b"/>
                <a:pathLst>
                  <a:path w="833" h="661" extrusionOk="0">
                    <a:moveTo>
                      <a:pt x="294" y="0"/>
                    </a:moveTo>
                    <a:lnTo>
                      <a:pt x="1" y="661"/>
                    </a:lnTo>
                    <a:lnTo>
                      <a:pt x="1" y="661"/>
                    </a:lnTo>
                    <a:lnTo>
                      <a:pt x="136" y="650"/>
                    </a:lnTo>
                    <a:cubicBezTo>
                      <a:pt x="136" y="650"/>
                      <a:pt x="734" y="342"/>
                      <a:pt x="784" y="269"/>
                    </a:cubicBezTo>
                    <a:cubicBezTo>
                      <a:pt x="833" y="196"/>
                      <a:pt x="294" y="0"/>
                      <a:pt x="294" y="0"/>
                    </a:cubicBezTo>
                    <a:close/>
                  </a:path>
                </a:pathLst>
              </a:custGeom>
              <a:solidFill>
                <a:srgbClr val="D996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57"/>
              <p:cNvSpPr/>
              <p:nvPr/>
            </p:nvSpPr>
            <p:spPr>
              <a:xfrm>
                <a:off x="7219063" y="2233332"/>
                <a:ext cx="145078" cy="178411"/>
              </a:xfrm>
              <a:custGeom>
                <a:avLst/>
                <a:gdLst/>
                <a:ahLst/>
                <a:cxnLst/>
                <a:rect l="l" t="t" r="r" b="b"/>
                <a:pathLst>
                  <a:path w="1554" h="1911" extrusionOk="0">
                    <a:moveTo>
                      <a:pt x="892" y="1"/>
                    </a:moveTo>
                    <a:cubicBezTo>
                      <a:pt x="723" y="1"/>
                      <a:pt x="503" y="53"/>
                      <a:pt x="216" y="204"/>
                    </a:cubicBezTo>
                    <a:cubicBezTo>
                      <a:pt x="216" y="204"/>
                      <a:pt x="1" y="1147"/>
                      <a:pt x="74" y="1394"/>
                    </a:cubicBezTo>
                    <a:cubicBezTo>
                      <a:pt x="144" y="1626"/>
                      <a:pt x="507" y="1911"/>
                      <a:pt x="726" y="1911"/>
                    </a:cubicBezTo>
                    <a:cubicBezTo>
                      <a:pt x="739" y="1911"/>
                      <a:pt x="751" y="1910"/>
                      <a:pt x="763" y="1908"/>
                    </a:cubicBezTo>
                    <a:cubicBezTo>
                      <a:pt x="976" y="1871"/>
                      <a:pt x="1479" y="1498"/>
                      <a:pt x="1516" y="1349"/>
                    </a:cubicBezTo>
                    <a:cubicBezTo>
                      <a:pt x="1553" y="1200"/>
                      <a:pt x="1395" y="296"/>
                      <a:pt x="1395" y="296"/>
                    </a:cubicBezTo>
                    <a:cubicBezTo>
                      <a:pt x="1395" y="296"/>
                      <a:pt x="1290" y="1"/>
                      <a:pt x="892" y="1"/>
                    </a:cubicBezTo>
                    <a:close/>
                  </a:path>
                </a:pathLst>
              </a:custGeom>
              <a:solidFill>
                <a:srgbClr val="FFD5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57"/>
              <p:cNvSpPr/>
              <p:nvPr/>
            </p:nvSpPr>
            <p:spPr>
              <a:xfrm>
                <a:off x="6875694" y="2383361"/>
                <a:ext cx="555664" cy="145922"/>
              </a:xfrm>
              <a:custGeom>
                <a:avLst/>
                <a:gdLst/>
                <a:ahLst/>
                <a:cxnLst/>
                <a:rect l="l" t="t" r="r" b="b"/>
                <a:pathLst>
                  <a:path w="5952" h="1563" extrusionOk="0">
                    <a:moveTo>
                      <a:pt x="5214" y="0"/>
                    </a:moveTo>
                    <a:cubicBezTo>
                      <a:pt x="5182" y="0"/>
                      <a:pt x="5154" y="7"/>
                      <a:pt x="5131" y="22"/>
                    </a:cubicBezTo>
                    <a:cubicBezTo>
                      <a:pt x="5037" y="82"/>
                      <a:pt x="4566" y="252"/>
                      <a:pt x="4098" y="413"/>
                    </a:cubicBezTo>
                    <a:cubicBezTo>
                      <a:pt x="3586" y="590"/>
                      <a:pt x="3078" y="756"/>
                      <a:pt x="3078" y="756"/>
                    </a:cubicBezTo>
                    <a:lnTo>
                      <a:pt x="2517" y="811"/>
                    </a:lnTo>
                    <a:lnTo>
                      <a:pt x="75" y="1047"/>
                    </a:lnTo>
                    <a:lnTo>
                      <a:pt x="0" y="1461"/>
                    </a:lnTo>
                    <a:cubicBezTo>
                      <a:pt x="0" y="1461"/>
                      <a:pt x="1933" y="1524"/>
                      <a:pt x="2863" y="1551"/>
                    </a:cubicBezTo>
                    <a:cubicBezTo>
                      <a:pt x="3126" y="1558"/>
                      <a:pt x="3309" y="1562"/>
                      <a:pt x="3346" y="1562"/>
                    </a:cubicBezTo>
                    <a:cubicBezTo>
                      <a:pt x="3376" y="1562"/>
                      <a:pt x="3482" y="1545"/>
                      <a:pt x="3634" y="1515"/>
                    </a:cubicBezTo>
                    <a:cubicBezTo>
                      <a:pt x="4320" y="1375"/>
                      <a:pt x="5951" y="966"/>
                      <a:pt x="5913" y="686"/>
                    </a:cubicBezTo>
                    <a:cubicBezTo>
                      <a:pt x="5869" y="385"/>
                      <a:pt x="5447" y="0"/>
                      <a:pt x="5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57"/>
              <p:cNvSpPr/>
              <p:nvPr/>
            </p:nvSpPr>
            <p:spPr>
              <a:xfrm>
                <a:off x="7270596" y="2349285"/>
                <a:ext cx="12883" cy="19419"/>
              </a:xfrm>
              <a:custGeom>
                <a:avLst/>
                <a:gdLst/>
                <a:ahLst/>
                <a:cxnLst/>
                <a:rect l="l" t="t" r="r" b="b"/>
                <a:pathLst>
                  <a:path w="138" h="208" extrusionOk="0">
                    <a:moveTo>
                      <a:pt x="73" y="1"/>
                    </a:moveTo>
                    <a:cubicBezTo>
                      <a:pt x="68" y="1"/>
                      <a:pt x="63" y="2"/>
                      <a:pt x="57" y="5"/>
                    </a:cubicBezTo>
                    <a:cubicBezTo>
                      <a:pt x="53" y="8"/>
                      <a:pt x="48" y="11"/>
                      <a:pt x="45" y="16"/>
                    </a:cubicBezTo>
                    <a:cubicBezTo>
                      <a:pt x="27" y="19"/>
                      <a:pt x="13" y="32"/>
                      <a:pt x="8" y="50"/>
                    </a:cubicBezTo>
                    <a:cubicBezTo>
                      <a:pt x="1" y="87"/>
                      <a:pt x="5" y="128"/>
                      <a:pt x="23" y="160"/>
                    </a:cubicBezTo>
                    <a:cubicBezTo>
                      <a:pt x="26" y="166"/>
                      <a:pt x="30" y="172"/>
                      <a:pt x="35" y="177"/>
                    </a:cubicBezTo>
                    <a:cubicBezTo>
                      <a:pt x="35" y="178"/>
                      <a:pt x="36" y="181"/>
                      <a:pt x="38" y="183"/>
                    </a:cubicBezTo>
                    <a:cubicBezTo>
                      <a:pt x="46" y="198"/>
                      <a:pt x="62" y="207"/>
                      <a:pt x="79" y="207"/>
                    </a:cubicBezTo>
                    <a:cubicBezTo>
                      <a:pt x="83" y="207"/>
                      <a:pt x="87" y="206"/>
                      <a:pt x="92" y="205"/>
                    </a:cubicBezTo>
                    <a:cubicBezTo>
                      <a:pt x="102" y="201"/>
                      <a:pt x="109" y="195"/>
                      <a:pt x="115" y="186"/>
                    </a:cubicBezTo>
                    <a:cubicBezTo>
                      <a:pt x="123" y="181"/>
                      <a:pt x="126" y="174"/>
                      <a:pt x="124" y="166"/>
                    </a:cubicBezTo>
                    <a:cubicBezTo>
                      <a:pt x="124" y="165"/>
                      <a:pt x="127" y="162"/>
                      <a:pt x="127" y="159"/>
                    </a:cubicBezTo>
                    <a:cubicBezTo>
                      <a:pt x="138" y="116"/>
                      <a:pt x="132" y="71"/>
                      <a:pt x="112" y="31"/>
                    </a:cubicBezTo>
                    <a:cubicBezTo>
                      <a:pt x="106" y="16"/>
                      <a:pt x="91" y="1"/>
                      <a:pt x="73" y="1"/>
                    </a:cubicBezTo>
                    <a:close/>
                  </a:path>
                </a:pathLst>
              </a:custGeom>
              <a:solidFill>
                <a:srgbClr val="D996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57"/>
              <p:cNvSpPr/>
              <p:nvPr/>
            </p:nvSpPr>
            <p:spPr>
              <a:xfrm>
                <a:off x="7265275" y="2301485"/>
                <a:ext cx="15311" cy="3557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81" extrusionOk="0">
                    <a:moveTo>
                      <a:pt x="99" y="0"/>
                    </a:moveTo>
                    <a:cubicBezTo>
                      <a:pt x="96" y="0"/>
                      <a:pt x="93" y="2"/>
                      <a:pt x="92" y="6"/>
                    </a:cubicBezTo>
                    <a:cubicBezTo>
                      <a:pt x="87" y="28"/>
                      <a:pt x="83" y="49"/>
                      <a:pt x="81" y="70"/>
                    </a:cubicBezTo>
                    <a:cubicBezTo>
                      <a:pt x="80" y="94"/>
                      <a:pt x="78" y="116"/>
                      <a:pt x="78" y="139"/>
                    </a:cubicBezTo>
                    <a:cubicBezTo>
                      <a:pt x="78" y="162"/>
                      <a:pt x="78" y="183"/>
                      <a:pt x="81" y="206"/>
                    </a:cubicBezTo>
                    <a:cubicBezTo>
                      <a:pt x="81" y="224"/>
                      <a:pt x="83" y="241"/>
                      <a:pt x="84" y="258"/>
                    </a:cubicBezTo>
                    <a:cubicBezTo>
                      <a:pt x="71" y="259"/>
                      <a:pt x="56" y="262"/>
                      <a:pt x="44" y="267"/>
                    </a:cubicBezTo>
                    <a:cubicBezTo>
                      <a:pt x="25" y="276"/>
                      <a:pt x="11" y="292"/>
                      <a:pt x="7" y="312"/>
                    </a:cubicBezTo>
                    <a:cubicBezTo>
                      <a:pt x="1" y="332"/>
                      <a:pt x="10" y="355"/>
                      <a:pt x="29" y="365"/>
                    </a:cubicBezTo>
                    <a:cubicBezTo>
                      <a:pt x="47" y="376"/>
                      <a:pt x="68" y="380"/>
                      <a:pt x="89" y="380"/>
                    </a:cubicBezTo>
                    <a:cubicBezTo>
                      <a:pt x="101" y="380"/>
                      <a:pt x="114" y="380"/>
                      <a:pt x="126" y="377"/>
                    </a:cubicBezTo>
                    <a:cubicBezTo>
                      <a:pt x="132" y="377"/>
                      <a:pt x="138" y="374"/>
                      <a:pt x="144" y="373"/>
                    </a:cubicBezTo>
                    <a:cubicBezTo>
                      <a:pt x="150" y="370"/>
                      <a:pt x="156" y="365"/>
                      <a:pt x="159" y="361"/>
                    </a:cubicBezTo>
                    <a:cubicBezTo>
                      <a:pt x="163" y="355"/>
                      <a:pt x="159" y="349"/>
                      <a:pt x="155" y="347"/>
                    </a:cubicBezTo>
                    <a:cubicBezTo>
                      <a:pt x="149" y="346"/>
                      <a:pt x="143" y="345"/>
                      <a:pt x="138" y="345"/>
                    </a:cubicBezTo>
                    <a:cubicBezTo>
                      <a:pt x="132" y="345"/>
                      <a:pt x="127" y="346"/>
                      <a:pt x="122" y="347"/>
                    </a:cubicBezTo>
                    <a:cubicBezTo>
                      <a:pt x="114" y="347"/>
                      <a:pt x="106" y="348"/>
                      <a:pt x="99" y="348"/>
                    </a:cubicBezTo>
                    <a:cubicBezTo>
                      <a:pt x="95" y="348"/>
                      <a:pt x="91" y="348"/>
                      <a:pt x="87" y="347"/>
                    </a:cubicBezTo>
                    <a:cubicBezTo>
                      <a:pt x="77" y="347"/>
                      <a:pt x="68" y="346"/>
                      <a:pt x="58" y="343"/>
                    </a:cubicBezTo>
                    <a:cubicBezTo>
                      <a:pt x="50" y="341"/>
                      <a:pt x="44" y="338"/>
                      <a:pt x="40" y="332"/>
                    </a:cubicBezTo>
                    <a:cubicBezTo>
                      <a:pt x="37" y="331"/>
                      <a:pt x="37" y="328"/>
                      <a:pt x="37" y="325"/>
                    </a:cubicBezTo>
                    <a:cubicBezTo>
                      <a:pt x="35" y="321"/>
                      <a:pt x="37" y="318"/>
                      <a:pt x="38" y="315"/>
                    </a:cubicBezTo>
                    <a:cubicBezTo>
                      <a:pt x="40" y="309"/>
                      <a:pt x="44" y="303"/>
                      <a:pt x="50" y="298"/>
                    </a:cubicBezTo>
                    <a:cubicBezTo>
                      <a:pt x="58" y="294"/>
                      <a:pt x="67" y="289"/>
                      <a:pt x="77" y="288"/>
                    </a:cubicBezTo>
                    <a:lnTo>
                      <a:pt x="107" y="282"/>
                    </a:lnTo>
                    <a:cubicBezTo>
                      <a:pt x="113" y="280"/>
                      <a:pt x="116" y="274"/>
                      <a:pt x="114" y="268"/>
                    </a:cubicBezTo>
                    <a:cubicBezTo>
                      <a:pt x="114" y="267"/>
                      <a:pt x="114" y="265"/>
                      <a:pt x="113" y="264"/>
                    </a:cubicBezTo>
                    <a:cubicBezTo>
                      <a:pt x="113" y="255"/>
                      <a:pt x="111" y="246"/>
                      <a:pt x="110" y="236"/>
                    </a:cubicBezTo>
                    <a:cubicBezTo>
                      <a:pt x="110" y="227"/>
                      <a:pt x="108" y="213"/>
                      <a:pt x="107" y="203"/>
                    </a:cubicBezTo>
                    <a:cubicBezTo>
                      <a:pt x="107" y="182"/>
                      <a:pt x="105" y="159"/>
                      <a:pt x="105" y="139"/>
                    </a:cubicBezTo>
                    <a:cubicBezTo>
                      <a:pt x="105" y="118"/>
                      <a:pt x="105" y="95"/>
                      <a:pt x="107" y="74"/>
                    </a:cubicBezTo>
                    <a:cubicBezTo>
                      <a:pt x="107" y="54"/>
                      <a:pt x="107" y="30"/>
                      <a:pt x="108" y="9"/>
                    </a:cubicBezTo>
                    <a:cubicBezTo>
                      <a:pt x="107" y="3"/>
                      <a:pt x="103" y="0"/>
                      <a:pt x="9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57"/>
              <p:cNvSpPr/>
              <p:nvPr/>
            </p:nvSpPr>
            <p:spPr>
              <a:xfrm>
                <a:off x="7334826" y="2242388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AE4C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57"/>
              <p:cNvSpPr/>
              <p:nvPr/>
            </p:nvSpPr>
            <p:spPr>
              <a:xfrm>
                <a:off x="7350230" y="2296817"/>
                <a:ext cx="19605" cy="30902"/>
              </a:xfrm>
              <a:custGeom>
                <a:avLst/>
                <a:gdLst/>
                <a:ahLst/>
                <a:cxnLst/>
                <a:rect l="l" t="t" r="r" b="b"/>
                <a:pathLst>
                  <a:path w="210" h="331" extrusionOk="0">
                    <a:moveTo>
                      <a:pt x="87" y="1"/>
                    </a:moveTo>
                    <a:cubicBezTo>
                      <a:pt x="85" y="1"/>
                      <a:pt x="84" y="1"/>
                      <a:pt x="83" y="1"/>
                    </a:cubicBezTo>
                    <a:cubicBezTo>
                      <a:pt x="44" y="4"/>
                      <a:pt x="2" y="31"/>
                      <a:pt x="1" y="72"/>
                    </a:cubicBezTo>
                    <a:cubicBezTo>
                      <a:pt x="1" y="79"/>
                      <a:pt x="5" y="83"/>
                      <a:pt x="11" y="83"/>
                    </a:cubicBezTo>
                    <a:cubicBezTo>
                      <a:pt x="13" y="83"/>
                      <a:pt x="15" y="82"/>
                      <a:pt x="17" y="81"/>
                    </a:cubicBezTo>
                    <a:cubicBezTo>
                      <a:pt x="24" y="117"/>
                      <a:pt x="33" y="154"/>
                      <a:pt x="42" y="190"/>
                    </a:cubicBezTo>
                    <a:cubicBezTo>
                      <a:pt x="51" y="232"/>
                      <a:pt x="59" y="277"/>
                      <a:pt x="72" y="317"/>
                    </a:cubicBezTo>
                    <a:cubicBezTo>
                      <a:pt x="74" y="325"/>
                      <a:pt x="82" y="330"/>
                      <a:pt x="90" y="330"/>
                    </a:cubicBezTo>
                    <a:cubicBezTo>
                      <a:pt x="94" y="330"/>
                      <a:pt x="99" y="329"/>
                      <a:pt x="102" y="324"/>
                    </a:cubicBezTo>
                    <a:cubicBezTo>
                      <a:pt x="117" y="305"/>
                      <a:pt x="138" y="287"/>
                      <a:pt x="153" y="266"/>
                    </a:cubicBezTo>
                    <a:cubicBezTo>
                      <a:pt x="169" y="247"/>
                      <a:pt x="181" y="224"/>
                      <a:pt x="190" y="201"/>
                    </a:cubicBezTo>
                    <a:cubicBezTo>
                      <a:pt x="209" y="157"/>
                      <a:pt x="208" y="107"/>
                      <a:pt x="187" y="63"/>
                    </a:cubicBezTo>
                    <a:cubicBezTo>
                      <a:pt x="168" y="24"/>
                      <a:pt x="130" y="1"/>
                      <a:pt x="87" y="1"/>
                    </a:cubicBezTo>
                    <a:close/>
                  </a:path>
                </a:pathLst>
              </a:custGeom>
              <a:solidFill>
                <a:srgbClr val="FFD5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57"/>
              <p:cNvSpPr/>
              <p:nvPr/>
            </p:nvSpPr>
            <p:spPr>
              <a:xfrm>
                <a:off x="7222143" y="2223810"/>
                <a:ext cx="137236" cy="71794"/>
              </a:xfrm>
              <a:custGeom>
                <a:avLst/>
                <a:gdLst/>
                <a:ahLst/>
                <a:cxnLst/>
                <a:rect l="l" t="t" r="r" b="b"/>
                <a:pathLst>
                  <a:path w="1470" h="769" extrusionOk="0">
                    <a:moveTo>
                      <a:pt x="739" y="0"/>
                    </a:moveTo>
                    <a:cubicBezTo>
                      <a:pt x="562" y="0"/>
                      <a:pt x="387" y="44"/>
                      <a:pt x="250" y="164"/>
                    </a:cubicBezTo>
                    <a:cubicBezTo>
                      <a:pt x="248" y="164"/>
                      <a:pt x="245" y="165"/>
                      <a:pt x="244" y="167"/>
                    </a:cubicBezTo>
                    <a:cubicBezTo>
                      <a:pt x="174" y="218"/>
                      <a:pt x="118" y="286"/>
                      <a:pt x="83" y="364"/>
                    </a:cubicBezTo>
                    <a:cubicBezTo>
                      <a:pt x="78" y="364"/>
                      <a:pt x="75" y="365"/>
                      <a:pt x="74" y="367"/>
                    </a:cubicBezTo>
                    <a:cubicBezTo>
                      <a:pt x="48" y="395"/>
                      <a:pt x="29" y="428"/>
                      <a:pt x="17" y="464"/>
                    </a:cubicBezTo>
                    <a:cubicBezTo>
                      <a:pt x="11" y="480"/>
                      <a:pt x="7" y="498"/>
                      <a:pt x="5" y="516"/>
                    </a:cubicBezTo>
                    <a:cubicBezTo>
                      <a:pt x="4" y="525"/>
                      <a:pt x="2" y="535"/>
                      <a:pt x="2" y="544"/>
                    </a:cubicBezTo>
                    <a:cubicBezTo>
                      <a:pt x="1" y="553"/>
                      <a:pt x="4" y="564"/>
                      <a:pt x="10" y="569"/>
                    </a:cubicBezTo>
                    <a:cubicBezTo>
                      <a:pt x="11" y="571"/>
                      <a:pt x="13" y="572"/>
                      <a:pt x="15" y="572"/>
                    </a:cubicBezTo>
                    <a:cubicBezTo>
                      <a:pt x="17" y="572"/>
                      <a:pt x="19" y="571"/>
                      <a:pt x="20" y="569"/>
                    </a:cubicBezTo>
                    <a:lnTo>
                      <a:pt x="20" y="569"/>
                    </a:lnTo>
                    <a:cubicBezTo>
                      <a:pt x="20" y="574"/>
                      <a:pt x="20" y="577"/>
                      <a:pt x="19" y="580"/>
                    </a:cubicBezTo>
                    <a:cubicBezTo>
                      <a:pt x="17" y="602"/>
                      <a:pt x="16" y="625"/>
                      <a:pt x="16" y="647"/>
                    </a:cubicBezTo>
                    <a:cubicBezTo>
                      <a:pt x="13" y="669"/>
                      <a:pt x="17" y="693"/>
                      <a:pt x="26" y="714"/>
                    </a:cubicBezTo>
                    <a:cubicBezTo>
                      <a:pt x="29" y="718"/>
                      <a:pt x="33" y="720"/>
                      <a:pt x="37" y="720"/>
                    </a:cubicBezTo>
                    <a:cubicBezTo>
                      <a:pt x="42" y="720"/>
                      <a:pt x="47" y="717"/>
                      <a:pt x="50" y="711"/>
                    </a:cubicBezTo>
                    <a:cubicBezTo>
                      <a:pt x="54" y="687"/>
                      <a:pt x="56" y="662"/>
                      <a:pt x="53" y="637"/>
                    </a:cubicBezTo>
                    <a:cubicBezTo>
                      <a:pt x="54" y="572"/>
                      <a:pt x="66" y="507"/>
                      <a:pt x="89" y="446"/>
                    </a:cubicBezTo>
                    <a:lnTo>
                      <a:pt x="89" y="446"/>
                    </a:lnTo>
                    <a:cubicBezTo>
                      <a:pt x="87" y="456"/>
                      <a:pt x="86" y="465"/>
                      <a:pt x="86" y="474"/>
                    </a:cubicBezTo>
                    <a:cubicBezTo>
                      <a:pt x="66" y="544"/>
                      <a:pt x="63" y="617"/>
                      <a:pt x="75" y="689"/>
                    </a:cubicBezTo>
                    <a:cubicBezTo>
                      <a:pt x="76" y="698"/>
                      <a:pt x="82" y="702"/>
                      <a:pt x="89" y="702"/>
                    </a:cubicBezTo>
                    <a:cubicBezTo>
                      <a:pt x="93" y="702"/>
                      <a:pt x="98" y="701"/>
                      <a:pt x="102" y="698"/>
                    </a:cubicBezTo>
                    <a:cubicBezTo>
                      <a:pt x="121" y="696"/>
                      <a:pt x="141" y="693"/>
                      <a:pt x="160" y="689"/>
                    </a:cubicBezTo>
                    <a:lnTo>
                      <a:pt x="238" y="672"/>
                    </a:lnTo>
                    <a:cubicBezTo>
                      <a:pt x="290" y="662"/>
                      <a:pt x="341" y="653"/>
                      <a:pt x="393" y="641"/>
                    </a:cubicBezTo>
                    <a:lnTo>
                      <a:pt x="699" y="578"/>
                    </a:lnTo>
                    <a:lnTo>
                      <a:pt x="867" y="543"/>
                    </a:lnTo>
                    <a:cubicBezTo>
                      <a:pt x="870" y="545"/>
                      <a:pt x="873" y="546"/>
                      <a:pt x="876" y="546"/>
                    </a:cubicBezTo>
                    <a:cubicBezTo>
                      <a:pt x="882" y="546"/>
                      <a:pt x="888" y="542"/>
                      <a:pt x="889" y="534"/>
                    </a:cubicBezTo>
                    <a:lnTo>
                      <a:pt x="889" y="531"/>
                    </a:lnTo>
                    <a:cubicBezTo>
                      <a:pt x="891" y="526"/>
                      <a:pt x="891" y="520"/>
                      <a:pt x="889" y="516"/>
                    </a:cubicBezTo>
                    <a:cubicBezTo>
                      <a:pt x="889" y="490"/>
                      <a:pt x="888" y="464"/>
                      <a:pt x="886" y="437"/>
                    </a:cubicBezTo>
                    <a:lnTo>
                      <a:pt x="886" y="437"/>
                    </a:lnTo>
                    <a:lnTo>
                      <a:pt x="892" y="449"/>
                    </a:lnTo>
                    <a:cubicBezTo>
                      <a:pt x="898" y="462"/>
                      <a:pt x="906" y="477"/>
                      <a:pt x="913" y="490"/>
                    </a:cubicBezTo>
                    <a:cubicBezTo>
                      <a:pt x="919" y="507"/>
                      <a:pt x="927" y="522"/>
                      <a:pt x="936" y="537"/>
                    </a:cubicBezTo>
                    <a:cubicBezTo>
                      <a:pt x="940" y="542"/>
                      <a:pt x="946" y="546"/>
                      <a:pt x="953" y="546"/>
                    </a:cubicBezTo>
                    <a:cubicBezTo>
                      <a:pt x="955" y="546"/>
                      <a:pt x="958" y="545"/>
                      <a:pt x="961" y="544"/>
                    </a:cubicBezTo>
                    <a:cubicBezTo>
                      <a:pt x="964" y="543"/>
                      <a:pt x="965" y="541"/>
                      <a:pt x="968" y="538"/>
                    </a:cubicBezTo>
                    <a:cubicBezTo>
                      <a:pt x="982" y="540"/>
                      <a:pt x="995" y="541"/>
                      <a:pt x="1009" y="543"/>
                    </a:cubicBezTo>
                    <a:cubicBezTo>
                      <a:pt x="1031" y="546"/>
                      <a:pt x="1052" y="549"/>
                      <a:pt x="1074" y="553"/>
                    </a:cubicBezTo>
                    <a:cubicBezTo>
                      <a:pt x="1118" y="562"/>
                      <a:pt x="1161" y="574"/>
                      <a:pt x="1203" y="589"/>
                    </a:cubicBezTo>
                    <a:cubicBezTo>
                      <a:pt x="1244" y="604"/>
                      <a:pt x="1285" y="620"/>
                      <a:pt x="1323" y="641"/>
                    </a:cubicBezTo>
                    <a:cubicBezTo>
                      <a:pt x="1343" y="651"/>
                      <a:pt x="1362" y="663"/>
                      <a:pt x="1381" y="675"/>
                    </a:cubicBezTo>
                    <a:cubicBezTo>
                      <a:pt x="1390" y="681"/>
                      <a:pt x="1399" y="687"/>
                      <a:pt x="1408" y="693"/>
                    </a:cubicBezTo>
                    <a:lnTo>
                      <a:pt x="1416" y="698"/>
                    </a:lnTo>
                    <a:cubicBezTo>
                      <a:pt x="1416" y="701"/>
                      <a:pt x="1417" y="704"/>
                      <a:pt x="1422" y="707"/>
                    </a:cubicBezTo>
                    <a:cubicBezTo>
                      <a:pt x="1417" y="723"/>
                      <a:pt x="1417" y="742"/>
                      <a:pt x="1422" y="760"/>
                    </a:cubicBezTo>
                    <a:cubicBezTo>
                      <a:pt x="1423" y="766"/>
                      <a:pt x="1429" y="769"/>
                      <a:pt x="1434" y="769"/>
                    </a:cubicBezTo>
                    <a:cubicBezTo>
                      <a:pt x="1438" y="769"/>
                      <a:pt x="1442" y="767"/>
                      <a:pt x="1444" y="763"/>
                    </a:cubicBezTo>
                    <a:cubicBezTo>
                      <a:pt x="1455" y="742"/>
                      <a:pt x="1459" y="722"/>
                      <a:pt x="1459" y="699"/>
                    </a:cubicBezTo>
                    <a:cubicBezTo>
                      <a:pt x="1461" y="696"/>
                      <a:pt x="1461" y="692"/>
                      <a:pt x="1461" y="689"/>
                    </a:cubicBezTo>
                    <a:lnTo>
                      <a:pt x="1461" y="687"/>
                    </a:lnTo>
                    <a:cubicBezTo>
                      <a:pt x="1458" y="680"/>
                      <a:pt x="1459" y="672"/>
                      <a:pt x="1459" y="663"/>
                    </a:cubicBezTo>
                    <a:cubicBezTo>
                      <a:pt x="1462" y="643"/>
                      <a:pt x="1464" y="622"/>
                      <a:pt x="1466" y="604"/>
                    </a:cubicBezTo>
                    <a:cubicBezTo>
                      <a:pt x="1469" y="561"/>
                      <a:pt x="1469" y="516"/>
                      <a:pt x="1466" y="473"/>
                    </a:cubicBezTo>
                    <a:lnTo>
                      <a:pt x="1466" y="467"/>
                    </a:lnTo>
                    <a:lnTo>
                      <a:pt x="1466" y="453"/>
                    </a:lnTo>
                    <a:cubicBezTo>
                      <a:pt x="1466" y="402"/>
                      <a:pt x="1461" y="353"/>
                      <a:pt x="1446" y="306"/>
                    </a:cubicBezTo>
                    <a:cubicBezTo>
                      <a:pt x="1432" y="267"/>
                      <a:pt x="1411" y="222"/>
                      <a:pt x="1373" y="203"/>
                    </a:cubicBezTo>
                    <a:cubicBezTo>
                      <a:pt x="1372" y="202"/>
                      <a:pt x="1371" y="202"/>
                      <a:pt x="1370" y="202"/>
                    </a:cubicBezTo>
                    <a:cubicBezTo>
                      <a:pt x="1368" y="202"/>
                      <a:pt x="1367" y="202"/>
                      <a:pt x="1367" y="203"/>
                    </a:cubicBezTo>
                    <a:cubicBezTo>
                      <a:pt x="1296" y="119"/>
                      <a:pt x="1191" y="74"/>
                      <a:pt x="1085" y="48"/>
                    </a:cubicBezTo>
                    <a:cubicBezTo>
                      <a:pt x="975" y="19"/>
                      <a:pt x="856" y="0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57"/>
              <p:cNvSpPr/>
              <p:nvPr/>
            </p:nvSpPr>
            <p:spPr>
              <a:xfrm>
                <a:off x="7356298" y="2262741"/>
                <a:ext cx="45185" cy="40518"/>
              </a:xfrm>
              <a:custGeom>
                <a:avLst/>
                <a:gdLst/>
                <a:ahLst/>
                <a:cxnLst/>
                <a:rect l="l" t="t" r="r" b="b"/>
                <a:pathLst>
                  <a:path w="484" h="434" extrusionOk="0">
                    <a:moveTo>
                      <a:pt x="17" y="0"/>
                    </a:moveTo>
                    <a:cubicBezTo>
                      <a:pt x="7" y="0"/>
                      <a:pt x="0" y="15"/>
                      <a:pt x="10" y="23"/>
                    </a:cubicBezTo>
                    <a:cubicBezTo>
                      <a:pt x="97" y="73"/>
                      <a:pt x="177" y="135"/>
                      <a:pt x="250" y="203"/>
                    </a:cubicBezTo>
                    <a:cubicBezTo>
                      <a:pt x="286" y="237"/>
                      <a:pt x="320" y="275"/>
                      <a:pt x="352" y="312"/>
                    </a:cubicBezTo>
                    <a:cubicBezTo>
                      <a:pt x="366" y="331"/>
                      <a:pt x="381" y="352"/>
                      <a:pt x="396" y="372"/>
                    </a:cubicBezTo>
                    <a:cubicBezTo>
                      <a:pt x="410" y="393"/>
                      <a:pt x="426" y="413"/>
                      <a:pt x="444" y="431"/>
                    </a:cubicBezTo>
                    <a:cubicBezTo>
                      <a:pt x="446" y="433"/>
                      <a:pt x="448" y="434"/>
                      <a:pt x="450" y="434"/>
                    </a:cubicBezTo>
                    <a:cubicBezTo>
                      <a:pt x="455" y="434"/>
                      <a:pt x="460" y="429"/>
                      <a:pt x="459" y="422"/>
                    </a:cubicBezTo>
                    <a:cubicBezTo>
                      <a:pt x="450" y="397"/>
                      <a:pt x="438" y="375"/>
                      <a:pt x="423" y="354"/>
                    </a:cubicBezTo>
                    <a:cubicBezTo>
                      <a:pt x="410" y="333"/>
                      <a:pt x="395" y="314"/>
                      <a:pt x="380" y="294"/>
                    </a:cubicBezTo>
                    <a:cubicBezTo>
                      <a:pt x="347" y="254"/>
                      <a:pt x="313" y="215"/>
                      <a:pt x="276" y="179"/>
                    </a:cubicBezTo>
                    <a:cubicBezTo>
                      <a:pt x="234" y="141"/>
                      <a:pt x="191" y="105"/>
                      <a:pt x="144" y="72"/>
                    </a:cubicBezTo>
                    <a:lnTo>
                      <a:pt x="144" y="72"/>
                    </a:lnTo>
                    <a:cubicBezTo>
                      <a:pt x="189" y="91"/>
                      <a:pt x="232" y="112"/>
                      <a:pt x="274" y="136"/>
                    </a:cubicBezTo>
                    <a:cubicBezTo>
                      <a:pt x="308" y="155"/>
                      <a:pt x="341" y="178"/>
                      <a:pt x="372" y="200"/>
                    </a:cubicBezTo>
                    <a:cubicBezTo>
                      <a:pt x="402" y="227"/>
                      <a:pt x="435" y="252"/>
                      <a:pt x="469" y="273"/>
                    </a:cubicBezTo>
                    <a:cubicBezTo>
                      <a:pt x="471" y="274"/>
                      <a:pt x="472" y="275"/>
                      <a:pt x="473" y="275"/>
                    </a:cubicBezTo>
                    <a:cubicBezTo>
                      <a:pt x="479" y="275"/>
                      <a:pt x="483" y="269"/>
                      <a:pt x="480" y="264"/>
                    </a:cubicBezTo>
                    <a:cubicBezTo>
                      <a:pt x="456" y="232"/>
                      <a:pt x="428" y="203"/>
                      <a:pt x="393" y="179"/>
                    </a:cubicBezTo>
                    <a:cubicBezTo>
                      <a:pt x="361" y="155"/>
                      <a:pt x="325" y="132"/>
                      <a:pt x="289" y="111"/>
                    </a:cubicBezTo>
                    <a:cubicBezTo>
                      <a:pt x="216" y="69"/>
                      <a:pt x="138" y="38"/>
                      <a:pt x="58" y="17"/>
                    </a:cubicBezTo>
                    <a:cubicBezTo>
                      <a:pt x="57" y="16"/>
                      <a:pt x="56" y="16"/>
                      <a:pt x="56" y="16"/>
                    </a:cubicBezTo>
                    <a:cubicBezTo>
                      <a:pt x="55" y="16"/>
                      <a:pt x="54" y="16"/>
                      <a:pt x="53" y="17"/>
                    </a:cubicBezTo>
                    <a:cubicBezTo>
                      <a:pt x="43" y="11"/>
                      <a:pt x="32" y="6"/>
                      <a:pt x="24" y="2"/>
                    </a:cubicBezTo>
                    <a:cubicBezTo>
                      <a:pt x="21" y="1"/>
                      <a:pt x="19" y="0"/>
                      <a:pt x="1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57"/>
              <p:cNvSpPr/>
              <p:nvPr/>
            </p:nvSpPr>
            <p:spPr>
              <a:xfrm>
                <a:off x="7187508" y="2446379"/>
                <a:ext cx="235448" cy="82250"/>
              </a:xfrm>
              <a:custGeom>
                <a:avLst/>
                <a:gdLst/>
                <a:ahLst/>
                <a:cxnLst/>
                <a:rect l="l" t="t" r="r" b="b"/>
                <a:pathLst>
                  <a:path w="2522" h="881" extrusionOk="0">
                    <a:moveTo>
                      <a:pt x="2503" y="0"/>
                    </a:moveTo>
                    <a:cubicBezTo>
                      <a:pt x="2501" y="0"/>
                      <a:pt x="2499" y="1"/>
                      <a:pt x="2497" y="2"/>
                    </a:cubicBezTo>
                    <a:cubicBezTo>
                      <a:pt x="2424" y="41"/>
                      <a:pt x="2355" y="88"/>
                      <a:pt x="2283" y="131"/>
                    </a:cubicBezTo>
                    <a:cubicBezTo>
                      <a:pt x="2212" y="176"/>
                      <a:pt x="2143" y="213"/>
                      <a:pt x="2070" y="251"/>
                    </a:cubicBezTo>
                    <a:cubicBezTo>
                      <a:pt x="1922" y="327"/>
                      <a:pt x="1770" y="392"/>
                      <a:pt x="1614" y="451"/>
                    </a:cubicBezTo>
                    <a:cubicBezTo>
                      <a:pt x="1286" y="573"/>
                      <a:pt x="946" y="659"/>
                      <a:pt x="604" y="732"/>
                    </a:cubicBezTo>
                    <a:cubicBezTo>
                      <a:pt x="506" y="755"/>
                      <a:pt x="407" y="774"/>
                      <a:pt x="309" y="795"/>
                    </a:cubicBezTo>
                    <a:cubicBezTo>
                      <a:pt x="258" y="804"/>
                      <a:pt x="209" y="814"/>
                      <a:pt x="160" y="823"/>
                    </a:cubicBezTo>
                    <a:cubicBezTo>
                      <a:pt x="109" y="832"/>
                      <a:pt x="60" y="844"/>
                      <a:pt x="11" y="861"/>
                    </a:cubicBezTo>
                    <a:cubicBezTo>
                      <a:pt x="0" y="864"/>
                      <a:pt x="2" y="880"/>
                      <a:pt x="14" y="880"/>
                    </a:cubicBezTo>
                    <a:cubicBezTo>
                      <a:pt x="58" y="879"/>
                      <a:pt x="103" y="873"/>
                      <a:pt x="146" y="864"/>
                    </a:cubicBezTo>
                    <a:cubicBezTo>
                      <a:pt x="191" y="856"/>
                      <a:pt x="236" y="847"/>
                      <a:pt x="281" y="838"/>
                    </a:cubicBezTo>
                    <a:cubicBezTo>
                      <a:pt x="370" y="822"/>
                      <a:pt x="460" y="804"/>
                      <a:pt x="549" y="786"/>
                    </a:cubicBezTo>
                    <a:cubicBezTo>
                      <a:pt x="727" y="749"/>
                      <a:pt x="904" y="710"/>
                      <a:pt x="1080" y="662"/>
                    </a:cubicBezTo>
                    <a:cubicBezTo>
                      <a:pt x="1408" y="576"/>
                      <a:pt x="1732" y="465"/>
                      <a:pt x="2037" y="315"/>
                    </a:cubicBezTo>
                    <a:cubicBezTo>
                      <a:pt x="2121" y="273"/>
                      <a:pt x="2203" y="230"/>
                      <a:pt x="2282" y="184"/>
                    </a:cubicBezTo>
                    <a:cubicBezTo>
                      <a:pt x="2361" y="136"/>
                      <a:pt x="2444" y="87"/>
                      <a:pt x="2513" y="23"/>
                    </a:cubicBezTo>
                    <a:cubicBezTo>
                      <a:pt x="2522" y="13"/>
                      <a:pt x="2514" y="0"/>
                      <a:pt x="25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57"/>
              <p:cNvSpPr/>
              <p:nvPr/>
            </p:nvSpPr>
            <p:spPr>
              <a:xfrm>
                <a:off x="7325210" y="2361422"/>
                <a:ext cx="58068" cy="39211"/>
              </a:xfrm>
              <a:custGeom>
                <a:avLst/>
                <a:gdLst/>
                <a:ahLst/>
                <a:cxnLst/>
                <a:rect l="l" t="t" r="r" b="b"/>
                <a:pathLst>
                  <a:path w="622" h="420" extrusionOk="0">
                    <a:moveTo>
                      <a:pt x="587" y="1"/>
                    </a:moveTo>
                    <a:cubicBezTo>
                      <a:pt x="581" y="1"/>
                      <a:pt x="576" y="7"/>
                      <a:pt x="579" y="13"/>
                    </a:cubicBezTo>
                    <a:cubicBezTo>
                      <a:pt x="585" y="30"/>
                      <a:pt x="585" y="48"/>
                      <a:pt x="582" y="66"/>
                    </a:cubicBezTo>
                    <a:cubicBezTo>
                      <a:pt x="574" y="87"/>
                      <a:pt x="561" y="105"/>
                      <a:pt x="541" y="117"/>
                    </a:cubicBezTo>
                    <a:cubicBezTo>
                      <a:pt x="503" y="145"/>
                      <a:pt x="462" y="172"/>
                      <a:pt x="421" y="194"/>
                    </a:cubicBezTo>
                    <a:cubicBezTo>
                      <a:pt x="334" y="244"/>
                      <a:pt x="246" y="287"/>
                      <a:pt x="157" y="326"/>
                    </a:cubicBezTo>
                    <a:lnTo>
                      <a:pt x="82" y="359"/>
                    </a:lnTo>
                    <a:cubicBezTo>
                      <a:pt x="55" y="367"/>
                      <a:pt x="30" y="381"/>
                      <a:pt x="8" y="397"/>
                    </a:cubicBezTo>
                    <a:cubicBezTo>
                      <a:pt x="0" y="406"/>
                      <a:pt x="5" y="418"/>
                      <a:pt x="17" y="420"/>
                    </a:cubicBezTo>
                    <a:cubicBezTo>
                      <a:pt x="42" y="415"/>
                      <a:pt x="67" y="408"/>
                      <a:pt x="91" y="396"/>
                    </a:cubicBezTo>
                    <a:lnTo>
                      <a:pt x="166" y="364"/>
                    </a:lnTo>
                    <a:cubicBezTo>
                      <a:pt x="215" y="342"/>
                      <a:pt x="266" y="320"/>
                      <a:pt x="315" y="296"/>
                    </a:cubicBezTo>
                    <a:cubicBezTo>
                      <a:pt x="364" y="272"/>
                      <a:pt x="410" y="247"/>
                      <a:pt x="456" y="218"/>
                    </a:cubicBezTo>
                    <a:cubicBezTo>
                      <a:pt x="479" y="205"/>
                      <a:pt x="501" y="190"/>
                      <a:pt x="524" y="175"/>
                    </a:cubicBezTo>
                    <a:cubicBezTo>
                      <a:pt x="546" y="162"/>
                      <a:pt x="567" y="145"/>
                      <a:pt x="585" y="127"/>
                    </a:cubicBezTo>
                    <a:cubicBezTo>
                      <a:pt x="603" y="109"/>
                      <a:pt x="613" y="87"/>
                      <a:pt x="617" y="62"/>
                    </a:cubicBezTo>
                    <a:cubicBezTo>
                      <a:pt x="622" y="39"/>
                      <a:pt x="612" y="14"/>
                      <a:pt x="592" y="2"/>
                    </a:cubicBezTo>
                    <a:cubicBezTo>
                      <a:pt x="591" y="1"/>
                      <a:pt x="589" y="1"/>
                      <a:pt x="5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57"/>
              <p:cNvSpPr/>
              <p:nvPr/>
            </p:nvSpPr>
            <p:spPr>
              <a:xfrm>
                <a:off x="6861877" y="2467385"/>
                <a:ext cx="54894" cy="61618"/>
              </a:xfrm>
              <a:custGeom>
                <a:avLst/>
                <a:gdLst/>
                <a:ahLst/>
                <a:cxnLst/>
                <a:rect l="l" t="t" r="r" b="b"/>
                <a:pathLst>
                  <a:path w="588" h="660" extrusionOk="0">
                    <a:moveTo>
                      <a:pt x="564" y="0"/>
                    </a:moveTo>
                    <a:lnTo>
                      <a:pt x="123" y="73"/>
                    </a:lnTo>
                    <a:cubicBezTo>
                      <a:pt x="123" y="73"/>
                      <a:pt x="0" y="610"/>
                      <a:pt x="74" y="636"/>
                    </a:cubicBezTo>
                    <a:cubicBezTo>
                      <a:pt x="147" y="660"/>
                      <a:pt x="466" y="660"/>
                      <a:pt x="466" y="660"/>
                    </a:cubicBezTo>
                    <a:lnTo>
                      <a:pt x="515" y="269"/>
                    </a:lnTo>
                    <a:lnTo>
                      <a:pt x="442" y="269"/>
                    </a:lnTo>
                    <a:lnTo>
                      <a:pt x="588" y="170"/>
                    </a:lnTo>
                    <a:lnTo>
                      <a:pt x="564" y="0"/>
                    </a:lnTo>
                    <a:close/>
                  </a:path>
                </a:pathLst>
              </a:custGeom>
              <a:solidFill>
                <a:srgbClr val="A48E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57"/>
              <p:cNvSpPr/>
              <p:nvPr/>
            </p:nvSpPr>
            <p:spPr>
              <a:xfrm>
                <a:off x="8089435" y="2963311"/>
                <a:ext cx="202399" cy="158992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703" extrusionOk="0">
                    <a:moveTo>
                      <a:pt x="970" y="1"/>
                    </a:moveTo>
                    <a:cubicBezTo>
                      <a:pt x="968" y="1"/>
                      <a:pt x="967" y="1"/>
                      <a:pt x="966" y="1"/>
                    </a:cubicBezTo>
                    <a:cubicBezTo>
                      <a:pt x="878" y="45"/>
                      <a:pt x="724" y="309"/>
                      <a:pt x="724" y="309"/>
                    </a:cubicBezTo>
                    <a:lnTo>
                      <a:pt x="1" y="702"/>
                    </a:lnTo>
                    <a:cubicBezTo>
                      <a:pt x="1" y="702"/>
                      <a:pt x="264" y="1474"/>
                      <a:pt x="363" y="1474"/>
                    </a:cubicBezTo>
                    <a:cubicBezTo>
                      <a:pt x="367" y="1474"/>
                      <a:pt x="370" y="1473"/>
                      <a:pt x="374" y="1470"/>
                    </a:cubicBezTo>
                    <a:cubicBezTo>
                      <a:pt x="460" y="1405"/>
                      <a:pt x="921" y="1010"/>
                      <a:pt x="921" y="1010"/>
                    </a:cubicBezTo>
                    <a:cubicBezTo>
                      <a:pt x="921" y="1010"/>
                      <a:pt x="1379" y="1367"/>
                      <a:pt x="1731" y="1569"/>
                    </a:cubicBezTo>
                    <a:cubicBezTo>
                      <a:pt x="1869" y="1648"/>
                      <a:pt x="1990" y="1702"/>
                      <a:pt x="2063" y="1702"/>
                    </a:cubicBezTo>
                    <a:cubicBezTo>
                      <a:pt x="2095" y="1702"/>
                      <a:pt x="2117" y="1692"/>
                      <a:pt x="2127" y="1667"/>
                    </a:cubicBezTo>
                    <a:cubicBezTo>
                      <a:pt x="2167" y="1566"/>
                      <a:pt x="1942" y="1194"/>
                      <a:pt x="1678" y="828"/>
                    </a:cubicBezTo>
                    <a:cubicBezTo>
                      <a:pt x="1379" y="411"/>
                      <a:pt x="1031" y="1"/>
                      <a:pt x="9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57"/>
              <p:cNvSpPr/>
              <p:nvPr/>
            </p:nvSpPr>
            <p:spPr>
              <a:xfrm>
                <a:off x="8082246" y="3019140"/>
                <a:ext cx="64977" cy="89812"/>
              </a:xfrm>
              <a:custGeom>
                <a:avLst/>
                <a:gdLst/>
                <a:ahLst/>
                <a:cxnLst/>
                <a:rect l="l" t="t" r="r" b="b"/>
                <a:pathLst>
                  <a:path w="696" h="962" extrusionOk="0">
                    <a:moveTo>
                      <a:pt x="103" y="1"/>
                    </a:moveTo>
                    <a:cubicBezTo>
                      <a:pt x="48" y="1"/>
                      <a:pt x="1" y="20"/>
                      <a:pt x="36" y="103"/>
                    </a:cubicBezTo>
                    <a:cubicBezTo>
                      <a:pt x="99" y="249"/>
                      <a:pt x="244" y="961"/>
                      <a:pt x="390" y="961"/>
                    </a:cubicBezTo>
                    <a:cubicBezTo>
                      <a:pt x="396" y="961"/>
                      <a:pt x="403" y="960"/>
                      <a:pt x="409" y="957"/>
                    </a:cubicBezTo>
                    <a:cubicBezTo>
                      <a:pt x="512" y="911"/>
                      <a:pt x="607" y="853"/>
                      <a:pt x="695" y="781"/>
                    </a:cubicBezTo>
                    <a:lnTo>
                      <a:pt x="212" y="15"/>
                    </a:lnTo>
                    <a:cubicBezTo>
                      <a:pt x="202" y="15"/>
                      <a:pt x="150" y="1"/>
                      <a:pt x="1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57"/>
              <p:cNvSpPr/>
              <p:nvPr/>
            </p:nvSpPr>
            <p:spPr>
              <a:xfrm>
                <a:off x="8147130" y="3041640"/>
                <a:ext cx="57415" cy="38184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09" extrusionOk="0">
                    <a:moveTo>
                      <a:pt x="245" y="0"/>
                    </a:moveTo>
                    <a:cubicBezTo>
                      <a:pt x="244" y="0"/>
                      <a:pt x="244" y="0"/>
                      <a:pt x="243" y="1"/>
                    </a:cubicBezTo>
                    <a:cubicBezTo>
                      <a:pt x="230" y="4"/>
                      <a:pt x="234" y="26"/>
                      <a:pt x="236" y="35"/>
                    </a:cubicBezTo>
                    <a:cubicBezTo>
                      <a:pt x="245" y="62"/>
                      <a:pt x="255" y="89"/>
                      <a:pt x="269" y="114"/>
                    </a:cubicBezTo>
                    <a:cubicBezTo>
                      <a:pt x="276" y="130"/>
                      <a:pt x="285" y="147"/>
                      <a:pt x="295" y="163"/>
                    </a:cubicBezTo>
                    <a:cubicBezTo>
                      <a:pt x="210" y="251"/>
                      <a:pt x="113" y="329"/>
                      <a:pt x="8" y="391"/>
                    </a:cubicBezTo>
                    <a:cubicBezTo>
                      <a:pt x="1" y="397"/>
                      <a:pt x="6" y="408"/>
                      <a:pt x="14" y="408"/>
                    </a:cubicBezTo>
                    <a:cubicBezTo>
                      <a:pt x="15" y="408"/>
                      <a:pt x="16" y="408"/>
                      <a:pt x="16" y="408"/>
                    </a:cubicBezTo>
                    <a:cubicBezTo>
                      <a:pt x="48" y="393"/>
                      <a:pt x="76" y="378"/>
                      <a:pt x="104" y="361"/>
                    </a:cubicBezTo>
                    <a:cubicBezTo>
                      <a:pt x="133" y="344"/>
                      <a:pt x="160" y="326"/>
                      <a:pt x="185" y="305"/>
                    </a:cubicBezTo>
                    <a:cubicBezTo>
                      <a:pt x="233" y="269"/>
                      <a:pt x="276" y="230"/>
                      <a:pt x="318" y="187"/>
                    </a:cubicBezTo>
                    <a:lnTo>
                      <a:pt x="321" y="190"/>
                    </a:lnTo>
                    <a:cubicBezTo>
                      <a:pt x="322" y="191"/>
                      <a:pt x="324" y="191"/>
                      <a:pt x="325" y="191"/>
                    </a:cubicBezTo>
                    <a:cubicBezTo>
                      <a:pt x="329" y="191"/>
                      <a:pt x="332" y="189"/>
                      <a:pt x="333" y="185"/>
                    </a:cubicBezTo>
                    <a:cubicBezTo>
                      <a:pt x="346" y="202"/>
                      <a:pt x="361" y="218"/>
                      <a:pt x="376" y="232"/>
                    </a:cubicBezTo>
                    <a:cubicBezTo>
                      <a:pt x="398" y="253"/>
                      <a:pt x="422" y="272"/>
                      <a:pt x="446" y="290"/>
                    </a:cubicBezTo>
                    <a:cubicBezTo>
                      <a:pt x="471" y="308"/>
                      <a:pt x="497" y="324"/>
                      <a:pt x="522" y="339"/>
                    </a:cubicBezTo>
                    <a:cubicBezTo>
                      <a:pt x="535" y="346"/>
                      <a:pt x="549" y="354"/>
                      <a:pt x="564" y="360"/>
                    </a:cubicBezTo>
                    <a:cubicBezTo>
                      <a:pt x="573" y="367"/>
                      <a:pt x="585" y="371"/>
                      <a:pt x="596" y="371"/>
                    </a:cubicBezTo>
                    <a:cubicBezTo>
                      <a:pt x="599" y="371"/>
                      <a:pt x="602" y="371"/>
                      <a:pt x="606" y="370"/>
                    </a:cubicBezTo>
                    <a:cubicBezTo>
                      <a:pt x="611" y="369"/>
                      <a:pt x="614" y="361"/>
                      <a:pt x="611" y="355"/>
                    </a:cubicBezTo>
                    <a:cubicBezTo>
                      <a:pt x="604" y="345"/>
                      <a:pt x="592" y="338"/>
                      <a:pt x="579" y="333"/>
                    </a:cubicBezTo>
                    <a:cubicBezTo>
                      <a:pt x="567" y="327"/>
                      <a:pt x="553" y="320"/>
                      <a:pt x="540" y="312"/>
                    </a:cubicBezTo>
                    <a:cubicBezTo>
                      <a:pt x="513" y="299"/>
                      <a:pt x="488" y="282"/>
                      <a:pt x="464" y="266"/>
                    </a:cubicBezTo>
                    <a:cubicBezTo>
                      <a:pt x="438" y="248"/>
                      <a:pt x="416" y="230"/>
                      <a:pt x="394" y="211"/>
                    </a:cubicBezTo>
                    <a:cubicBezTo>
                      <a:pt x="371" y="191"/>
                      <a:pt x="355" y="176"/>
                      <a:pt x="334" y="160"/>
                    </a:cubicBezTo>
                    <a:cubicBezTo>
                      <a:pt x="333" y="153"/>
                      <a:pt x="325" y="147"/>
                      <a:pt x="318" y="145"/>
                    </a:cubicBezTo>
                    <a:lnTo>
                      <a:pt x="315" y="142"/>
                    </a:lnTo>
                    <a:cubicBezTo>
                      <a:pt x="309" y="130"/>
                      <a:pt x="301" y="118"/>
                      <a:pt x="297" y="106"/>
                    </a:cubicBezTo>
                    <a:cubicBezTo>
                      <a:pt x="285" y="81"/>
                      <a:pt x="274" y="56"/>
                      <a:pt x="266" y="29"/>
                    </a:cubicBezTo>
                    <a:cubicBezTo>
                      <a:pt x="261" y="20"/>
                      <a:pt x="257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57"/>
              <p:cNvSpPr/>
              <p:nvPr/>
            </p:nvSpPr>
            <p:spPr>
              <a:xfrm>
                <a:off x="7984034" y="3056670"/>
                <a:ext cx="64137" cy="23340"/>
              </a:xfrm>
              <a:custGeom>
                <a:avLst/>
                <a:gdLst/>
                <a:ahLst/>
                <a:cxnLst/>
                <a:rect l="l" t="t" r="r" b="b"/>
                <a:pathLst>
                  <a:path w="687" h="250" extrusionOk="0">
                    <a:moveTo>
                      <a:pt x="675" y="1"/>
                    </a:moveTo>
                    <a:cubicBezTo>
                      <a:pt x="653" y="1"/>
                      <a:pt x="632" y="5"/>
                      <a:pt x="611" y="14"/>
                    </a:cubicBezTo>
                    <a:lnTo>
                      <a:pt x="544" y="38"/>
                    </a:lnTo>
                    <a:lnTo>
                      <a:pt x="415" y="83"/>
                    </a:lnTo>
                    <a:cubicBezTo>
                      <a:pt x="329" y="114"/>
                      <a:pt x="241" y="144"/>
                      <a:pt x="155" y="175"/>
                    </a:cubicBezTo>
                    <a:cubicBezTo>
                      <a:pt x="129" y="184"/>
                      <a:pt x="105" y="191"/>
                      <a:pt x="80" y="202"/>
                    </a:cubicBezTo>
                    <a:cubicBezTo>
                      <a:pt x="55" y="211"/>
                      <a:pt x="34" y="223"/>
                      <a:pt x="10" y="233"/>
                    </a:cubicBezTo>
                    <a:cubicBezTo>
                      <a:pt x="0" y="237"/>
                      <a:pt x="6" y="250"/>
                      <a:pt x="15" y="250"/>
                    </a:cubicBezTo>
                    <a:cubicBezTo>
                      <a:pt x="15" y="250"/>
                      <a:pt x="16" y="250"/>
                      <a:pt x="17" y="250"/>
                    </a:cubicBezTo>
                    <a:cubicBezTo>
                      <a:pt x="40" y="244"/>
                      <a:pt x="62" y="241"/>
                      <a:pt x="83" y="233"/>
                    </a:cubicBezTo>
                    <a:cubicBezTo>
                      <a:pt x="105" y="226"/>
                      <a:pt x="128" y="218"/>
                      <a:pt x="150" y="211"/>
                    </a:cubicBezTo>
                    <a:lnTo>
                      <a:pt x="280" y="166"/>
                    </a:lnTo>
                    <a:lnTo>
                      <a:pt x="541" y="77"/>
                    </a:lnTo>
                    <a:lnTo>
                      <a:pt x="615" y="50"/>
                    </a:lnTo>
                    <a:cubicBezTo>
                      <a:pt x="639" y="45"/>
                      <a:pt x="662" y="33"/>
                      <a:pt x="681" y="17"/>
                    </a:cubicBezTo>
                    <a:cubicBezTo>
                      <a:pt x="687" y="11"/>
                      <a:pt x="684" y="2"/>
                      <a:pt x="6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57"/>
              <p:cNvSpPr/>
              <p:nvPr/>
            </p:nvSpPr>
            <p:spPr>
              <a:xfrm>
                <a:off x="8040235" y="3099803"/>
                <a:ext cx="69645" cy="4079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437" extrusionOk="0">
                    <a:moveTo>
                      <a:pt x="729" y="1"/>
                    </a:moveTo>
                    <a:cubicBezTo>
                      <a:pt x="704" y="4"/>
                      <a:pt x="678" y="13"/>
                      <a:pt x="659" y="29"/>
                    </a:cubicBezTo>
                    <a:lnTo>
                      <a:pt x="586" y="71"/>
                    </a:lnTo>
                    <a:lnTo>
                      <a:pt x="447" y="151"/>
                    </a:lnTo>
                    <a:cubicBezTo>
                      <a:pt x="353" y="205"/>
                      <a:pt x="259" y="259"/>
                      <a:pt x="165" y="314"/>
                    </a:cubicBezTo>
                    <a:cubicBezTo>
                      <a:pt x="139" y="329"/>
                      <a:pt x="112" y="344"/>
                      <a:pt x="85" y="360"/>
                    </a:cubicBezTo>
                    <a:cubicBezTo>
                      <a:pt x="58" y="377"/>
                      <a:pt x="34" y="396"/>
                      <a:pt x="10" y="414"/>
                    </a:cubicBezTo>
                    <a:cubicBezTo>
                      <a:pt x="1" y="421"/>
                      <a:pt x="8" y="437"/>
                      <a:pt x="18" y="437"/>
                    </a:cubicBezTo>
                    <a:cubicBezTo>
                      <a:pt x="19" y="437"/>
                      <a:pt x="20" y="437"/>
                      <a:pt x="21" y="436"/>
                    </a:cubicBezTo>
                    <a:cubicBezTo>
                      <a:pt x="46" y="424"/>
                      <a:pt x="70" y="415"/>
                      <a:pt x="94" y="403"/>
                    </a:cubicBezTo>
                    <a:cubicBezTo>
                      <a:pt x="118" y="390"/>
                      <a:pt x="143" y="377"/>
                      <a:pt x="167" y="363"/>
                    </a:cubicBezTo>
                    <a:cubicBezTo>
                      <a:pt x="213" y="336"/>
                      <a:pt x="261" y="310"/>
                      <a:pt x="307" y="283"/>
                    </a:cubicBezTo>
                    <a:lnTo>
                      <a:pt x="589" y="123"/>
                    </a:lnTo>
                    <a:lnTo>
                      <a:pt x="669" y="77"/>
                    </a:lnTo>
                    <a:cubicBezTo>
                      <a:pt x="695" y="62"/>
                      <a:pt x="723" y="49"/>
                      <a:pt x="741" y="22"/>
                    </a:cubicBezTo>
                    <a:cubicBezTo>
                      <a:pt x="745" y="13"/>
                      <a:pt x="739" y="1"/>
                      <a:pt x="72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57"/>
              <p:cNvSpPr/>
              <p:nvPr/>
            </p:nvSpPr>
            <p:spPr>
              <a:xfrm>
                <a:off x="8119216" y="3413771"/>
                <a:ext cx="226205" cy="163193"/>
              </a:xfrm>
              <a:custGeom>
                <a:avLst/>
                <a:gdLst/>
                <a:ahLst/>
                <a:cxnLst/>
                <a:rect l="l" t="t" r="r" b="b"/>
                <a:pathLst>
                  <a:path w="2423" h="1748" extrusionOk="0">
                    <a:moveTo>
                      <a:pt x="1807" y="0"/>
                    </a:moveTo>
                    <a:cubicBezTo>
                      <a:pt x="1807" y="0"/>
                      <a:pt x="799" y="241"/>
                      <a:pt x="887" y="439"/>
                    </a:cubicBezTo>
                    <a:lnTo>
                      <a:pt x="1149" y="1009"/>
                    </a:lnTo>
                    <a:cubicBezTo>
                      <a:pt x="1149" y="1009"/>
                      <a:pt x="760" y="1204"/>
                      <a:pt x="454" y="1384"/>
                    </a:cubicBezTo>
                    <a:cubicBezTo>
                      <a:pt x="198" y="1536"/>
                      <a:pt x="1" y="1678"/>
                      <a:pt x="141" y="1688"/>
                    </a:cubicBezTo>
                    <a:cubicBezTo>
                      <a:pt x="312" y="1701"/>
                      <a:pt x="976" y="1747"/>
                      <a:pt x="1537" y="1747"/>
                    </a:cubicBezTo>
                    <a:cubicBezTo>
                      <a:pt x="1767" y="1747"/>
                      <a:pt x="1981" y="1740"/>
                      <a:pt x="2135" y="1718"/>
                    </a:cubicBezTo>
                    <a:cubicBezTo>
                      <a:pt x="2278" y="1700"/>
                      <a:pt x="2369" y="1669"/>
                      <a:pt x="2378" y="1623"/>
                    </a:cubicBezTo>
                    <a:cubicBezTo>
                      <a:pt x="2423" y="1404"/>
                      <a:pt x="1983" y="855"/>
                      <a:pt x="1983" y="834"/>
                    </a:cubicBezTo>
                    <a:cubicBezTo>
                      <a:pt x="1983" y="812"/>
                      <a:pt x="1807" y="0"/>
                      <a:pt x="18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57"/>
              <p:cNvSpPr/>
              <p:nvPr/>
            </p:nvSpPr>
            <p:spPr>
              <a:xfrm>
                <a:off x="8119402" y="3543074"/>
                <a:ext cx="199318" cy="33983"/>
              </a:xfrm>
              <a:custGeom>
                <a:avLst/>
                <a:gdLst/>
                <a:ahLst/>
                <a:cxnLst/>
                <a:rect l="l" t="t" r="r" b="b"/>
                <a:pathLst>
                  <a:path w="2135" h="364" extrusionOk="0">
                    <a:moveTo>
                      <a:pt x="454" y="1"/>
                    </a:moveTo>
                    <a:lnTo>
                      <a:pt x="454" y="1"/>
                    </a:lnTo>
                    <a:cubicBezTo>
                      <a:pt x="197" y="153"/>
                      <a:pt x="0" y="295"/>
                      <a:pt x="141" y="303"/>
                    </a:cubicBezTo>
                    <a:cubicBezTo>
                      <a:pt x="313" y="316"/>
                      <a:pt x="983" y="363"/>
                      <a:pt x="1546" y="363"/>
                    </a:cubicBezTo>
                    <a:cubicBezTo>
                      <a:pt x="1773" y="363"/>
                      <a:pt x="1982" y="355"/>
                      <a:pt x="2134" y="335"/>
                    </a:cubicBezTo>
                    <a:cubicBezTo>
                      <a:pt x="2104" y="254"/>
                      <a:pt x="1861" y="233"/>
                      <a:pt x="1578" y="233"/>
                    </a:cubicBezTo>
                    <a:cubicBezTo>
                      <a:pt x="1257" y="233"/>
                      <a:pt x="885" y="260"/>
                      <a:pt x="710" y="260"/>
                    </a:cubicBezTo>
                    <a:cubicBezTo>
                      <a:pt x="488" y="260"/>
                      <a:pt x="451" y="110"/>
                      <a:pt x="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57"/>
              <p:cNvSpPr/>
              <p:nvPr/>
            </p:nvSpPr>
            <p:spPr>
              <a:xfrm>
                <a:off x="7705549" y="1621080"/>
                <a:ext cx="308453" cy="384923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4123" extrusionOk="0">
                    <a:moveTo>
                      <a:pt x="1874" y="236"/>
                    </a:moveTo>
                    <a:cubicBezTo>
                      <a:pt x="2532" y="236"/>
                      <a:pt x="3067" y="751"/>
                      <a:pt x="3067" y="1383"/>
                    </a:cubicBezTo>
                    <a:cubicBezTo>
                      <a:pt x="3067" y="2014"/>
                      <a:pt x="2532" y="2528"/>
                      <a:pt x="1874" y="2528"/>
                    </a:cubicBezTo>
                    <a:cubicBezTo>
                      <a:pt x="1217" y="2528"/>
                      <a:pt x="682" y="2014"/>
                      <a:pt x="682" y="1383"/>
                    </a:cubicBezTo>
                    <a:cubicBezTo>
                      <a:pt x="682" y="751"/>
                      <a:pt x="1217" y="236"/>
                      <a:pt x="1874" y="236"/>
                    </a:cubicBezTo>
                    <a:close/>
                    <a:moveTo>
                      <a:pt x="1874" y="1"/>
                    </a:moveTo>
                    <a:cubicBezTo>
                      <a:pt x="1087" y="1"/>
                      <a:pt x="446" y="621"/>
                      <a:pt x="446" y="1383"/>
                    </a:cubicBezTo>
                    <a:cubicBezTo>
                      <a:pt x="446" y="1842"/>
                      <a:pt x="680" y="2251"/>
                      <a:pt x="1039" y="2503"/>
                    </a:cubicBezTo>
                    <a:lnTo>
                      <a:pt x="550" y="3214"/>
                    </a:lnTo>
                    <a:lnTo>
                      <a:pt x="201" y="2978"/>
                    </a:lnTo>
                    <a:cubicBezTo>
                      <a:pt x="181" y="2965"/>
                      <a:pt x="158" y="2959"/>
                      <a:pt x="136" y="2959"/>
                    </a:cubicBezTo>
                    <a:cubicBezTo>
                      <a:pt x="97" y="2959"/>
                      <a:pt x="60" y="2977"/>
                      <a:pt x="37" y="3011"/>
                    </a:cubicBezTo>
                    <a:cubicBezTo>
                      <a:pt x="0" y="3065"/>
                      <a:pt x="15" y="3139"/>
                      <a:pt x="69" y="3175"/>
                    </a:cubicBezTo>
                    <a:lnTo>
                      <a:pt x="416" y="3408"/>
                    </a:lnTo>
                    <a:lnTo>
                      <a:pt x="55" y="3934"/>
                    </a:lnTo>
                    <a:cubicBezTo>
                      <a:pt x="15" y="3988"/>
                      <a:pt x="28" y="4064"/>
                      <a:pt x="84" y="4101"/>
                    </a:cubicBezTo>
                    <a:cubicBezTo>
                      <a:pt x="104" y="4116"/>
                      <a:pt x="127" y="4122"/>
                      <a:pt x="150" y="4122"/>
                    </a:cubicBezTo>
                    <a:cubicBezTo>
                      <a:pt x="189" y="4122"/>
                      <a:pt x="228" y="4103"/>
                      <a:pt x="251" y="4067"/>
                    </a:cubicBezTo>
                    <a:lnTo>
                      <a:pt x="613" y="3541"/>
                    </a:lnTo>
                    <a:lnTo>
                      <a:pt x="1071" y="3848"/>
                    </a:lnTo>
                    <a:cubicBezTo>
                      <a:pt x="1091" y="3861"/>
                      <a:pt x="1115" y="3868"/>
                      <a:pt x="1137" y="3868"/>
                    </a:cubicBezTo>
                    <a:cubicBezTo>
                      <a:pt x="1175" y="3868"/>
                      <a:pt x="1212" y="3849"/>
                      <a:pt x="1235" y="3815"/>
                    </a:cubicBezTo>
                    <a:cubicBezTo>
                      <a:pt x="1272" y="3761"/>
                      <a:pt x="1257" y="3688"/>
                      <a:pt x="1203" y="3652"/>
                    </a:cubicBezTo>
                    <a:lnTo>
                      <a:pt x="747" y="3344"/>
                    </a:lnTo>
                    <a:lnTo>
                      <a:pt x="1244" y="2621"/>
                    </a:lnTo>
                    <a:cubicBezTo>
                      <a:pt x="1441" y="2714"/>
                      <a:pt x="1657" y="2764"/>
                      <a:pt x="1874" y="2764"/>
                    </a:cubicBezTo>
                    <a:cubicBezTo>
                      <a:pt x="2662" y="2764"/>
                      <a:pt x="3303" y="2143"/>
                      <a:pt x="3303" y="1381"/>
                    </a:cubicBezTo>
                    <a:cubicBezTo>
                      <a:pt x="3303" y="619"/>
                      <a:pt x="2662" y="1"/>
                      <a:pt x="18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57"/>
              <p:cNvSpPr/>
              <p:nvPr/>
            </p:nvSpPr>
            <p:spPr>
              <a:xfrm>
                <a:off x="4050322" y="1102188"/>
                <a:ext cx="374457" cy="360836"/>
              </a:xfrm>
              <a:custGeom>
                <a:avLst/>
                <a:gdLst/>
                <a:ahLst/>
                <a:cxnLst/>
                <a:rect l="l" t="t" r="r" b="b"/>
                <a:pathLst>
                  <a:path w="4011" h="3865" extrusionOk="0">
                    <a:moveTo>
                      <a:pt x="1588" y="1243"/>
                    </a:moveTo>
                    <a:cubicBezTo>
                      <a:pt x="1740" y="1243"/>
                      <a:pt x="1893" y="1272"/>
                      <a:pt x="2039" y="1333"/>
                    </a:cubicBezTo>
                    <a:cubicBezTo>
                      <a:pt x="2477" y="1514"/>
                      <a:pt x="2764" y="1942"/>
                      <a:pt x="2764" y="2418"/>
                    </a:cubicBezTo>
                    <a:cubicBezTo>
                      <a:pt x="2764" y="3067"/>
                      <a:pt x="2237" y="3593"/>
                      <a:pt x="1589" y="3593"/>
                    </a:cubicBezTo>
                    <a:cubicBezTo>
                      <a:pt x="1113" y="3593"/>
                      <a:pt x="685" y="3307"/>
                      <a:pt x="503" y="2868"/>
                    </a:cubicBezTo>
                    <a:cubicBezTo>
                      <a:pt x="321" y="2429"/>
                      <a:pt x="421" y="1923"/>
                      <a:pt x="758" y="1587"/>
                    </a:cubicBezTo>
                    <a:cubicBezTo>
                      <a:pt x="982" y="1362"/>
                      <a:pt x="1283" y="1243"/>
                      <a:pt x="1588" y="1243"/>
                    </a:cubicBezTo>
                    <a:close/>
                    <a:moveTo>
                      <a:pt x="4010" y="1"/>
                    </a:moveTo>
                    <a:lnTo>
                      <a:pt x="2841" y="56"/>
                    </a:lnTo>
                    <a:cubicBezTo>
                      <a:pt x="2770" y="59"/>
                      <a:pt x="2713" y="120"/>
                      <a:pt x="2717" y="192"/>
                    </a:cubicBezTo>
                    <a:cubicBezTo>
                      <a:pt x="2720" y="263"/>
                      <a:pt x="2778" y="317"/>
                      <a:pt x="2848" y="317"/>
                    </a:cubicBezTo>
                    <a:cubicBezTo>
                      <a:pt x="2849" y="317"/>
                      <a:pt x="2851" y="317"/>
                      <a:pt x="2853" y="317"/>
                    </a:cubicBezTo>
                    <a:lnTo>
                      <a:pt x="3579" y="283"/>
                    </a:lnTo>
                    <a:lnTo>
                      <a:pt x="2492" y="1301"/>
                    </a:lnTo>
                    <a:cubicBezTo>
                      <a:pt x="2227" y="1088"/>
                      <a:pt x="1907" y="984"/>
                      <a:pt x="1590" y="984"/>
                    </a:cubicBezTo>
                    <a:cubicBezTo>
                      <a:pt x="1190" y="984"/>
                      <a:pt x="793" y="1150"/>
                      <a:pt x="509" y="1473"/>
                    </a:cubicBezTo>
                    <a:cubicBezTo>
                      <a:pt x="0" y="2050"/>
                      <a:pt x="36" y="2925"/>
                      <a:pt x="589" y="3460"/>
                    </a:cubicBezTo>
                    <a:cubicBezTo>
                      <a:pt x="869" y="3729"/>
                      <a:pt x="1230" y="3864"/>
                      <a:pt x="1591" y="3864"/>
                    </a:cubicBezTo>
                    <a:cubicBezTo>
                      <a:pt x="1946" y="3864"/>
                      <a:pt x="2301" y="3734"/>
                      <a:pt x="2579" y="3471"/>
                    </a:cubicBezTo>
                    <a:cubicBezTo>
                      <a:pt x="3139" y="2941"/>
                      <a:pt x="3183" y="2066"/>
                      <a:pt x="2680" y="1483"/>
                    </a:cubicBezTo>
                    <a:lnTo>
                      <a:pt x="3711" y="518"/>
                    </a:lnTo>
                    <a:lnTo>
                      <a:pt x="3667" y="1101"/>
                    </a:lnTo>
                    <a:cubicBezTo>
                      <a:pt x="3663" y="1174"/>
                      <a:pt x="3717" y="1237"/>
                      <a:pt x="3788" y="1242"/>
                    </a:cubicBezTo>
                    <a:lnTo>
                      <a:pt x="3799" y="1242"/>
                    </a:lnTo>
                    <a:cubicBezTo>
                      <a:pt x="3867" y="1242"/>
                      <a:pt x="3924" y="1189"/>
                      <a:pt x="3928" y="1121"/>
                    </a:cubicBezTo>
                    <a:lnTo>
                      <a:pt x="40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57"/>
              <p:cNvSpPr/>
              <p:nvPr/>
            </p:nvSpPr>
            <p:spPr>
              <a:xfrm>
                <a:off x="4180369" y="1609597"/>
                <a:ext cx="90930" cy="10391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113" extrusionOk="0">
                    <a:moveTo>
                      <a:pt x="516" y="1"/>
                    </a:moveTo>
                    <a:cubicBezTo>
                      <a:pt x="515" y="1"/>
                      <a:pt x="513" y="1"/>
                      <a:pt x="512" y="1"/>
                    </a:cubicBezTo>
                    <a:lnTo>
                      <a:pt x="506" y="4"/>
                    </a:lnTo>
                    <a:cubicBezTo>
                      <a:pt x="504" y="4"/>
                      <a:pt x="501" y="4"/>
                      <a:pt x="499" y="4"/>
                    </a:cubicBezTo>
                    <a:cubicBezTo>
                      <a:pt x="315" y="4"/>
                      <a:pt x="132" y="127"/>
                      <a:pt x="90" y="313"/>
                    </a:cubicBezTo>
                    <a:cubicBezTo>
                      <a:pt x="88" y="322"/>
                      <a:pt x="94" y="329"/>
                      <a:pt x="103" y="329"/>
                    </a:cubicBezTo>
                    <a:cubicBezTo>
                      <a:pt x="52" y="414"/>
                      <a:pt x="21" y="510"/>
                      <a:pt x="12" y="608"/>
                    </a:cubicBezTo>
                    <a:cubicBezTo>
                      <a:pt x="0" y="726"/>
                      <a:pt x="26" y="844"/>
                      <a:pt x="87" y="944"/>
                    </a:cubicBezTo>
                    <a:cubicBezTo>
                      <a:pt x="152" y="1050"/>
                      <a:pt x="267" y="1112"/>
                      <a:pt x="391" y="1112"/>
                    </a:cubicBezTo>
                    <a:cubicBezTo>
                      <a:pt x="527" y="1112"/>
                      <a:pt x="658" y="1045"/>
                      <a:pt x="756" y="954"/>
                    </a:cubicBezTo>
                    <a:cubicBezTo>
                      <a:pt x="852" y="865"/>
                      <a:pt x="917" y="748"/>
                      <a:pt x="947" y="622"/>
                    </a:cubicBezTo>
                    <a:cubicBezTo>
                      <a:pt x="974" y="498"/>
                      <a:pt x="955" y="368"/>
                      <a:pt x="895" y="256"/>
                    </a:cubicBezTo>
                    <a:cubicBezTo>
                      <a:pt x="837" y="147"/>
                      <a:pt x="740" y="64"/>
                      <a:pt x="622" y="24"/>
                    </a:cubicBezTo>
                    <a:cubicBezTo>
                      <a:pt x="592" y="13"/>
                      <a:pt x="559" y="7"/>
                      <a:pt x="528" y="6"/>
                    </a:cubicBezTo>
                    <a:cubicBezTo>
                      <a:pt x="525" y="2"/>
                      <a:pt x="521" y="1"/>
                      <a:pt x="5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57"/>
              <p:cNvSpPr/>
              <p:nvPr/>
            </p:nvSpPr>
            <p:spPr>
              <a:xfrm>
                <a:off x="4270739" y="1736659"/>
                <a:ext cx="60309" cy="55082"/>
              </a:xfrm>
              <a:custGeom>
                <a:avLst/>
                <a:gdLst/>
                <a:ahLst/>
                <a:cxnLst/>
                <a:rect l="l" t="t" r="r" b="b"/>
                <a:pathLst>
                  <a:path w="646" h="590" extrusionOk="0">
                    <a:moveTo>
                      <a:pt x="324" y="0"/>
                    </a:moveTo>
                    <a:cubicBezTo>
                      <a:pt x="165" y="0"/>
                      <a:pt x="35" y="143"/>
                      <a:pt x="3" y="289"/>
                    </a:cubicBezTo>
                    <a:cubicBezTo>
                      <a:pt x="0" y="300"/>
                      <a:pt x="8" y="306"/>
                      <a:pt x="16" y="306"/>
                    </a:cubicBezTo>
                    <a:cubicBezTo>
                      <a:pt x="22" y="306"/>
                      <a:pt x="28" y="302"/>
                      <a:pt x="30" y="295"/>
                    </a:cubicBezTo>
                    <a:cubicBezTo>
                      <a:pt x="34" y="281"/>
                      <a:pt x="40" y="266"/>
                      <a:pt x="46" y="251"/>
                    </a:cubicBezTo>
                    <a:lnTo>
                      <a:pt x="46" y="251"/>
                    </a:lnTo>
                    <a:cubicBezTo>
                      <a:pt x="36" y="315"/>
                      <a:pt x="45" y="380"/>
                      <a:pt x="73" y="439"/>
                    </a:cubicBezTo>
                    <a:cubicBezTo>
                      <a:pt x="101" y="500"/>
                      <a:pt x="152" y="547"/>
                      <a:pt x="215" y="571"/>
                    </a:cubicBezTo>
                    <a:cubicBezTo>
                      <a:pt x="248" y="583"/>
                      <a:pt x="284" y="589"/>
                      <a:pt x="320" y="589"/>
                    </a:cubicBezTo>
                    <a:cubicBezTo>
                      <a:pt x="351" y="589"/>
                      <a:pt x="382" y="585"/>
                      <a:pt x="412" y="576"/>
                    </a:cubicBezTo>
                    <a:cubicBezTo>
                      <a:pt x="544" y="537"/>
                      <a:pt x="646" y="413"/>
                      <a:pt x="625" y="272"/>
                    </a:cubicBezTo>
                    <a:cubicBezTo>
                      <a:pt x="602" y="128"/>
                      <a:pt x="479" y="5"/>
                      <a:pt x="331" y="0"/>
                    </a:cubicBezTo>
                    <a:cubicBezTo>
                      <a:pt x="329" y="0"/>
                      <a:pt x="326" y="0"/>
                      <a:pt x="3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57"/>
              <p:cNvSpPr/>
              <p:nvPr/>
            </p:nvSpPr>
            <p:spPr>
              <a:xfrm>
                <a:off x="4343932" y="1791742"/>
                <a:ext cx="57975" cy="5377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6" extrusionOk="0">
                    <a:moveTo>
                      <a:pt x="365" y="1"/>
                    </a:moveTo>
                    <a:cubicBezTo>
                      <a:pt x="304" y="1"/>
                      <a:pt x="244" y="27"/>
                      <a:pt x="202" y="72"/>
                    </a:cubicBezTo>
                    <a:cubicBezTo>
                      <a:pt x="149" y="83"/>
                      <a:pt x="102" y="113"/>
                      <a:pt x="67" y="154"/>
                    </a:cubicBezTo>
                    <a:cubicBezTo>
                      <a:pt x="18" y="212"/>
                      <a:pt x="0" y="289"/>
                      <a:pt x="18" y="362"/>
                    </a:cubicBezTo>
                    <a:cubicBezTo>
                      <a:pt x="33" y="427"/>
                      <a:pt x="72" y="484"/>
                      <a:pt x="126" y="523"/>
                    </a:cubicBezTo>
                    <a:cubicBezTo>
                      <a:pt x="174" y="557"/>
                      <a:pt x="232" y="576"/>
                      <a:pt x="291" y="576"/>
                    </a:cubicBezTo>
                    <a:cubicBezTo>
                      <a:pt x="303" y="576"/>
                      <a:pt x="315" y="575"/>
                      <a:pt x="327" y="573"/>
                    </a:cubicBezTo>
                    <a:cubicBezTo>
                      <a:pt x="473" y="557"/>
                      <a:pt x="591" y="444"/>
                      <a:pt x="612" y="297"/>
                    </a:cubicBezTo>
                    <a:cubicBezTo>
                      <a:pt x="621" y="230"/>
                      <a:pt x="603" y="162"/>
                      <a:pt x="564" y="108"/>
                    </a:cubicBezTo>
                    <a:cubicBezTo>
                      <a:pt x="525" y="53"/>
                      <a:pt x="466" y="16"/>
                      <a:pt x="400" y="4"/>
                    </a:cubicBezTo>
                    <a:cubicBezTo>
                      <a:pt x="388" y="2"/>
                      <a:pt x="377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57"/>
              <p:cNvSpPr/>
              <p:nvPr/>
            </p:nvSpPr>
            <p:spPr>
              <a:xfrm>
                <a:off x="7502403" y="2272637"/>
                <a:ext cx="59282" cy="49948"/>
              </a:xfrm>
              <a:custGeom>
                <a:avLst/>
                <a:gdLst/>
                <a:ahLst/>
                <a:cxnLst/>
                <a:rect l="l" t="t" r="r" b="b"/>
                <a:pathLst>
                  <a:path w="635" h="535" extrusionOk="0">
                    <a:moveTo>
                      <a:pt x="371" y="1"/>
                    </a:moveTo>
                    <a:cubicBezTo>
                      <a:pt x="319" y="1"/>
                      <a:pt x="267" y="12"/>
                      <a:pt x="221" y="36"/>
                    </a:cubicBezTo>
                    <a:cubicBezTo>
                      <a:pt x="163" y="63"/>
                      <a:pt x="115" y="108"/>
                      <a:pt x="84" y="163"/>
                    </a:cubicBezTo>
                    <a:cubicBezTo>
                      <a:pt x="73" y="179"/>
                      <a:pt x="65" y="197"/>
                      <a:pt x="59" y="215"/>
                    </a:cubicBezTo>
                    <a:cubicBezTo>
                      <a:pt x="57" y="211"/>
                      <a:pt x="53" y="209"/>
                      <a:pt x="49" y="209"/>
                    </a:cubicBezTo>
                    <a:cubicBezTo>
                      <a:pt x="47" y="209"/>
                      <a:pt x="45" y="210"/>
                      <a:pt x="44" y="212"/>
                    </a:cubicBezTo>
                    <a:cubicBezTo>
                      <a:pt x="8" y="261"/>
                      <a:pt x="0" y="325"/>
                      <a:pt x="23" y="382"/>
                    </a:cubicBezTo>
                    <a:cubicBezTo>
                      <a:pt x="45" y="434"/>
                      <a:pt x="84" y="477"/>
                      <a:pt x="135" y="504"/>
                    </a:cubicBezTo>
                    <a:cubicBezTo>
                      <a:pt x="174" y="524"/>
                      <a:pt x="216" y="534"/>
                      <a:pt x="260" y="534"/>
                    </a:cubicBezTo>
                    <a:cubicBezTo>
                      <a:pt x="274" y="534"/>
                      <a:pt x="289" y="533"/>
                      <a:pt x="303" y="531"/>
                    </a:cubicBezTo>
                    <a:cubicBezTo>
                      <a:pt x="366" y="519"/>
                      <a:pt x="425" y="489"/>
                      <a:pt x="473" y="446"/>
                    </a:cubicBezTo>
                    <a:cubicBezTo>
                      <a:pt x="566" y="363"/>
                      <a:pt x="634" y="216"/>
                      <a:pt x="567" y="97"/>
                    </a:cubicBezTo>
                    <a:cubicBezTo>
                      <a:pt x="533" y="43"/>
                      <a:pt x="475" y="9"/>
                      <a:pt x="412" y="3"/>
                    </a:cubicBezTo>
                    <a:cubicBezTo>
                      <a:pt x="398" y="2"/>
                      <a:pt x="385" y="1"/>
                      <a:pt x="3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57"/>
              <p:cNvSpPr/>
              <p:nvPr/>
            </p:nvSpPr>
            <p:spPr>
              <a:xfrm>
                <a:off x="7583997" y="2209152"/>
                <a:ext cx="48639" cy="60777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51" extrusionOk="0">
                    <a:moveTo>
                      <a:pt x="244" y="0"/>
                    </a:moveTo>
                    <a:cubicBezTo>
                      <a:pt x="193" y="0"/>
                      <a:pt x="143" y="17"/>
                      <a:pt x="103" y="48"/>
                    </a:cubicBezTo>
                    <a:cubicBezTo>
                      <a:pt x="51" y="88"/>
                      <a:pt x="21" y="148"/>
                      <a:pt x="18" y="214"/>
                    </a:cubicBezTo>
                    <a:cubicBezTo>
                      <a:pt x="17" y="228"/>
                      <a:pt x="20" y="242"/>
                      <a:pt x="23" y="255"/>
                    </a:cubicBezTo>
                    <a:cubicBezTo>
                      <a:pt x="23" y="260"/>
                      <a:pt x="21" y="263"/>
                      <a:pt x="21" y="267"/>
                    </a:cubicBezTo>
                    <a:cubicBezTo>
                      <a:pt x="5" y="316"/>
                      <a:pt x="0" y="370"/>
                      <a:pt x="9" y="422"/>
                    </a:cubicBezTo>
                    <a:cubicBezTo>
                      <a:pt x="17" y="485"/>
                      <a:pt x="46" y="545"/>
                      <a:pt x="90" y="591"/>
                    </a:cubicBezTo>
                    <a:cubicBezTo>
                      <a:pt x="126" y="629"/>
                      <a:pt x="176" y="650"/>
                      <a:pt x="228" y="650"/>
                    </a:cubicBezTo>
                    <a:cubicBezTo>
                      <a:pt x="245" y="650"/>
                      <a:pt x="262" y="648"/>
                      <a:pt x="279" y="643"/>
                    </a:cubicBezTo>
                    <a:cubicBezTo>
                      <a:pt x="348" y="621"/>
                      <a:pt x="406" y="565"/>
                      <a:pt x="446" y="507"/>
                    </a:cubicBezTo>
                    <a:cubicBezTo>
                      <a:pt x="486" y="451"/>
                      <a:pt x="510" y="385"/>
                      <a:pt x="516" y="316"/>
                    </a:cubicBezTo>
                    <a:cubicBezTo>
                      <a:pt x="521" y="242"/>
                      <a:pt x="501" y="169"/>
                      <a:pt x="458" y="109"/>
                    </a:cubicBezTo>
                    <a:cubicBezTo>
                      <a:pt x="418" y="54"/>
                      <a:pt x="357" y="17"/>
                      <a:pt x="290" y="5"/>
                    </a:cubicBezTo>
                    <a:cubicBezTo>
                      <a:pt x="274" y="2"/>
                      <a:pt x="259" y="0"/>
                      <a:pt x="2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57"/>
              <p:cNvSpPr/>
              <p:nvPr/>
            </p:nvSpPr>
            <p:spPr>
              <a:xfrm>
                <a:off x="7637118" y="2100575"/>
                <a:ext cx="87849" cy="9457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1013" extrusionOk="0">
                    <a:moveTo>
                      <a:pt x="426" y="1"/>
                    </a:moveTo>
                    <a:cubicBezTo>
                      <a:pt x="341" y="1"/>
                      <a:pt x="258" y="26"/>
                      <a:pt x="187" y="73"/>
                    </a:cubicBezTo>
                    <a:cubicBezTo>
                      <a:pt x="107" y="128"/>
                      <a:pt x="50" y="212"/>
                      <a:pt x="28" y="309"/>
                    </a:cubicBezTo>
                    <a:cubicBezTo>
                      <a:pt x="26" y="319"/>
                      <a:pt x="25" y="330"/>
                      <a:pt x="23" y="340"/>
                    </a:cubicBezTo>
                    <a:cubicBezTo>
                      <a:pt x="4" y="416"/>
                      <a:pt x="1" y="495"/>
                      <a:pt x="11" y="571"/>
                    </a:cubicBezTo>
                    <a:cubicBezTo>
                      <a:pt x="26" y="676"/>
                      <a:pt x="71" y="774"/>
                      <a:pt x="143" y="852"/>
                    </a:cubicBezTo>
                    <a:cubicBezTo>
                      <a:pt x="208" y="926"/>
                      <a:pt x="298" y="978"/>
                      <a:pt x="395" y="1002"/>
                    </a:cubicBezTo>
                    <a:cubicBezTo>
                      <a:pt x="427" y="1009"/>
                      <a:pt x="459" y="1013"/>
                      <a:pt x="492" y="1013"/>
                    </a:cubicBezTo>
                    <a:cubicBezTo>
                      <a:pt x="562" y="1013"/>
                      <a:pt x="632" y="997"/>
                      <a:pt x="696" y="965"/>
                    </a:cubicBezTo>
                    <a:cubicBezTo>
                      <a:pt x="790" y="919"/>
                      <a:pt x="861" y="838"/>
                      <a:pt x="899" y="740"/>
                    </a:cubicBezTo>
                    <a:cubicBezTo>
                      <a:pt x="934" y="641"/>
                      <a:pt x="940" y="534"/>
                      <a:pt x="916" y="431"/>
                    </a:cubicBezTo>
                    <a:cubicBezTo>
                      <a:pt x="893" y="324"/>
                      <a:pt x="839" y="224"/>
                      <a:pt x="763" y="145"/>
                    </a:cubicBezTo>
                    <a:cubicBezTo>
                      <a:pt x="687" y="69"/>
                      <a:pt x="588" y="20"/>
                      <a:pt x="483" y="5"/>
                    </a:cubicBezTo>
                    <a:cubicBezTo>
                      <a:pt x="464" y="2"/>
                      <a:pt x="445" y="1"/>
                      <a:pt x="4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57"/>
              <p:cNvSpPr/>
              <p:nvPr/>
            </p:nvSpPr>
            <p:spPr>
              <a:xfrm>
                <a:off x="7765951" y="2934463"/>
                <a:ext cx="30435" cy="258701"/>
              </a:xfrm>
              <a:custGeom>
                <a:avLst/>
                <a:gdLst/>
                <a:ahLst/>
                <a:cxnLst/>
                <a:rect l="l" t="t" r="r" b="b"/>
                <a:pathLst>
                  <a:path w="326" h="2771" extrusionOk="0">
                    <a:moveTo>
                      <a:pt x="24" y="1"/>
                    </a:moveTo>
                    <a:cubicBezTo>
                      <a:pt x="12" y="1"/>
                      <a:pt x="0" y="9"/>
                      <a:pt x="2" y="24"/>
                    </a:cubicBezTo>
                    <a:cubicBezTo>
                      <a:pt x="42" y="378"/>
                      <a:pt x="81" y="731"/>
                      <a:pt x="118" y="1084"/>
                    </a:cubicBezTo>
                    <a:cubicBezTo>
                      <a:pt x="154" y="1438"/>
                      <a:pt x="188" y="1791"/>
                      <a:pt x="221" y="2146"/>
                    </a:cubicBezTo>
                    <a:cubicBezTo>
                      <a:pt x="239" y="2346"/>
                      <a:pt x="257" y="2546"/>
                      <a:pt x="275" y="2747"/>
                    </a:cubicBezTo>
                    <a:cubicBezTo>
                      <a:pt x="276" y="2763"/>
                      <a:pt x="289" y="2771"/>
                      <a:pt x="301" y="2771"/>
                    </a:cubicBezTo>
                    <a:cubicBezTo>
                      <a:pt x="314" y="2771"/>
                      <a:pt x="325" y="2763"/>
                      <a:pt x="324" y="2747"/>
                    </a:cubicBezTo>
                    <a:cubicBezTo>
                      <a:pt x="294" y="2392"/>
                      <a:pt x="261" y="2039"/>
                      <a:pt x="227" y="1684"/>
                    </a:cubicBezTo>
                    <a:cubicBezTo>
                      <a:pt x="193" y="1330"/>
                      <a:pt x="157" y="976"/>
                      <a:pt x="118" y="624"/>
                    </a:cubicBezTo>
                    <a:cubicBezTo>
                      <a:pt x="97" y="424"/>
                      <a:pt x="75" y="224"/>
                      <a:pt x="52" y="24"/>
                    </a:cubicBezTo>
                    <a:cubicBezTo>
                      <a:pt x="50" y="9"/>
                      <a:pt x="37" y="1"/>
                      <a:pt x="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57"/>
              <p:cNvSpPr/>
              <p:nvPr/>
            </p:nvSpPr>
            <p:spPr>
              <a:xfrm>
                <a:off x="7810016" y="3090187"/>
                <a:ext cx="240396" cy="103816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1112" extrusionOk="0">
                    <a:moveTo>
                      <a:pt x="2536" y="0"/>
                    </a:moveTo>
                    <a:cubicBezTo>
                      <a:pt x="2531" y="0"/>
                      <a:pt x="2526" y="2"/>
                      <a:pt x="2521" y="5"/>
                    </a:cubicBezTo>
                    <a:cubicBezTo>
                      <a:pt x="2223" y="204"/>
                      <a:pt x="1920" y="395"/>
                      <a:pt x="1604" y="560"/>
                    </a:cubicBezTo>
                    <a:cubicBezTo>
                      <a:pt x="1291" y="724"/>
                      <a:pt x="966" y="863"/>
                      <a:pt x="624" y="954"/>
                    </a:cubicBezTo>
                    <a:cubicBezTo>
                      <a:pt x="432" y="1006"/>
                      <a:pt x="235" y="1039"/>
                      <a:pt x="38" y="1055"/>
                    </a:cubicBezTo>
                    <a:cubicBezTo>
                      <a:pt x="3" y="1058"/>
                      <a:pt x="1" y="1112"/>
                      <a:pt x="37" y="1112"/>
                    </a:cubicBezTo>
                    <a:cubicBezTo>
                      <a:pt x="37" y="1112"/>
                      <a:pt x="38" y="1112"/>
                      <a:pt x="38" y="1112"/>
                    </a:cubicBezTo>
                    <a:lnTo>
                      <a:pt x="38" y="1110"/>
                    </a:lnTo>
                    <a:cubicBezTo>
                      <a:pt x="393" y="1081"/>
                      <a:pt x="742" y="997"/>
                      <a:pt x="1073" y="864"/>
                    </a:cubicBezTo>
                    <a:cubicBezTo>
                      <a:pt x="1409" y="735"/>
                      <a:pt x="1728" y="565"/>
                      <a:pt x="2036" y="380"/>
                    </a:cubicBezTo>
                    <a:cubicBezTo>
                      <a:pt x="2209" y="275"/>
                      <a:pt x="2381" y="166"/>
                      <a:pt x="2549" y="53"/>
                    </a:cubicBezTo>
                    <a:cubicBezTo>
                      <a:pt x="2574" y="37"/>
                      <a:pt x="2559" y="0"/>
                      <a:pt x="25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57"/>
              <p:cNvSpPr/>
              <p:nvPr/>
            </p:nvSpPr>
            <p:spPr>
              <a:xfrm>
                <a:off x="7761190" y="2756239"/>
                <a:ext cx="82155" cy="63858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84" extrusionOk="0">
                    <a:moveTo>
                      <a:pt x="282" y="1"/>
                    </a:moveTo>
                    <a:cubicBezTo>
                      <a:pt x="270" y="16"/>
                      <a:pt x="261" y="30"/>
                      <a:pt x="251" y="45"/>
                    </a:cubicBezTo>
                    <a:cubicBezTo>
                      <a:pt x="239" y="63"/>
                      <a:pt x="227" y="81"/>
                      <a:pt x="214" y="99"/>
                    </a:cubicBezTo>
                    <a:cubicBezTo>
                      <a:pt x="169" y="165"/>
                      <a:pt x="123" y="227"/>
                      <a:pt x="72" y="290"/>
                    </a:cubicBezTo>
                    <a:cubicBezTo>
                      <a:pt x="60" y="305"/>
                      <a:pt x="47" y="320"/>
                      <a:pt x="35" y="335"/>
                    </a:cubicBezTo>
                    <a:cubicBezTo>
                      <a:pt x="24" y="348"/>
                      <a:pt x="15" y="361"/>
                      <a:pt x="8" y="378"/>
                    </a:cubicBezTo>
                    <a:cubicBezTo>
                      <a:pt x="2" y="391"/>
                      <a:pt x="1" y="406"/>
                      <a:pt x="5" y="421"/>
                    </a:cubicBezTo>
                    <a:cubicBezTo>
                      <a:pt x="8" y="429"/>
                      <a:pt x="14" y="436"/>
                      <a:pt x="21" y="441"/>
                    </a:cubicBezTo>
                    <a:cubicBezTo>
                      <a:pt x="50" y="478"/>
                      <a:pt x="83" y="511"/>
                      <a:pt x="120" y="539"/>
                    </a:cubicBezTo>
                    <a:cubicBezTo>
                      <a:pt x="187" y="593"/>
                      <a:pt x="264" y="631"/>
                      <a:pt x="346" y="655"/>
                    </a:cubicBezTo>
                    <a:cubicBezTo>
                      <a:pt x="390" y="667"/>
                      <a:pt x="433" y="676"/>
                      <a:pt x="478" y="679"/>
                    </a:cubicBezTo>
                    <a:cubicBezTo>
                      <a:pt x="500" y="682"/>
                      <a:pt x="522" y="684"/>
                      <a:pt x="546" y="684"/>
                    </a:cubicBezTo>
                    <a:cubicBezTo>
                      <a:pt x="561" y="684"/>
                      <a:pt x="578" y="682"/>
                      <a:pt x="593" y="681"/>
                    </a:cubicBezTo>
                    <a:cubicBezTo>
                      <a:pt x="594" y="682"/>
                      <a:pt x="595" y="683"/>
                      <a:pt x="597" y="683"/>
                    </a:cubicBezTo>
                    <a:cubicBezTo>
                      <a:pt x="598" y="683"/>
                      <a:pt x="599" y="683"/>
                      <a:pt x="600" y="682"/>
                    </a:cubicBezTo>
                    <a:cubicBezTo>
                      <a:pt x="613" y="678"/>
                      <a:pt x="628" y="672"/>
                      <a:pt x="640" y="663"/>
                    </a:cubicBezTo>
                    <a:cubicBezTo>
                      <a:pt x="652" y="654"/>
                      <a:pt x="666" y="645"/>
                      <a:pt x="678" y="636"/>
                    </a:cubicBezTo>
                    <a:cubicBezTo>
                      <a:pt x="763" y="575"/>
                      <a:pt x="831" y="493"/>
                      <a:pt x="877" y="397"/>
                    </a:cubicBezTo>
                    <a:cubicBezTo>
                      <a:pt x="879" y="393"/>
                      <a:pt x="875" y="389"/>
                      <a:pt x="872" y="389"/>
                    </a:cubicBezTo>
                    <a:cubicBezTo>
                      <a:pt x="870" y="389"/>
                      <a:pt x="868" y="390"/>
                      <a:pt x="867" y="393"/>
                    </a:cubicBezTo>
                    <a:cubicBezTo>
                      <a:pt x="852" y="418"/>
                      <a:pt x="836" y="442"/>
                      <a:pt x="819" y="466"/>
                    </a:cubicBezTo>
                    <a:cubicBezTo>
                      <a:pt x="789" y="508"/>
                      <a:pt x="755" y="546"/>
                      <a:pt x="718" y="581"/>
                    </a:cubicBezTo>
                    <a:cubicBezTo>
                      <a:pt x="698" y="597"/>
                      <a:pt x="678" y="613"/>
                      <a:pt x="657" y="628"/>
                    </a:cubicBezTo>
                    <a:cubicBezTo>
                      <a:pt x="646" y="636"/>
                      <a:pt x="636" y="643"/>
                      <a:pt x="624" y="651"/>
                    </a:cubicBezTo>
                    <a:cubicBezTo>
                      <a:pt x="616" y="655"/>
                      <a:pt x="609" y="661"/>
                      <a:pt x="601" y="666"/>
                    </a:cubicBezTo>
                    <a:lnTo>
                      <a:pt x="540" y="666"/>
                    </a:lnTo>
                    <a:cubicBezTo>
                      <a:pt x="430" y="663"/>
                      <a:pt x="321" y="634"/>
                      <a:pt x="224" y="584"/>
                    </a:cubicBezTo>
                    <a:cubicBezTo>
                      <a:pt x="156" y="548"/>
                      <a:pt x="96" y="497"/>
                      <a:pt x="47" y="438"/>
                    </a:cubicBezTo>
                    <a:cubicBezTo>
                      <a:pt x="48" y="436"/>
                      <a:pt x="48" y="432"/>
                      <a:pt x="47" y="430"/>
                    </a:cubicBezTo>
                    <a:cubicBezTo>
                      <a:pt x="72" y="406"/>
                      <a:pt x="96" y="382"/>
                      <a:pt x="118" y="356"/>
                    </a:cubicBezTo>
                    <a:cubicBezTo>
                      <a:pt x="165" y="305"/>
                      <a:pt x="205" y="251"/>
                      <a:pt x="241" y="193"/>
                    </a:cubicBezTo>
                    <a:cubicBezTo>
                      <a:pt x="258" y="165"/>
                      <a:pt x="275" y="135"/>
                      <a:pt x="290" y="105"/>
                    </a:cubicBezTo>
                    <a:cubicBezTo>
                      <a:pt x="297" y="90"/>
                      <a:pt x="305" y="75"/>
                      <a:pt x="311" y="59"/>
                    </a:cubicBezTo>
                    <a:cubicBezTo>
                      <a:pt x="317" y="47"/>
                      <a:pt x="321" y="33"/>
                      <a:pt x="326" y="21"/>
                    </a:cubicBezTo>
                    <a:lnTo>
                      <a:pt x="314" y="16"/>
                    </a:lnTo>
                    <a:cubicBezTo>
                      <a:pt x="305" y="29"/>
                      <a:pt x="299" y="44"/>
                      <a:pt x="291" y="60"/>
                    </a:cubicBezTo>
                    <a:cubicBezTo>
                      <a:pt x="282" y="77"/>
                      <a:pt x="275" y="93"/>
                      <a:pt x="266" y="109"/>
                    </a:cubicBezTo>
                    <a:cubicBezTo>
                      <a:pt x="235" y="168"/>
                      <a:pt x="199" y="224"/>
                      <a:pt x="159" y="276"/>
                    </a:cubicBezTo>
                    <a:cubicBezTo>
                      <a:pt x="138" y="303"/>
                      <a:pt x="115" y="329"/>
                      <a:pt x="93" y="354"/>
                    </a:cubicBezTo>
                    <a:cubicBezTo>
                      <a:pt x="72" y="375"/>
                      <a:pt x="51" y="396"/>
                      <a:pt x="30" y="417"/>
                    </a:cubicBezTo>
                    <a:cubicBezTo>
                      <a:pt x="27" y="411"/>
                      <a:pt x="24" y="403"/>
                      <a:pt x="26" y="396"/>
                    </a:cubicBezTo>
                    <a:cubicBezTo>
                      <a:pt x="29" y="379"/>
                      <a:pt x="38" y="364"/>
                      <a:pt x="48" y="353"/>
                    </a:cubicBezTo>
                    <a:cubicBezTo>
                      <a:pt x="94" y="296"/>
                      <a:pt x="139" y="238"/>
                      <a:pt x="181" y="180"/>
                    </a:cubicBezTo>
                    <a:cubicBezTo>
                      <a:pt x="203" y="150"/>
                      <a:pt x="223" y="120"/>
                      <a:pt x="244" y="89"/>
                    </a:cubicBezTo>
                    <a:cubicBezTo>
                      <a:pt x="263" y="63"/>
                      <a:pt x="279" y="35"/>
                      <a:pt x="293" y="7"/>
                    </a:cubicBezTo>
                    <a:cubicBezTo>
                      <a:pt x="290" y="5"/>
                      <a:pt x="287" y="2"/>
                      <a:pt x="2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57"/>
              <p:cNvSpPr/>
              <p:nvPr/>
            </p:nvSpPr>
            <p:spPr>
              <a:xfrm>
                <a:off x="7678195" y="2865750"/>
                <a:ext cx="83835" cy="14284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53" extrusionOk="0">
                    <a:moveTo>
                      <a:pt x="28" y="1"/>
                    </a:moveTo>
                    <a:cubicBezTo>
                      <a:pt x="11" y="1"/>
                      <a:pt x="1" y="28"/>
                      <a:pt x="22" y="37"/>
                    </a:cubicBezTo>
                    <a:cubicBezTo>
                      <a:pt x="81" y="67"/>
                      <a:pt x="145" y="89"/>
                      <a:pt x="210" y="107"/>
                    </a:cubicBezTo>
                    <a:cubicBezTo>
                      <a:pt x="314" y="136"/>
                      <a:pt x="425" y="152"/>
                      <a:pt x="533" y="152"/>
                    </a:cubicBezTo>
                    <a:cubicBezTo>
                      <a:pt x="656" y="152"/>
                      <a:pt x="777" y="132"/>
                      <a:pt x="887" y="88"/>
                    </a:cubicBezTo>
                    <a:cubicBezTo>
                      <a:pt x="898" y="82"/>
                      <a:pt x="892" y="66"/>
                      <a:pt x="882" y="66"/>
                    </a:cubicBezTo>
                    <a:cubicBezTo>
                      <a:pt x="881" y="66"/>
                      <a:pt x="880" y="67"/>
                      <a:pt x="879" y="67"/>
                    </a:cubicBezTo>
                    <a:cubicBezTo>
                      <a:pt x="818" y="83"/>
                      <a:pt x="757" y="97"/>
                      <a:pt x="696" y="104"/>
                    </a:cubicBezTo>
                    <a:cubicBezTo>
                      <a:pt x="643" y="112"/>
                      <a:pt x="590" y="116"/>
                      <a:pt x="537" y="116"/>
                    </a:cubicBezTo>
                    <a:cubicBezTo>
                      <a:pt x="479" y="116"/>
                      <a:pt x="421" y="111"/>
                      <a:pt x="363" y="103"/>
                    </a:cubicBezTo>
                    <a:cubicBezTo>
                      <a:pt x="250" y="85"/>
                      <a:pt x="141" y="50"/>
                      <a:pt x="37" y="3"/>
                    </a:cubicBezTo>
                    <a:cubicBezTo>
                      <a:pt x="34" y="1"/>
                      <a:pt x="31" y="1"/>
                      <a:pt x="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57"/>
              <p:cNvSpPr/>
              <p:nvPr/>
            </p:nvSpPr>
            <p:spPr>
              <a:xfrm>
                <a:off x="7308219" y="2319223"/>
                <a:ext cx="22312" cy="16805"/>
              </a:xfrm>
              <a:custGeom>
                <a:avLst/>
                <a:gdLst/>
                <a:ahLst/>
                <a:cxnLst/>
                <a:rect l="l" t="t" r="r" b="b"/>
                <a:pathLst>
                  <a:path w="239" h="180" extrusionOk="0">
                    <a:moveTo>
                      <a:pt x="119" y="1"/>
                    </a:moveTo>
                    <a:cubicBezTo>
                      <a:pt x="54" y="1"/>
                      <a:pt x="0" y="41"/>
                      <a:pt x="0" y="90"/>
                    </a:cubicBezTo>
                    <a:cubicBezTo>
                      <a:pt x="0" y="139"/>
                      <a:pt x="54" y="180"/>
                      <a:pt x="119" y="180"/>
                    </a:cubicBezTo>
                    <a:cubicBezTo>
                      <a:pt x="185" y="180"/>
                      <a:pt x="239" y="139"/>
                      <a:pt x="239" y="90"/>
                    </a:cubicBezTo>
                    <a:cubicBezTo>
                      <a:pt x="239" y="41"/>
                      <a:pt x="185" y="1"/>
                      <a:pt x="119" y="1"/>
                    </a:cubicBezTo>
                    <a:close/>
                  </a:path>
                </a:pathLst>
              </a:custGeom>
              <a:solidFill>
                <a:srgbClr val="D996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57"/>
              <p:cNvSpPr/>
              <p:nvPr/>
            </p:nvSpPr>
            <p:spPr>
              <a:xfrm>
                <a:off x="7295803" y="2302232"/>
                <a:ext cx="13724" cy="12697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36" extrusionOk="0">
                    <a:moveTo>
                      <a:pt x="73" y="0"/>
                    </a:moveTo>
                    <a:cubicBezTo>
                      <a:pt x="69" y="0"/>
                      <a:pt x="65" y="0"/>
                      <a:pt x="62" y="1"/>
                    </a:cubicBezTo>
                    <a:cubicBezTo>
                      <a:pt x="26" y="7"/>
                      <a:pt x="0" y="43"/>
                      <a:pt x="6" y="80"/>
                    </a:cubicBezTo>
                    <a:cubicBezTo>
                      <a:pt x="12" y="112"/>
                      <a:pt x="40" y="136"/>
                      <a:pt x="73" y="136"/>
                    </a:cubicBezTo>
                    <a:cubicBezTo>
                      <a:pt x="77" y="136"/>
                      <a:pt x="80" y="136"/>
                      <a:pt x="84" y="135"/>
                    </a:cubicBezTo>
                    <a:cubicBezTo>
                      <a:pt x="121" y="129"/>
                      <a:pt x="147" y="95"/>
                      <a:pt x="141" y="58"/>
                    </a:cubicBezTo>
                    <a:cubicBezTo>
                      <a:pt x="135" y="24"/>
                      <a:pt x="106" y="0"/>
                      <a:pt x="73" y="0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57"/>
              <p:cNvSpPr/>
              <p:nvPr/>
            </p:nvSpPr>
            <p:spPr>
              <a:xfrm>
                <a:off x="7291228" y="2286174"/>
                <a:ext cx="32768" cy="1148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123" extrusionOk="0">
                    <a:moveTo>
                      <a:pt x="103" y="0"/>
                    </a:moveTo>
                    <a:cubicBezTo>
                      <a:pt x="44" y="0"/>
                      <a:pt x="0" y="13"/>
                      <a:pt x="0" y="13"/>
                    </a:cubicBezTo>
                    <a:lnTo>
                      <a:pt x="0" y="76"/>
                    </a:lnTo>
                    <a:cubicBezTo>
                      <a:pt x="44" y="56"/>
                      <a:pt x="87" y="49"/>
                      <a:pt x="127" y="49"/>
                    </a:cubicBezTo>
                    <a:cubicBezTo>
                      <a:pt x="252" y="49"/>
                      <a:pt x="351" y="122"/>
                      <a:pt x="351" y="122"/>
                    </a:cubicBezTo>
                    <a:cubicBezTo>
                      <a:pt x="282" y="22"/>
                      <a:pt x="179" y="0"/>
                      <a:pt x="10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57"/>
              <p:cNvSpPr/>
              <p:nvPr/>
            </p:nvSpPr>
            <p:spPr>
              <a:xfrm>
                <a:off x="7292348" y="2299151"/>
                <a:ext cx="33609" cy="7936"/>
              </a:xfrm>
              <a:custGeom>
                <a:avLst/>
                <a:gdLst/>
                <a:ahLst/>
                <a:cxnLst/>
                <a:rect l="l" t="t" r="r" b="b"/>
                <a:pathLst>
                  <a:path w="360" h="85" extrusionOk="0">
                    <a:moveTo>
                      <a:pt x="195" y="1"/>
                    </a:moveTo>
                    <a:cubicBezTo>
                      <a:pt x="84" y="1"/>
                      <a:pt x="15" y="55"/>
                      <a:pt x="11" y="58"/>
                    </a:cubicBezTo>
                    <a:cubicBezTo>
                      <a:pt x="0" y="67"/>
                      <a:pt x="6" y="85"/>
                      <a:pt x="21" y="85"/>
                    </a:cubicBezTo>
                    <a:cubicBezTo>
                      <a:pt x="24" y="85"/>
                      <a:pt x="27" y="83"/>
                      <a:pt x="30" y="80"/>
                    </a:cubicBezTo>
                    <a:cubicBezTo>
                      <a:pt x="31" y="80"/>
                      <a:pt x="94" y="31"/>
                      <a:pt x="195" y="31"/>
                    </a:cubicBezTo>
                    <a:cubicBezTo>
                      <a:pt x="236" y="31"/>
                      <a:pt x="283" y="39"/>
                      <a:pt x="336" y="62"/>
                    </a:cubicBezTo>
                    <a:cubicBezTo>
                      <a:pt x="338" y="63"/>
                      <a:pt x="340" y="63"/>
                      <a:pt x="342" y="63"/>
                    </a:cubicBezTo>
                    <a:cubicBezTo>
                      <a:pt x="348" y="63"/>
                      <a:pt x="353" y="60"/>
                      <a:pt x="357" y="55"/>
                    </a:cubicBezTo>
                    <a:cubicBezTo>
                      <a:pt x="360" y="47"/>
                      <a:pt x="357" y="38"/>
                      <a:pt x="348" y="34"/>
                    </a:cubicBezTo>
                    <a:cubicBezTo>
                      <a:pt x="291" y="9"/>
                      <a:pt x="240" y="1"/>
                      <a:pt x="195" y="1"/>
                    </a:cubicBezTo>
                    <a:close/>
                  </a:path>
                </a:pathLst>
              </a:custGeom>
              <a:solidFill>
                <a:srgbClr val="1C1C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57"/>
              <p:cNvSpPr/>
              <p:nvPr/>
            </p:nvSpPr>
            <p:spPr>
              <a:xfrm>
                <a:off x="7244176" y="2307833"/>
                <a:ext cx="13163" cy="1279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37" extrusionOk="0">
                    <a:moveTo>
                      <a:pt x="71" y="0"/>
                    </a:moveTo>
                    <a:cubicBezTo>
                      <a:pt x="69" y="0"/>
                      <a:pt x="68" y="0"/>
                      <a:pt x="66" y="1"/>
                    </a:cubicBezTo>
                    <a:cubicBezTo>
                      <a:pt x="29" y="2"/>
                      <a:pt x="0" y="33"/>
                      <a:pt x="2" y="72"/>
                    </a:cubicBezTo>
                    <a:cubicBezTo>
                      <a:pt x="5" y="108"/>
                      <a:pt x="34" y="136"/>
                      <a:pt x="71" y="136"/>
                    </a:cubicBezTo>
                    <a:cubicBezTo>
                      <a:pt x="71" y="136"/>
                      <a:pt x="72" y="136"/>
                      <a:pt x="73" y="136"/>
                    </a:cubicBezTo>
                    <a:cubicBezTo>
                      <a:pt x="111" y="133"/>
                      <a:pt x="140" y="102"/>
                      <a:pt x="137" y="65"/>
                    </a:cubicBezTo>
                    <a:cubicBezTo>
                      <a:pt x="136" y="28"/>
                      <a:pt x="106" y="0"/>
                      <a:pt x="71" y="0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57"/>
              <p:cNvSpPr/>
              <p:nvPr/>
            </p:nvSpPr>
            <p:spPr>
              <a:xfrm>
                <a:off x="7229519" y="2290655"/>
                <a:ext cx="30995" cy="16992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82" extrusionOk="0">
                    <a:moveTo>
                      <a:pt x="303" y="1"/>
                    </a:moveTo>
                    <a:cubicBezTo>
                      <a:pt x="250" y="1"/>
                      <a:pt x="70" y="14"/>
                      <a:pt x="1" y="182"/>
                    </a:cubicBezTo>
                    <a:cubicBezTo>
                      <a:pt x="1" y="182"/>
                      <a:pt x="111" y="55"/>
                      <a:pt x="268" y="55"/>
                    </a:cubicBezTo>
                    <a:cubicBezTo>
                      <a:pt x="289" y="55"/>
                      <a:pt x="310" y="57"/>
                      <a:pt x="332" y="62"/>
                    </a:cubicBezTo>
                    <a:lnTo>
                      <a:pt x="318" y="1"/>
                    </a:lnTo>
                    <a:cubicBezTo>
                      <a:pt x="318" y="1"/>
                      <a:pt x="313" y="1"/>
                      <a:pt x="303" y="1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57"/>
              <p:cNvSpPr/>
              <p:nvPr/>
            </p:nvSpPr>
            <p:spPr>
              <a:xfrm>
                <a:off x="7228212" y="2305593"/>
                <a:ext cx="33702" cy="9616"/>
              </a:xfrm>
              <a:custGeom>
                <a:avLst/>
                <a:gdLst/>
                <a:ahLst/>
                <a:cxnLst/>
                <a:rect l="l" t="t" r="r" b="b"/>
                <a:pathLst>
                  <a:path w="361" h="103" extrusionOk="0">
                    <a:moveTo>
                      <a:pt x="229" y="1"/>
                    </a:moveTo>
                    <a:cubicBezTo>
                      <a:pt x="170" y="1"/>
                      <a:pt x="95" y="16"/>
                      <a:pt x="16" y="74"/>
                    </a:cubicBezTo>
                    <a:cubicBezTo>
                      <a:pt x="1" y="83"/>
                      <a:pt x="10" y="103"/>
                      <a:pt x="23" y="103"/>
                    </a:cubicBezTo>
                    <a:cubicBezTo>
                      <a:pt x="26" y="103"/>
                      <a:pt x="29" y="102"/>
                      <a:pt x="33" y="99"/>
                    </a:cubicBezTo>
                    <a:cubicBezTo>
                      <a:pt x="106" y="46"/>
                      <a:pt x="176" y="31"/>
                      <a:pt x="230" y="31"/>
                    </a:cubicBezTo>
                    <a:cubicBezTo>
                      <a:pt x="294" y="31"/>
                      <a:pt x="336" y="51"/>
                      <a:pt x="337" y="51"/>
                    </a:cubicBezTo>
                    <a:cubicBezTo>
                      <a:pt x="339" y="52"/>
                      <a:pt x="341" y="53"/>
                      <a:pt x="343" y="53"/>
                    </a:cubicBezTo>
                    <a:cubicBezTo>
                      <a:pt x="344" y="53"/>
                      <a:pt x="345" y="53"/>
                      <a:pt x="346" y="53"/>
                    </a:cubicBezTo>
                    <a:cubicBezTo>
                      <a:pt x="350" y="53"/>
                      <a:pt x="355" y="50"/>
                      <a:pt x="356" y="45"/>
                    </a:cubicBezTo>
                    <a:cubicBezTo>
                      <a:pt x="361" y="38"/>
                      <a:pt x="358" y="29"/>
                      <a:pt x="350" y="25"/>
                    </a:cubicBezTo>
                    <a:cubicBezTo>
                      <a:pt x="346" y="23"/>
                      <a:pt x="299" y="1"/>
                      <a:pt x="22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57"/>
              <p:cNvSpPr/>
              <p:nvPr/>
            </p:nvSpPr>
            <p:spPr>
              <a:xfrm>
                <a:off x="4647437" y="1808360"/>
                <a:ext cx="13443" cy="13257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42" extrusionOk="0">
                    <a:moveTo>
                      <a:pt x="72" y="0"/>
                    </a:moveTo>
                    <a:cubicBezTo>
                      <a:pt x="33" y="0"/>
                      <a:pt x="0" y="31"/>
                      <a:pt x="0" y="70"/>
                    </a:cubicBezTo>
                    <a:cubicBezTo>
                      <a:pt x="0" y="111"/>
                      <a:pt x="33" y="142"/>
                      <a:pt x="72" y="142"/>
                    </a:cubicBezTo>
                    <a:cubicBezTo>
                      <a:pt x="112" y="142"/>
                      <a:pt x="143" y="111"/>
                      <a:pt x="143" y="70"/>
                    </a:cubicBezTo>
                    <a:cubicBezTo>
                      <a:pt x="143" y="31"/>
                      <a:pt x="112" y="0"/>
                      <a:pt x="72" y="0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57"/>
              <p:cNvSpPr/>
              <p:nvPr/>
            </p:nvSpPr>
            <p:spPr>
              <a:xfrm>
                <a:off x="4638755" y="1790434"/>
                <a:ext cx="35756" cy="13817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48" extrusionOk="0">
                    <a:moveTo>
                      <a:pt x="190" y="1"/>
                    </a:moveTo>
                    <a:cubicBezTo>
                      <a:pt x="131" y="1"/>
                      <a:pt x="64" y="26"/>
                      <a:pt x="1" y="103"/>
                    </a:cubicBezTo>
                    <a:cubicBezTo>
                      <a:pt x="1" y="103"/>
                      <a:pt x="67" y="75"/>
                      <a:pt x="153" y="75"/>
                    </a:cubicBezTo>
                    <a:cubicBezTo>
                      <a:pt x="219" y="75"/>
                      <a:pt x="297" y="91"/>
                      <a:pt x="366" y="147"/>
                    </a:cubicBezTo>
                    <a:lnTo>
                      <a:pt x="382" y="83"/>
                    </a:lnTo>
                    <a:cubicBezTo>
                      <a:pt x="382" y="83"/>
                      <a:pt x="298" y="1"/>
                      <a:pt x="1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57"/>
              <p:cNvSpPr/>
              <p:nvPr/>
            </p:nvSpPr>
            <p:spPr>
              <a:xfrm>
                <a:off x="4635114" y="1804999"/>
                <a:ext cx="34822" cy="10643"/>
              </a:xfrm>
              <a:custGeom>
                <a:avLst/>
                <a:gdLst/>
                <a:ahLst/>
                <a:cxnLst/>
                <a:rect l="l" t="t" r="r" b="b"/>
                <a:pathLst>
                  <a:path w="373" h="114" extrusionOk="0">
                    <a:moveTo>
                      <a:pt x="130" y="0"/>
                    </a:moveTo>
                    <a:cubicBezTo>
                      <a:pt x="63" y="0"/>
                      <a:pt x="18" y="20"/>
                      <a:pt x="14" y="21"/>
                    </a:cubicBezTo>
                    <a:cubicBezTo>
                      <a:pt x="1" y="27"/>
                      <a:pt x="2" y="47"/>
                      <a:pt x="17" y="51"/>
                    </a:cubicBezTo>
                    <a:cubicBezTo>
                      <a:pt x="20" y="51"/>
                      <a:pt x="23" y="51"/>
                      <a:pt x="28" y="50"/>
                    </a:cubicBezTo>
                    <a:cubicBezTo>
                      <a:pt x="29" y="50"/>
                      <a:pt x="68" y="33"/>
                      <a:pt x="129" y="33"/>
                    </a:cubicBezTo>
                    <a:cubicBezTo>
                      <a:pt x="187" y="33"/>
                      <a:pt x="264" y="48"/>
                      <a:pt x="344" y="111"/>
                    </a:cubicBezTo>
                    <a:cubicBezTo>
                      <a:pt x="347" y="113"/>
                      <a:pt x="351" y="114"/>
                      <a:pt x="354" y="114"/>
                    </a:cubicBezTo>
                    <a:cubicBezTo>
                      <a:pt x="359" y="114"/>
                      <a:pt x="363" y="112"/>
                      <a:pt x="366" y="108"/>
                    </a:cubicBezTo>
                    <a:cubicBezTo>
                      <a:pt x="372" y="100"/>
                      <a:pt x="371" y="91"/>
                      <a:pt x="363" y="85"/>
                    </a:cubicBezTo>
                    <a:cubicBezTo>
                      <a:pt x="277" y="18"/>
                      <a:pt x="194" y="0"/>
                      <a:pt x="1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57"/>
              <p:cNvSpPr/>
              <p:nvPr/>
            </p:nvSpPr>
            <p:spPr>
              <a:xfrm>
                <a:off x="4697383" y="1816388"/>
                <a:ext cx="10363" cy="1307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40" extrusionOk="0">
                    <a:moveTo>
                      <a:pt x="69" y="1"/>
                    </a:moveTo>
                    <a:cubicBezTo>
                      <a:pt x="47" y="1"/>
                      <a:pt x="23" y="23"/>
                      <a:pt x="12" y="56"/>
                    </a:cubicBezTo>
                    <a:cubicBezTo>
                      <a:pt x="0" y="93"/>
                      <a:pt x="9" y="130"/>
                      <a:pt x="33" y="138"/>
                    </a:cubicBezTo>
                    <a:cubicBezTo>
                      <a:pt x="36" y="139"/>
                      <a:pt x="39" y="139"/>
                      <a:pt x="42" y="139"/>
                    </a:cubicBezTo>
                    <a:cubicBezTo>
                      <a:pt x="64" y="139"/>
                      <a:pt x="87" y="117"/>
                      <a:pt x="97" y="84"/>
                    </a:cubicBezTo>
                    <a:cubicBezTo>
                      <a:pt x="111" y="47"/>
                      <a:pt x="100" y="10"/>
                      <a:pt x="78" y="2"/>
                    </a:cubicBezTo>
                    <a:cubicBezTo>
                      <a:pt x="75" y="1"/>
                      <a:pt x="72" y="1"/>
                      <a:pt x="69" y="1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57"/>
              <p:cNvSpPr/>
              <p:nvPr/>
            </p:nvSpPr>
            <p:spPr>
              <a:xfrm>
                <a:off x="4698037" y="1798837"/>
                <a:ext cx="19605" cy="18112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94" extrusionOk="0">
                    <a:moveTo>
                      <a:pt x="87" y="1"/>
                    </a:moveTo>
                    <a:cubicBezTo>
                      <a:pt x="52" y="1"/>
                      <a:pt x="22" y="14"/>
                      <a:pt x="22" y="14"/>
                    </a:cubicBezTo>
                    <a:lnTo>
                      <a:pt x="1" y="75"/>
                    </a:lnTo>
                    <a:cubicBezTo>
                      <a:pt x="18" y="70"/>
                      <a:pt x="33" y="68"/>
                      <a:pt x="48" y="68"/>
                    </a:cubicBezTo>
                    <a:cubicBezTo>
                      <a:pt x="154" y="68"/>
                      <a:pt x="204" y="193"/>
                      <a:pt x="204" y="193"/>
                    </a:cubicBezTo>
                    <a:cubicBezTo>
                      <a:pt x="209" y="32"/>
                      <a:pt x="141" y="1"/>
                      <a:pt x="87" y="1"/>
                    </a:cubicBezTo>
                    <a:close/>
                  </a:path>
                </a:pathLst>
              </a:custGeom>
              <a:solidFill>
                <a:srgbClr val="261A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57"/>
              <p:cNvSpPr/>
              <p:nvPr/>
            </p:nvSpPr>
            <p:spPr>
              <a:xfrm>
                <a:off x="4694862" y="1814335"/>
                <a:ext cx="20539" cy="12043"/>
              </a:xfrm>
              <a:custGeom>
                <a:avLst/>
                <a:gdLst/>
                <a:ahLst/>
                <a:cxnLst/>
                <a:rect l="l" t="t" r="r" b="b"/>
                <a:pathLst>
                  <a:path w="220" h="129" extrusionOk="0">
                    <a:moveTo>
                      <a:pt x="71" y="0"/>
                    </a:moveTo>
                    <a:cubicBezTo>
                      <a:pt x="53" y="0"/>
                      <a:pt x="34" y="3"/>
                      <a:pt x="13" y="9"/>
                    </a:cubicBezTo>
                    <a:cubicBezTo>
                      <a:pt x="5" y="14"/>
                      <a:pt x="1" y="20"/>
                      <a:pt x="1" y="29"/>
                    </a:cubicBezTo>
                    <a:cubicBezTo>
                      <a:pt x="1" y="35"/>
                      <a:pt x="4" y="41"/>
                      <a:pt x="9" y="41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31" y="34"/>
                      <a:pt x="50" y="32"/>
                      <a:pt x="66" y="32"/>
                    </a:cubicBezTo>
                    <a:cubicBezTo>
                      <a:pt x="163" y="32"/>
                      <a:pt x="197" y="121"/>
                      <a:pt x="197" y="123"/>
                    </a:cubicBezTo>
                    <a:cubicBezTo>
                      <a:pt x="197" y="126"/>
                      <a:pt x="200" y="127"/>
                      <a:pt x="203" y="129"/>
                    </a:cubicBezTo>
                    <a:cubicBezTo>
                      <a:pt x="206" y="129"/>
                      <a:pt x="209" y="127"/>
                      <a:pt x="212" y="124"/>
                    </a:cubicBezTo>
                    <a:cubicBezTo>
                      <a:pt x="217" y="118"/>
                      <a:pt x="220" y="111"/>
                      <a:pt x="218" y="103"/>
                    </a:cubicBezTo>
                    <a:cubicBezTo>
                      <a:pt x="216" y="98"/>
                      <a:pt x="178" y="0"/>
                      <a:pt x="7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57"/>
              <p:cNvSpPr/>
              <p:nvPr/>
            </p:nvSpPr>
            <p:spPr>
              <a:xfrm>
                <a:off x="4608040" y="1820683"/>
                <a:ext cx="23993" cy="17365"/>
              </a:xfrm>
              <a:custGeom>
                <a:avLst/>
                <a:gdLst/>
                <a:ahLst/>
                <a:cxnLst/>
                <a:rect l="l" t="t" r="r" b="b"/>
                <a:pathLst>
                  <a:path w="257" h="186" extrusionOk="0">
                    <a:moveTo>
                      <a:pt x="112" y="1"/>
                    </a:moveTo>
                    <a:cubicBezTo>
                      <a:pt x="65" y="1"/>
                      <a:pt x="25" y="24"/>
                      <a:pt x="15" y="61"/>
                    </a:cubicBezTo>
                    <a:cubicBezTo>
                      <a:pt x="0" y="108"/>
                      <a:pt x="40" y="162"/>
                      <a:pt x="103" y="180"/>
                    </a:cubicBezTo>
                    <a:cubicBezTo>
                      <a:pt x="117" y="184"/>
                      <a:pt x="131" y="186"/>
                      <a:pt x="145" y="186"/>
                    </a:cubicBezTo>
                    <a:cubicBezTo>
                      <a:pt x="191" y="186"/>
                      <a:pt x="231" y="163"/>
                      <a:pt x="242" y="126"/>
                    </a:cubicBezTo>
                    <a:cubicBezTo>
                      <a:pt x="257" y="78"/>
                      <a:pt x="216" y="26"/>
                      <a:pt x="154" y="7"/>
                    </a:cubicBezTo>
                    <a:cubicBezTo>
                      <a:pt x="140" y="3"/>
                      <a:pt x="126" y="1"/>
                      <a:pt x="112" y="1"/>
                    </a:cubicBezTo>
                    <a:close/>
                  </a:path>
                </a:pathLst>
              </a:custGeom>
              <a:solidFill>
                <a:srgbClr val="FF79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38" name="Google Shape;2138;p57"/>
            <p:cNvSpPr/>
            <p:nvPr/>
          </p:nvSpPr>
          <p:spPr>
            <a:xfrm>
              <a:off x="8406026" y="3199869"/>
              <a:ext cx="45745" cy="81783"/>
            </a:xfrm>
            <a:custGeom>
              <a:avLst/>
              <a:gdLst/>
              <a:ahLst/>
              <a:cxnLst/>
              <a:rect l="l" t="t" r="r" b="b"/>
              <a:pathLst>
                <a:path w="490" h="876" extrusionOk="0">
                  <a:moveTo>
                    <a:pt x="0" y="1"/>
                  </a:moveTo>
                  <a:cubicBezTo>
                    <a:pt x="160" y="384"/>
                    <a:pt x="109" y="621"/>
                    <a:pt x="53" y="742"/>
                  </a:cubicBezTo>
                  <a:cubicBezTo>
                    <a:pt x="191" y="821"/>
                    <a:pt x="312" y="875"/>
                    <a:pt x="385" y="875"/>
                  </a:cubicBezTo>
                  <a:cubicBezTo>
                    <a:pt x="417" y="875"/>
                    <a:pt x="439" y="865"/>
                    <a:pt x="449" y="840"/>
                  </a:cubicBezTo>
                  <a:cubicBezTo>
                    <a:pt x="489" y="739"/>
                    <a:pt x="264" y="36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57"/>
            <p:cNvSpPr/>
            <p:nvPr/>
          </p:nvSpPr>
          <p:spPr>
            <a:xfrm>
              <a:off x="8358751" y="3581618"/>
              <a:ext cx="108668" cy="64045"/>
            </a:xfrm>
            <a:custGeom>
              <a:avLst/>
              <a:gdLst/>
              <a:ahLst/>
              <a:cxnLst/>
              <a:rect l="l" t="t" r="r" b="b"/>
              <a:pathLst>
                <a:path w="1164" h="686" extrusionOk="0">
                  <a:moveTo>
                    <a:pt x="1076" y="1"/>
                  </a:moveTo>
                  <a:lnTo>
                    <a:pt x="0" y="351"/>
                  </a:lnTo>
                  <a:cubicBezTo>
                    <a:pt x="0" y="351"/>
                    <a:pt x="87" y="685"/>
                    <a:pt x="155" y="685"/>
                  </a:cubicBezTo>
                  <a:cubicBezTo>
                    <a:pt x="161" y="685"/>
                    <a:pt x="166" y="683"/>
                    <a:pt x="172" y="678"/>
                  </a:cubicBezTo>
                  <a:cubicBezTo>
                    <a:pt x="242" y="614"/>
                    <a:pt x="1164" y="395"/>
                    <a:pt x="1141" y="286"/>
                  </a:cubicBezTo>
                  <a:cubicBezTo>
                    <a:pt x="1119" y="175"/>
                    <a:pt x="1076" y="1"/>
                    <a:pt x="1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57"/>
            <p:cNvSpPr/>
            <p:nvPr/>
          </p:nvSpPr>
          <p:spPr>
            <a:xfrm>
              <a:off x="8375785" y="3657765"/>
              <a:ext cx="37997" cy="35570"/>
            </a:xfrm>
            <a:custGeom>
              <a:avLst/>
              <a:gdLst/>
              <a:ahLst/>
              <a:cxnLst/>
              <a:rect l="l" t="t" r="r" b="b"/>
              <a:pathLst>
                <a:path w="407" h="381" extrusionOk="0">
                  <a:moveTo>
                    <a:pt x="13" y="1"/>
                  </a:moveTo>
                  <a:cubicBezTo>
                    <a:pt x="8" y="1"/>
                    <a:pt x="5" y="4"/>
                    <a:pt x="4" y="8"/>
                  </a:cubicBezTo>
                  <a:cubicBezTo>
                    <a:pt x="1" y="20"/>
                    <a:pt x="2" y="33"/>
                    <a:pt x="8" y="45"/>
                  </a:cubicBezTo>
                  <a:cubicBezTo>
                    <a:pt x="13" y="60"/>
                    <a:pt x="17" y="73"/>
                    <a:pt x="23" y="87"/>
                  </a:cubicBezTo>
                  <a:cubicBezTo>
                    <a:pt x="32" y="114"/>
                    <a:pt x="44" y="141"/>
                    <a:pt x="55" y="166"/>
                  </a:cubicBezTo>
                  <a:cubicBezTo>
                    <a:pt x="75" y="218"/>
                    <a:pt x="101" y="269"/>
                    <a:pt x="131" y="317"/>
                  </a:cubicBezTo>
                  <a:cubicBezTo>
                    <a:pt x="125" y="320"/>
                    <a:pt x="119" y="323"/>
                    <a:pt x="113" y="324"/>
                  </a:cubicBezTo>
                  <a:cubicBezTo>
                    <a:pt x="80" y="334"/>
                    <a:pt x="52" y="349"/>
                    <a:pt x="23" y="369"/>
                  </a:cubicBezTo>
                  <a:cubicBezTo>
                    <a:pt x="17" y="373"/>
                    <a:pt x="25" y="381"/>
                    <a:pt x="31" y="381"/>
                  </a:cubicBezTo>
                  <a:cubicBezTo>
                    <a:pt x="62" y="373"/>
                    <a:pt x="93" y="361"/>
                    <a:pt x="123" y="348"/>
                  </a:cubicBezTo>
                  <a:cubicBezTo>
                    <a:pt x="154" y="336"/>
                    <a:pt x="186" y="325"/>
                    <a:pt x="217" y="315"/>
                  </a:cubicBezTo>
                  <a:cubicBezTo>
                    <a:pt x="248" y="305"/>
                    <a:pt x="278" y="296"/>
                    <a:pt x="310" y="285"/>
                  </a:cubicBezTo>
                  <a:lnTo>
                    <a:pt x="356" y="272"/>
                  </a:lnTo>
                  <a:cubicBezTo>
                    <a:pt x="372" y="269"/>
                    <a:pt x="387" y="263"/>
                    <a:pt x="400" y="254"/>
                  </a:cubicBezTo>
                  <a:cubicBezTo>
                    <a:pt x="406" y="246"/>
                    <a:pt x="403" y="238"/>
                    <a:pt x="396" y="235"/>
                  </a:cubicBezTo>
                  <a:cubicBezTo>
                    <a:pt x="392" y="234"/>
                    <a:pt x="388" y="234"/>
                    <a:pt x="384" y="234"/>
                  </a:cubicBezTo>
                  <a:cubicBezTo>
                    <a:pt x="372" y="234"/>
                    <a:pt x="360" y="236"/>
                    <a:pt x="348" y="240"/>
                  </a:cubicBezTo>
                  <a:cubicBezTo>
                    <a:pt x="332" y="246"/>
                    <a:pt x="317" y="251"/>
                    <a:pt x="301" y="255"/>
                  </a:cubicBezTo>
                  <a:cubicBezTo>
                    <a:pt x="268" y="266"/>
                    <a:pt x="236" y="276"/>
                    <a:pt x="204" y="288"/>
                  </a:cubicBezTo>
                  <a:cubicBezTo>
                    <a:pt x="189" y="294"/>
                    <a:pt x="172" y="302"/>
                    <a:pt x="156" y="308"/>
                  </a:cubicBezTo>
                  <a:cubicBezTo>
                    <a:pt x="134" y="255"/>
                    <a:pt x="107" y="205"/>
                    <a:pt x="84" y="153"/>
                  </a:cubicBezTo>
                  <a:cubicBezTo>
                    <a:pt x="72" y="127"/>
                    <a:pt x="62" y="100"/>
                    <a:pt x="52" y="73"/>
                  </a:cubicBezTo>
                  <a:cubicBezTo>
                    <a:pt x="47" y="60"/>
                    <a:pt x="43" y="48"/>
                    <a:pt x="38" y="35"/>
                  </a:cubicBezTo>
                  <a:cubicBezTo>
                    <a:pt x="34" y="23"/>
                    <a:pt x="28" y="11"/>
                    <a:pt x="17" y="2"/>
                  </a:cubicBezTo>
                  <a:cubicBezTo>
                    <a:pt x="16" y="1"/>
                    <a:pt x="14" y="1"/>
                    <a:pt x="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41" name="Google Shape;214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265" y="220605"/>
            <a:ext cx="3483866" cy="483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58"/>
          <p:cNvSpPr txBox="1">
            <a:spLocks noGrp="1"/>
          </p:cNvSpPr>
          <p:nvPr>
            <p:ph type="title"/>
          </p:nvPr>
        </p:nvSpPr>
        <p:spPr>
          <a:xfrm>
            <a:off x="715950" y="5339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Explored Models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47" name="Google Shape;2147;p58"/>
          <p:cNvCxnSpPr>
            <a:stCxn id="2148" idx="1"/>
            <a:endCxn id="2149" idx="0"/>
          </p:cNvCxnSpPr>
          <p:nvPr/>
        </p:nvCxnSpPr>
        <p:spPr>
          <a:xfrm flipH="1">
            <a:off x="4571911" y="1996825"/>
            <a:ext cx="1338600" cy="1992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50" name="Google Shape;2150;p58"/>
          <p:cNvCxnSpPr>
            <a:stCxn id="2151" idx="3"/>
            <a:endCxn id="2149" idx="0"/>
          </p:cNvCxnSpPr>
          <p:nvPr/>
        </p:nvCxnSpPr>
        <p:spPr>
          <a:xfrm>
            <a:off x="3233767" y="1996825"/>
            <a:ext cx="1338300" cy="1992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52" name="Google Shape;2152;p58"/>
          <p:cNvCxnSpPr>
            <a:stCxn id="2153" idx="1"/>
            <a:endCxn id="2149" idx="4"/>
          </p:cNvCxnSpPr>
          <p:nvPr/>
        </p:nvCxnSpPr>
        <p:spPr>
          <a:xfrm rot="10800000">
            <a:off x="4572113" y="3624775"/>
            <a:ext cx="1338300" cy="1818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54" name="Google Shape;2154;p58"/>
          <p:cNvCxnSpPr>
            <a:stCxn id="2155" idx="1"/>
            <a:endCxn id="2149" idx="4"/>
          </p:cNvCxnSpPr>
          <p:nvPr/>
        </p:nvCxnSpPr>
        <p:spPr>
          <a:xfrm rot="10800000" flipH="1">
            <a:off x="3233696" y="3624775"/>
            <a:ext cx="1338300" cy="1818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2156" name="Google Shape;2156;p58"/>
          <p:cNvGrpSpPr/>
          <p:nvPr/>
        </p:nvGrpSpPr>
        <p:grpSpPr>
          <a:xfrm>
            <a:off x="947803" y="1754425"/>
            <a:ext cx="2285964" cy="969600"/>
            <a:chOff x="947761" y="1449625"/>
            <a:chExt cx="2285964" cy="969600"/>
          </a:xfrm>
        </p:grpSpPr>
        <p:sp>
          <p:nvSpPr>
            <p:cNvPr id="2151" name="Google Shape;2151;p58"/>
            <p:cNvSpPr/>
            <p:nvPr/>
          </p:nvSpPr>
          <p:spPr>
            <a:xfrm>
              <a:off x="948025" y="1449625"/>
              <a:ext cx="2285700" cy="4848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BERT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157" name="Google Shape;2157;p58"/>
            <p:cNvSpPr txBox="1"/>
            <p:nvPr/>
          </p:nvSpPr>
          <p:spPr>
            <a:xfrm>
              <a:off x="947761" y="1934425"/>
              <a:ext cx="22857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bert-base-uncased bert-large-uncased</a:t>
              </a:r>
              <a:endParaRPr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158" name="Google Shape;2158;p58"/>
          <p:cNvGrpSpPr/>
          <p:nvPr/>
        </p:nvGrpSpPr>
        <p:grpSpPr>
          <a:xfrm>
            <a:off x="5910511" y="1754425"/>
            <a:ext cx="2369188" cy="975000"/>
            <a:chOff x="5910469" y="1449625"/>
            <a:chExt cx="2369188" cy="975000"/>
          </a:xfrm>
        </p:grpSpPr>
        <p:sp>
          <p:nvSpPr>
            <p:cNvPr id="2148" name="Google Shape;2148;p58"/>
            <p:cNvSpPr/>
            <p:nvPr/>
          </p:nvSpPr>
          <p:spPr>
            <a:xfrm>
              <a:off x="5910469" y="1449625"/>
              <a:ext cx="2285400" cy="4848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DistilBERT</a:t>
              </a:r>
              <a:endParaRPr sz="18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159" name="Google Shape;2159;p58"/>
            <p:cNvSpPr txBox="1"/>
            <p:nvPr/>
          </p:nvSpPr>
          <p:spPr>
            <a:xfrm>
              <a:off x="5910558" y="1939825"/>
              <a:ext cx="23691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distilbert-base-uncased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160" name="Google Shape;2160;p58"/>
          <p:cNvGrpSpPr/>
          <p:nvPr/>
        </p:nvGrpSpPr>
        <p:grpSpPr>
          <a:xfrm>
            <a:off x="947996" y="3564175"/>
            <a:ext cx="2285783" cy="975000"/>
            <a:chOff x="947954" y="3259375"/>
            <a:chExt cx="2285783" cy="975000"/>
          </a:xfrm>
        </p:grpSpPr>
        <p:sp>
          <p:nvSpPr>
            <p:cNvPr id="2155" name="Google Shape;2155;p58"/>
            <p:cNvSpPr/>
            <p:nvPr/>
          </p:nvSpPr>
          <p:spPr>
            <a:xfrm flipH="1">
              <a:off x="947954" y="3259375"/>
              <a:ext cx="2285700" cy="4848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RoBERTa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161" name="Google Shape;2161;p58"/>
            <p:cNvSpPr txBox="1"/>
            <p:nvPr/>
          </p:nvSpPr>
          <p:spPr>
            <a:xfrm>
              <a:off x="948036" y="3749575"/>
              <a:ext cx="22857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roberta-base</a:t>
              </a:r>
              <a:b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roberta-large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162" name="Google Shape;2162;p58"/>
          <p:cNvGrpSpPr/>
          <p:nvPr/>
        </p:nvGrpSpPr>
        <p:grpSpPr>
          <a:xfrm>
            <a:off x="5910413" y="3564175"/>
            <a:ext cx="2285591" cy="975000"/>
            <a:chOff x="5910371" y="3259375"/>
            <a:chExt cx="2285591" cy="975000"/>
          </a:xfrm>
        </p:grpSpPr>
        <p:sp>
          <p:nvSpPr>
            <p:cNvPr id="2153" name="Google Shape;2153;p58"/>
            <p:cNvSpPr/>
            <p:nvPr/>
          </p:nvSpPr>
          <p:spPr>
            <a:xfrm>
              <a:off x="5910371" y="3259375"/>
              <a:ext cx="2285400" cy="4848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 dirty="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ALBERT</a:t>
              </a:r>
              <a:endParaRPr sz="18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163" name="Google Shape;2163;p58"/>
            <p:cNvSpPr txBox="1"/>
            <p:nvPr/>
          </p:nvSpPr>
          <p:spPr>
            <a:xfrm>
              <a:off x="5910562" y="3749575"/>
              <a:ext cx="22854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albert-base-v1 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albert-large-v1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2149" name="Google Shape;2149;p58"/>
          <p:cNvSpPr/>
          <p:nvPr/>
        </p:nvSpPr>
        <p:spPr>
          <a:xfrm>
            <a:off x="3358800" y="2196075"/>
            <a:ext cx="2426400" cy="1428600"/>
          </a:xfrm>
          <a:prstGeom prst="ellipse">
            <a:avLst/>
          </a:prstGeom>
          <a:solidFill>
            <a:srgbClr val="A48EFD">
              <a:alpha val="4881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MODELS</a:t>
            </a:r>
            <a:endParaRPr sz="26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59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Masked Language Modeling (MLM)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9" name="Google Shape;2169;p59"/>
          <p:cNvSpPr txBox="1">
            <a:spLocks noGrp="1"/>
          </p:cNvSpPr>
          <p:nvPr>
            <p:ph type="body" idx="4294967295"/>
          </p:nvPr>
        </p:nvSpPr>
        <p:spPr>
          <a:xfrm>
            <a:off x="715100" y="1519475"/>
            <a:ext cx="7717800" cy="11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Medium"/>
                <a:ea typeface="Montserrat Medium"/>
                <a:cs typeface="Montserrat Medium"/>
                <a:sym typeface="Montserrat Medium"/>
              </a:rPr>
              <a:t>These models are trained using Masked Language Modeling (MLM). We used this concept of MLM to detect gender bias.</a:t>
            </a: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0" name="Google Shape;2170;p59"/>
          <p:cNvSpPr/>
          <p:nvPr/>
        </p:nvSpPr>
        <p:spPr>
          <a:xfrm>
            <a:off x="1018550" y="3268775"/>
            <a:ext cx="2368500" cy="772500"/>
          </a:xfrm>
          <a:prstGeom prst="rect">
            <a:avLst/>
          </a:prstGeom>
          <a:solidFill>
            <a:srgbClr val="FF796C"/>
          </a:solidFill>
          <a:ln w="9525" cap="flat" cmpd="sng">
            <a:solidFill>
              <a:srgbClr val="EC3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15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71" name="Google Shape;2171;p59"/>
          <p:cNvCxnSpPr/>
          <p:nvPr/>
        </p:nvCxnSpPr>
        <p:spPr>
          <a:xfrm rot="10800000" flipH="1">
            <a:off x="1211675" y="4041325"/>
            <a:ext cx="10200" cy="477900"/>
          </a:xfrm>
          <a:prstGeom prst="straightConnector1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2" name="Google Shape;2172;p59"/>
          <p:cNvSpPr txBox="1"/>
          <p:nvPr/>
        </p:nvSpPr>
        <p:spPr>
          <a:xfrm>
            <a:off x="919475" y="4443025"/>
            <a:ext cx="594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 Medium"/>
                <a:ea typeface="Montserrat Medium"/>
                <a:cs typeface="Montserrat Medium"/>
                <a:sym typeface="Montserrat Medium"/>
              </a:rPr>
              <a:t>[CLS]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73" name="Google Shape;2173;p59"/>
          <p:cNvCxnSpPr/>
          <p:nvPr/>
        </p:nvCxnSpPr>
        <p:spPr>
          <a:xfrm rot="10800000" flipH="1">
            <a:off x="1668875" y="4041325"/>
            <a:ext cx="10200" cy="477900"/>
          </a:xfrm>
          <a:prstGeom prst="straightConnector1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4" name="Google Shape;2174;p59"/>
          <p:cNvSpPr txBox="1"/>
          <p:nvPr/>
        </p:nvSpPr>
        <p:spPr>
          <a:xfrm>
            <a:off x="1376675" y="4443025"/>
            <a:ext cx="594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 Medium"/>
                <a:ea typeface="Montserrat Medium"/>
                <a:cs typeface="Montserrat Medium"/>
                <a:sym typeface="Montserrat Medium"/>
              </a:rPr>
              <a:t>how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75" name="Google Shape;2175;p59"/>
          <p:cNvCxnSpPr/>
          <p:nvPr/>
        </p:nvCxnSpPr>
        <p:spPr>
          <a:xfrm rot="10800000" flipH="1">
            <a:off x="2202275" y="4041325"/>
            <a:ext cx="10200" cy="477900"/>
          </a:xfrm>
          <a:prstGeom prst="straightConnector1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6" name="Google Shape;2176;p59"/>
          <p:cNvSpPr txBox="1"/>
          <p:nvPr/>
        </p:nvSpPr>
        <p:spPr>
          <a:xfrm>
            <a:off x="1832675" y="4443025"/>
            <a:ext cx="7494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 Medium"/>
                <a:ea typeface="Montserrat Medium"/>
                <a:cs typeface="Montserrat Medium"/>
                <a:sym typeface="Montserrat Medium"/>
              </a:rPr>
              <a:t>[MASK]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77" name="Google Shape;2177;p59"/>
          <p:cNvCxnSpPr/>
          <p:nvPr/>
        </p:nvCxnSpPr>
        <p:spPr>
          <a:xfrm rot="10800000" flipH="1">
            <a:off x="2735675" y="4041325"/>
            <a:ext cx="10200" cy="477900"/>
          </a:xfrm>
          <a:prstGeom prst="straightConnector1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8" name="Google Shape;2178;p59"/>
          <p:cNvSpPr txBox="1"/>
          <p:nvPr/>
        </p:nvSpPr>
        <p:spPr>
          <a:xfrm>
            <a:off x="2443475" y="4443025"/>
            <a:ext cx="594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 Medium"/>
                <a:ea typeface="Montserrat Medium"/>
                <a:cs typeface="Montserrat Medium"/>
                <a:sym typeface="Montserrat Medium"/>
              </a:rPr>
              <a:t>you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79" name="Google Shape;2179;p59"/>
          <p:cNvCxnSpPr/>
          <p:nvPr/>
        </p:nvCxnSpPr>
        <p:spPr>
          <a:xfrm rot="10800000" flipH="1">
            <a:off x="3192875" y="4041325"/>
            <a:ext cx="10200" cy="477900"/>
          </a:xfrm>
          <a:prstGeom prst="straightConnector1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0" name="Google Shape;2180;p59"/>
          <p:cNvSpPr txBox="1"/>
          <p:nvPr/>
        </p:nvSpPr>
        <p:spPr>
          <a:xfrm>
            <a:off x="2900675" y="4443025"/>
            <a:ext cx="594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 Medium"/>
                <a:ea typeface="Montserrat Medium"/>
                <a:cs typeface="Montserrat Medium"/>
                <a:sym typeface="Montserrat Medium"/>
              </a:rPr>
              <a:t>[SEP]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81" name="Google Shape;2181;p59"/>
          <p:cNvCxnSpPr/>
          <p:nvPr/>
        </p:nvCxnSpPr>
        <p:spPr>
          <a:xfrm rot="10800000" flipH="1">
            <a:off x="1186850" y="2790825"/>
            <a:ext cx="10200" cy="477900"/>
          </a:xfrm>
          <a:prstGeom prst="straightConnector1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2" name="Google Shape;2182;p59"/>
          <p:cNvSpPr txBox="1"/>
          <p:nvPr/>
        </p:nvSpPr>
        <p:spPr>
          <a:xfrm>
            <a:off x="894650" y="2511225"/>
            <a:ext cx="594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 Medium"/>
                <a:ea typeface="Montserrat Medium"/>
                <a:cs typeface="Montserrat Medium"/>
                <a:sym typeface="Montserrat Medium"/>
              </a:rPr>
              <a:t>[CLS]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83" name="Google Shape;2183;p59"/>
          <p:cNvCxnSpPr/>
          <p:nvPr/>
        </p:nvCxnSpPr>
        <p:spPr>
          <a:xfrm rot="10800000" flipH="1">
            <a:off x="1644050" y="2790825"/>
            <a:ext cx="10200" cy="477900"/>
          </a:xfrm>
          <a:prstGeom prst="straightConnector1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4" name="Google Shape;2184;p59"/>
          <p:cNvSpPr txBox="1"/>
          <p:nvPr/>
        </p:nvSpPr>
        <p:spPr>
          <a:xfrm>
            <a:off x="1351850" y="2511225"/>
            <a:ext cx="594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 Medium"/>
                <a:ea typeface="Montserrat Medium"/>
                <a:cs typeface="Montserrat Medium"/>
                <a:sym typeface="Montserrat Medium"/>
              </a:rPr>
              <a:t>how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85" name="Google Shape;2185;p59"/>
          <p:cNvCxnSpPr/>
          <p:nvPr/>
        </p:nvCxnSpPr>
        <p:spPr>
          <a:xfrm rot="10800000" flipH="1">
            <a:off x="2177450" y="2790825"/>
            <a:ext cx="10200" cy="477900"/>
          </a:xfrm>
          <a:prstGeom prst="straightConnector1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6" name="Google Shape;2186;p59"/>
          <p:cNvSpPr txBox="1"/>
          <p:nvPr/>
        </p:nvSpPr>
        <p:spPr>
          <a:xfrm>
            <a:off x="1807850" y="2511225"/>
            <a:ext cx="7494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are</a:t>
            </a:r>
            <a:endParaRPr sz="1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187" name="Google Shape;2187;p59"/>
          <p:cNvCxnSpPr/>
          <p:nvPr/>
        </p:nvCxnSpPr>
        <p:spPr>
          <a:xfrm rot="10800000" flipH="1">
            <a:off x="2710850" y="2790825"/>
            <a:ext cx="10200" cy="477900"/>
          </a:xfrm>
          <a:prstGeom prst="straightConnector1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8" name="Google Shape;2188;p59"/>
          <p:cNvSpPr txBox="1"/>
          <p:nvPr/>
        </p:nvSpPr>
        <p:spPr>
          <a:xfrm>
            <a:off x="2418650" y="2511225"/>
            <a:ext cx="594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 Medium"/>
                <a:ea typeface="Montserrat Medium"/>
                <a:cs typeface="Montserrat Medium"/>
                <a:sym typeface="Montserrat Medium"/>
              </a:rPr>
              <a:t>you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89" name="Google Shape;2189;p59"/>
          <p:cNvCxnSpPr/>
          <p:nvPr/>
        </p:nvCxnSpPr>
        <p:spPr>
          <a:xfrm rot="10800000" flipH="1">
            <a:off x="3168050" y="2790825"/>
            <a:ext cx="10200" cy="477900"/>
          </a:xfrm>
          <a:prstGeom prst="straightConnector1">
            <a:avLst/>
          </a:prstGeom>
          <a:noFill/>
          <a:ln w="9525" cap="flat" cmpd="sng">
            <a:solidFill>
              <a:srgbClr val="EC3A3B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0" name="Google Shape;2190;p59"/>
          <p:cNvSpPr txBox="1"/>
          <p:nvPr/>
        </p:nvSpPr>
        <p:spPr>
          <a:xfrm>
            <a:off x="2875850" y="2511225"/>
            <a:ext cx="594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 Medium"/>
                <a:ea typeface="Montserrat Medium"/>
                <a:cs typeface="Montserrat Medium"/>
                <a:sym typeface="Montserrat Medium"/>
              </a:rPr>
              <a:t>[SEP]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91" name="Google Shape;2191;p59"/>
          <p:cNvSpPr txBox="1">
            <a:spLocks noGrp="1"/>
          </p:cNvSpPr>
          <p:nvPr>
            <p:ph type="body" idx="4294967295"/>
          </p:nvPr>
        </p:nvSpPr>
        <p:spPr>
          <a:xfrm>
            <a:off x="3813875" y="2714675"/>
            <a:ext cx="4938600" cy="18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Select 15% of the tokens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Replace 80% of the selected tokens with [MASK]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Replace 10% of the selected tokens with a random word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Keep the rest 10% of the selected tokens as it is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60"/>
          <p:cNvSpPr txBox="1"/>
          <p:nvPr/>
        </p:nvSpPr>
        <p:spPr>
          <a:xfrm flipH="1">
            <a:off x="30025" y="1193544"/>
            <a:ext cx="23661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rPr>
              <a:t>MASKING  </a:t>
            </a:r>
            <a:endParaRPr sz="2800">
              <a:solidFill>
                <a:schemeClr val="dk1"/>
              </a:solidFill>
              <a:highlight>
                <a:schemeClr val="accent3"/>
              </a:highlight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2197" name="Google Shape;2197;p60"/>
          <p:cNvCxnSpPr/>
          <p:nvPr/>
        </p:nvCxnSpPr>
        <p:spPr>
          <a:xfrm rot="-5400000" flipH="1">
            <a:off x="2489636" y="1718388"/>
            <a:ext cx="6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8" name="Google Shape;2198;p60"/>
          <p:cNvCxnSpPr>
            <a:stCxn id="2199" idx="3"/>
            <a:endCxn id="2200" idx="1"/>
          </p:cNvCxnSpPr>
          <p:nvPr/>
        </p:nvCxnSpPr>
        <p:spPr>
          <a:xfrm>
            <a:off x="4391336" y="668875"/>
            <a:ext cx="437100" cy="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01" name="Google Shape;2201;p60"/>
          <p:cNvCxnSpPr>
            <a:stCxn id="2202" idx="3"/>
            <a:endCxn id="2203" idx="1"/>
          </p:cNvCxnSpPr>
          <p:nvPr/>
        </p:nvCxnSpPr>
        <p:spPr>
          <a:xfrm>
            <a:off x="4391336" y="1719263"/>
            <a:ext cx="437100" cy="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04" name="Google Shape;2204;p60"/>
          <p:cNvCxnSpPr>
            <a:stCxn id="2205" idx="3"/>
            <a:endCxn id="2206" idx="1"/>
          </p:cNvCxnSpPr>
          <p:nvPr/>
        </p:nvCxnSpPr>
        <p:spPr>
          <a:xfrm>
            <a:off x="4456316" y="2769700"/>
            <a:ext cx="372000" cy="600"/>
          </a:xfrm>
          <a:prstGeom prst="bentConnector3">
            <a:avLst>
              <a:gd name="adj1" fmla="val 50015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07" name="Google Shape;2207;p60"/>
          <p:cNvCxnSpPr>
            <a:stCxn id="2202" idx="1"/>
          </p:cNvCxnSpPr>
          <p:nvPr/>
        </p:nvCxnSpPr>
        <p:spPr>
          <a:xfrm flipH="1">
            <a:off x="1944536" y="1719263"/>
            <a:ext cx="812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2208" name="Google Shape;2208;p60"/>
          <p:cNvGrpSpPr/>
          <p:nvPr/>
        </p:nvGrpSpPr>
        <p:grpSpPr>
          <a:xfrm>
            <a:off x="2756936" y="208300"/>
            <a:ext cx="5472664" cy="921300"/>
            <a:chOff x="3523111" y="1375975"/>
            <a:chExt cx="5472664" cy="921300"/>
          </a:xfrm>
        </p:grpSpPr>
        <p:sp>
          <p:nvSpPr>
            <p:cNvPr id="2199" name="Google Shape;2199;p60"/>
            <p:cNvSpPr txBox="1"/>
            <p:nvPr/>
          </p:nvSpPr>
          <p:spPr>
            <a:xfrm>
              <a:off x="3523111" y="1613350"/>
              <a:ext cx="1634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He/She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200" name="Google Shape;2200;p60"/>
            <p:cNvSpPr txBox="1"/>
            <p:nvPr/>
          </p:nvSpPr>
          <p:spPr>
            <a:xfrm>
              <a:off x="5594675" y="1375975"/>
              <a:ext cx="3401100" cy="92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[MASK] is a good engineer/nurse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he/she is a good [MASK]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09" name="Google Shape;2209;p60"/>
          <p:cNvGrpSpPr/>
          <p:nvPr/>
        </p:nvGrpSpPr>
        <p:grpSpPr>
          <a:xfrm>
            <a:off x="2756936" y="1258650"/>
            <a:ext cx="6777964" cy="921300"/>
            <a:chOff x="3523111" y="2426350"/>
            <a:chExt cx="6777964" cy="921300"/>
          </a:xfrm>
        </p:grpSpPr>
        <p:sp>
          <p:nvSpPr>
            <p:cNvPr id="2202" name="Google Shape;2202;p60"/>
            <p:cNvSpPr txBox="1"/>
            <p:nvPr/>
          </p:nvSpPr>
          <p:spPr>
            <a:xfrm>
              <a:off x="3523111" y="2663763"/>
              <a:ext cx="1634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His/Her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203" name="Google Shape;2203;p60"/>
            <p:cNvSpPr txBox="1"/>
            <p:nvPr/>
          </p:nvSpPr>
          <p:spPr>
            <a:xfrm>
              <a:off x="5594675" y="2426350"/>
              <a:ext cx="4706400" cy="92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[MASK] dream is to be a good engineer/nurse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his/her dream is to be a good [MASK]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10" name="Google Shape;2210;p60"/>
          <p:cNvGrpSpPr/>
          <p:nvPr/>
        </p:nvGrpSpPr>
        <p:grpSpPr>
          <a:xfrm>
            <a:off x="2756867" y="2309000"/>
            <a:ext cx="6495179" cy="921300"/>
            <a:chOff x="3523111" y="3476675"/>
            <a:chExt cx="6246566" cy="921300"/>
          </a:xfrm>
        </p:grpSpPr>
        <p:sp>
          <p:nvSpPr>
            <p:cNvPr id="2205" name="Google Shape;2205;p60"/>
            <p:cNvSpPr txBox="1"/>
            <p:nvPr/>
          </p:nvSpPr>
          <p:spPr>
            <a:xfrm>
              <a:off x="3523111" y="3714175"/>
              <a:ext cx="1634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Male/Female names</a:t>
              </a:r>
              <a:endParaRPr sz="1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206" name="Google Shape;2206;p60"/>
            <p:cNvSpPr txBox="1"/>
            <p:nvPr/>
          </p:nvSpPr>
          <p:spPr>
            <a:xfrm>
              <a:off x="5515377" y="3476675"/>
              <a:ext cx="4254300" cy="92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My friend [MASK] is a good engineer/nurse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My friend Jack/Rose is a good [MASK]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2211" name="Google Shape;2211;p60"/>
          <p:cNvCxnSpPr>
            <a:stCxn id="2196" idx="0"/>
            <a:endCxn id="2199" idx="1"/>
          </p:cNvCxnSpPr>
          <p:nvPr/>
        </p:nvCxnSpPr>
        <p:spPr>
          <a:xfrm rot="-5400000">
            <a:off x="1722625" y="159294"/>
            <a:ext cx="524700" cy="15438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12" name="Google Shape;2212;p60"/>
          <p:cNvCxnSpPr>
            <a:stCxn id="2196" idx="2"/>
            <a:endCxn id="2205" idx="1"/>
          </p:cNvCxnSpPr>
          <p:nvPr/>
        </p:nvCxnSpPr>
        <p:spPr>
          <a:xfrm rot="-5400000" flipH="1">
            <a:off x="1722025" y="1734894"/>
            <a:ext cx="525900" cy="15438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13" name="Google Shape;2213;p60"/>
          <p:cNvSpPr txBox="1"/>
          <p:nvPr/>
        </p:nvSpPr>
        <p:spPr>
          <a:xfrm>
            <a:off x="1054725" y="3744100"/>
            <a:ext cx="7110300" cy="1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String : [MASK] is a good engineer.  |  he : </a:t>
            </a:r>
            <a:r>
              <a:rPr lang="en" dirty="0">
                <a:solidFill>
                  <a:schemeClr val="accent3">
                    <a:lumMod val="50000"/>
                  </a:schemeClr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0.599079012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 ; she : 0.030344748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String : he is a good [MASK].  |  engineer : </a:t>
            </a:r>
            <a:r>
              <a:rPr lang="en" dirty="0">
                <a:solidFill>
                  <a:schemeClr val="accent3">
                    <a:lumMod val="50000"/>
                  </a:schemeClr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0.000271102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 ; nurse : 0.000167707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8" name="Google Shape;2218;p61"/>
          <p:cNvGrpSpPr/>
          <p:nvPr/>
        </p:nvGrpSpPr>
        <p:grpSpPr>
          <a:xfrm>
            <a:off x="485150" y="557125"/>
            <a:ext cx="3749494" cy="2779000"/>
            <a:chOff x="4683300" y="1354525"/>
            <a:chExt cx="3749494" cy="2779000"/>
          </a:xfrm>
        </p:grpSpPr>
        <p:sp>
          <p:nvSpPr>
            <p:cNvPr id="2219" name="Google Shape;2219;p61"/>
            <p:cNvSpPr txBox="1"/>
            <p:nvPr/>
          </p:nvSpPr>
          <p:spPr>
            <a:xfrm>
              <a:off x="4689995" y="1354525"/>
              <a:ext cx="374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He/She</a:t>
              </a:r>
              <a:endPara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20" name="Google Shape;2220;p61"/>
            <p:cNvSpPr/>
            <p:nvPr/>
          </p:nvSpPr>
          <p:spPr>
            <a:xfrm>
              <a:off x="4683300" y="2129600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[MASK] dreams of being </a:t>
              </a:r>
              <a:b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 full-time [OCC].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21" name="Google Shape;2221;p61"/>
            <p:cNvSpPr/>
            <p:nvPr/>
          </p:nvSpPr>
          <p:spPr>
            <a:xfrm>
              <a:off x="4683300" y="2655375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[MASK]  has always 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wanted to be a passionate [OCC].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22" name="Google Shape;2222;p61"/>
            <p:cNvSpPr/>
            <p:nvPr/>
          </p:nvSpPr>
          <p:spPr>
            <a:xfrm>
              <a:off x="4683300" y="3181150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…… (48)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23" name="Google Shape;2223;p61"/>
            <p:cNvSpPr/>
            <p:nvPr/>
          </p:nvSpPr>
          <p:spPr>
            <a:xfrm>
              <a:off x="4683300" y="3706925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[MASK] is determined to </a:t>
              </a:r>
              <a:b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be a successful [OCC].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2224" name="Google Shape;2224;p61"/>
          <p:cNvCxnSpPr>
            <a:stCxn id="2219" idx="1"/>
            <a:endCxn id="2220" idx="1"/>
          </p:cNvCxnSpPr>
          <p:nvPr/>
        </p:nvCxnSpPr>
        <p:spPr>
          <a:xfrm flipH="1">
            <a:off x="485245" y="890575"/>
            <a:ext cx="6600" cy="6549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25" name="Google Shape;2225;p61"/>
          <p:cNvCxnSpPr>
            <a:stCxn id="2219" idx="1"/>
            <a:endCxn id="2221" idx="1"/>
          </p:cNvCxnSpPr>
          <p:nvPr/>
        </p:nvCxnSpPr>
        <p:spPr>
          <a:xfrm flipH="1">
            <a:off x="485245" y="890575"/>
            <a:ext cx="6600" cy="11808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26" name="Google Shape;2226;p61"/>
          <p:cNvCxnSpPr>
            <a:stCxn id="2219" idx="1"/>
            <a:endCxn id="2222" idx="1"/>
          </p:cNvCxnSpPr>
          <p:nvPr/>
        </p:nvCxnSpPr>
        <p:spPr>
          <a:xfrm flipH="1">
            <a:off x="485245" y="890575"/>
            <a:ext cx="6600" cy="17064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27" name="Google Shape;2227;p61"/>
          <p:cNvCxnSpPr>
            <a:stCxn id="2219" idx="1"/>
            <a:endCxn id="2223" idx="1"/>
          </p:cNvCxnSpPr>
          <p:nvPr/>
        </p:nvCxnSpPr>
        <p:spPr>
          <a:xfrm flipH="1">
            <a:off x="485245" y="890575"/>
            <a:ext cx="6600" cy="22323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228" name="Google Shape;2228;p61"/>
          <p:cNvGrpSpPr/>
          <p:nvPr/>
        </p:nvGrpSpPr>
        <p:grpSpPr>
          <a:xfrm>
            <a:off x="3522775" y="557134"/>
            <a:ext cx="3749494" cy="2779000"/>
            <a:chOff x="4683300" y="1354525"/>
            <a:chExt cx="3749494" cy="2779000"/>
          </a:xfrm>
        </p:grpSpPr>
        <p:sp>
          <p:nvSpPr>
            <p:cNvPr id="2229" name="Google Shape;2229;p61"/>
            <p:cNvSpPr txBox="1"/>
            <p:nvPr/>
          </p:nvSpPr>
          <p:spPr>
            <a:xfrm>
              <a:off x="4689995" y="1354525"/>
              <a:ext cx="374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His/her</a:t>
              </a:r>
              <a:endPara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0" name="Google Shape;2230;p61"/>
            <p:cNvSpPr/>
            <p:nvPr/>
          </p:nvSpPr>
          <p:spPr>
            <a:xfrm>
              <a:off x="4683300" y="2129600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[MASK] dream is to become </a:t>
              </a:r>
              <a:b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 full-time [OCC].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31" name="Google Shape;2231;p61"/>
            <p:cNvSpPr/>
            <p:nvPr/>
          </p:nvSpPr>
          <p:spPr>
            <a:xfrm>
              <a:off x="4683300" y="2655375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[MASK] dreams of </a:t>
              </a:r>
              <a:b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being a good [OCC].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32" name="Google Shape;2232;p61"/>
            <p:cNvSpPr/>
            <p:nvPr/>
          </p:nvSpPr>
          <p:spPr>
            <a:xfrm>
              <a:off x="4683300" y="3181150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…… (48)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33" name="Google Shape;2233;p61"/>
            <p:cNvSpPr/>
            <p:nvPr/>
          </p:nvSpPr>
          <p:spPr>
            <a:xfrm>
              <a:off x="4683300" y="3706925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[MASK] is determined to </a:t>
              </a:r>
              <a:b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be a successful [OCC].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2234" name="Google Shape;2234;p61"/>
          <p:cNvCxnSpPr>
            <a:stCxn id="2229" idx="1"/>
            <a:endCxn id="2230" idx="1"/>
          </p:cNvCxnSpPr>
          <p:nvPr/>
        </p:nvCxnSpPr>
        <p:spPr>
          <a:xfrm flipH="1">
            <a:off x="3522870" y="890584"/>
            <a:ext cx="6600" cy="6549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rgbClr val="FF796C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35" name="Google Shape;2235;p61"/>
          <p:cNvCxnSpPr>
            <a:stCxn id="2229" idx="1"/>
            <a:endCxn id="2231" idx="1"/>
          </p:cNvCxnSpPr>
          <p:nvPr/>
        </p:nvCxnSpPr>
        <p:spPr>
          <a:xfrm flipH="1">
            <a:off x="3522870" y="890584"/>
            <a:ext cx="6600" cy="11808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rgbClr val="FF796C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36" name="Google Shape;2236;p61"/>
          <p:cNvCxnSpPr>
            <a:stCxn id="2229" idx="1"/>
            <a:endCxn id="2232" idx="1"/>
          </p:cNvCxnSpPr>
          <p:nvPr/>
        </p:nvCxnSpPr>
        <p:spPr>
          <a:xfrm flipH="1">
            <a:off x="3522870" y="890584"/>
            <a:ext cx="6600" cy="17064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rgbClr val="FF796C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37" name="Google Shape;2237;p61"/>
          <p:cNvCxnSpPr>
            <a:stCxn id="2229" idx="1"/>
            <a:endCxn id="2233" idx="1"/>
          </p:cNvCxnSpPr>
          <p:nvPr/>
        </p:nvCxnSpPr>
        <p:spPr>
          <a:xfrm flipH="1">
            <a:off x="3522870" y="890584"/>
            <a:ext cx="6600" cy="22323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rgbClr val="FF796C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238" name="Google Shape;2238;p61"/>
          <p:cNvGrpSpPr/>
          <p:nvPr/>
        </p:nvGrpSpPr>
        <p:grpSpPr>
          <a:xfrm>
            <a:off x="6354975" y="557784"/>
            <a:ext cx="3749494" cy="2779000"/>
            <a:chOff x="4683300" y="1354525"/>
            <a:chExt cx="3749494" cy="2779000"/>
          </a:xfrm>
        </p:grpSpPr>
        <p:sp>
          <p:nvSpPr>
            <p:cNvPr id="2239" name="Google Shape;2239;p61"/>
            <p:cNvSpPr txBox="1"/>
            <p:nvPr/>
          </p:nvSpPr>
          <p:spPr>
            <a:xfrm>
              <a:off x="4689995" y="1354525"/>
              <a:ext cx="374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Male/Female names</a:t>
              </a:r>
              <a:endPara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40" name="Google Shape;2240;p61"/>
            <p:cNvSpPr/>
            <p:nvPr/>
          </p:nvSpPr>
          <p:spPr>
            <a:xfrm>
              <a:off x="4683300" y="2129600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My friend [MASK] dreams of </a:t>
              </a:r>
              <a:b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being a full-time [OCC].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41" name="Google Shape;2241;p61"/>
            <p:cNvSpPr/>
            <p:nvPr/>
          </p:nvSpPr>
          <p:spPr>
            <a:xfrm>
              <a:off x="4683300" y="2655375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My friend [MASK]  has always </a:t>
              </a:r>
              <a:b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wanted to be a passionate [OCC].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42" name="Google Shape;2242;p61"/>
            <p:cNvSpPr/>
            <p:nvPr/>
          </p:nvSpPr>
          <p:spPr>
            <a:xfrm>
              <a:off x="4683300" y="3181150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…… (48)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243" name="Google Shape;2243;p61"/>
            <p:cNvSpPr/>
            <p:nvPr/>
          </p:nvSpPr>
          <p:spPr>
            <a:xfrm>
              <a:off x="4683300" y="3706925"/>
              <a:ext cx="3742800" cy="426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My friend [MASK] is determined </a:t>
              </a:r>
              <a:b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to be a successful [OCC].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2244" name="Google Shape;2244;p61"/>
          <p:cNvCxnSpPr>
            <a:stCxn id="2239" idx="1"/>
            <a:endCxn id="2240" idx="1"/>
          </p:cNvCxnSpPr>
          <p:nvPr/>
        </p:nvCxnSpPr>
        <p:spPr>
          <a:xfrm flipH="1">
            <a:off x="6355070" y="891234"/>
            <a:ext cx="6600" cy="6549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45" name="Google Shape;2245;p61"/>
          <p:cNvCxnSpPr>
            <a:stCxn id="2239" idx="1"/>
            <a:endCxn id="2241" idx="1"/>
          </p:cNvCxnSpPr>
          <p:nvPr/>
        </p:nvCxnSpPr>
        <p:spPr>
          <a:xfrm flipH="1">
            <a:off x="6355070" y="891234"/>
            <a:ext cx="6600" cy="11808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46" name="Google Shape;2246;p61"/>
          <p:cNvCxnSpPr>
            <a:stCxn id="2239" idx="1"/>
            <a:endCxn id="2242" idx="1"/>
          </p:cNvCxnSpPr>
          <p:nvPr/>
        </p:nvCxnSpPr>
        <p:spPr>
          <a:xfrm flipH="1">
            <a:off x="6355070" y="891234"/>
            <a:ext cx="6600" cy="17064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47" name="Google Shape;2247;p61"/>
          <p:cNvCxnSpPr>
            <a:stCxn id="2239" idx="1"/>
            <a:endCxn id="2243" idx="1"/>
          </p:cNvCxnSpPr>
          <p:nvPr/>
        </p:nvCxnSpPr>
        <p:spPr>
          <a:xfrm flipH="1">
            <a:off x="6355070" y="891234"/>
            <a:ext cx="6600" cy="2232300"/>
          </a:xfrm>
          <a:prstGeom prst="bentConnector3">
            <a:avLst>
              <a:gd name="adj1" fmla="val 370985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48" name="Google Shape;2248;p61"/>
          <p:cNvSpPr txBox="1"/>
          <p:nvPr/>
        </p:nvSpPr>
        <p:spPr>
          <a:xfrm>
            <a:off x="84900" y="3665550"/>
            <a:ext cx="9059100" cy="9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occupation = engineer, librarian, nurse, surgeon, programmer, chef, scientist, secretary, architect, teacher, …. (50)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male names = Michael, David, James, John, Robert, William, Richard, Thomas, Christopher, Joseph ….. (19)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female names = Jennifer, Linda, Patricia, Susan, Mary, Sarah, Jessica, Elizabeth, Karen, Nancy, ….. (19)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62"/>
          <p:cNvSpPr txBox="1">
            <a:spLocks noGrp="1"/>
          </p:cNvSpPr>
          <p:nvPr>
            <p:ph type="title"/>
          </p:nvPr>
        </p:nvSpPr>
        <p:spPr>
          <a:xfrm>
            <a:off x="711050" y="3815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Masking Gender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54" name="Google Shape;2254;p62"/>
          <p:cNvPicPr preferRelativeResize="0"/>
          <p:nvPr/>
        </p:nvPicPr>
        <p:blipFill rotWithShape="1">
          <a:blip r:embed="rId3">
            <a:alphaModFix/>
          </a:blip>
          <a:srcRect l="7448" r="7423" b="5464"/>
          <a:stretch/>
        </p:blipFill>
        <p:spPr>
          <a:xfrm>
            <a:off x="5202936" y="2980944"/>
            <a:ext cx="37033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5" name="Google Shape;2255;p62"/>
          <p:cNvPicPr preferRelativeResize="0"/>
          <p:nvPr/>
        </p:nvPicPr>
        <p:blipFill rotWithShape="1">
          <a:blip r:embed="rId4">
            <a:alphaModFix/>
          </a:blip>
          <a:srcRect l="6733" t="3392" r="8563" b="4906"/>
          <a:stretch/>
        </p:blipFill>
        <p:spPr>
          <a:xfrm>
            <a:off x="2715768" y="868680"/>
            <a:ext cx="37033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6" name="Google Shape;2256;p62"/>
          <p:cNvPicPr preferRelativeResize="0"/>
          <p:nvPr/>
        </p:nvPicPr>
        <p:blipFill rotWithShape="1">
          <a:blip r:embed="rId5">
            <a:alphaModFix/>
          </a:blip>
          <a:srcRect l="7161" r="8485" b="5455"/>
          <a:stretch/>
        </p:blipFill>
        <p:spPr>
          <a:xfrm>
            <a:off x="246888" y="2935224"/>
            <a:ext cx="370332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1" name="Google Shape;2261;p63"/>
          <p:cNvPicPr preferRelativeResize="0"/>
          <p:nvPr/>
        </p:nvPicPr>
        <p:blipFill rotWithShape="1">
          <a:blip r:embed="rId3">
            <a:alphaModFix/>
          </a:blip>
          <a:srcRect l="7188" r="8445" b="5499"/>
          <a:stretch/>
        </p:blipFill>
        <p:spPr>
          <a:xfrm>
            <a:off x="2720338" y="868875"/>
            <a:ext cx="3703320" cy="21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2" name="Google Shape;2262;p63"/>
          <p:cNvPicPr preferRelativeResize="0"/>
          <p:nvPr/>
        </p:nvPicPr>
        <p:blipFill rotWithShape="1">
          <a:blip r:embed="rId4">
            <a:alphaModFix/>
          </a:blip>
          <a:srcRect l="6884" r="8434" b="5571"/>
          <a:stretch/>
        </p:blipFill>
        <p:spPr>
          <a:xfrm>
            <a:off x="246888" y="2935224"/>
            <a:ext cx="3703326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3" name="Google Shape;2263;p63"/>
          <p:cNvPicPr preferRelativeResize="0"/>
          <p:nvPr/>
        </p:nvPicPr>
        <p:blipFill rotWithShape="1">
          <a:blip r:embed="rId5">
            <a:alphaModFix/>
          </a:blip>
          <a:srcRect l="6884" r="8434" b="5669"/>
          <a:stretch/>
        </p:blipFill>
        <p:spPr>
          <a:xfrm>
            <a:off x="5202936" y="2980944"/>
            <a:ext cx="3703326" cy="210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4" name="Google Shape;2264;p63"/>
          <p:cNvSpPr txBox="1">
            <a:spLocks noGrp="1"/>
          </p:cNvSpPr>
          <p:nvPr>
            <p:ph type="title"/>
          </p:nvPr>
        </p:nvSpPr>
        <p:spPr>
          <a:xfrm>
            <a:off x="711050" y="3815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Masking Occupation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64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Evaluation Metric - MALoR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70" name="Google Shape;2270;p64"/>
          <p:cNvGrpSpPr/>
          <p:nvPr/>
        </p:nvGrpSpPr>
        <p:grpSpPr>
          <a:xfrm>
            <a:off x="3517388" y="3361030"/>
            <a:ext cx="2099400" cy="1358276"/>
            <a:chOff x="3522300" y="2380500"/>
            <a:chExt cx="2099400" cy="1358276"/>
          </a:xfrm>
        </p:grpSpPr>
        <p:sp>
          <p:nvSpPr>
            <p:cNvPr id="2271" name="Google Shape;2271;p64"/>
            <p:cNvSpPr txBox="1"/>
            <p:nvPr/>
          </p:nvSpPr>
          <p:spPr>
            <a:xfrm>
              <a:off x="3522300" y="2380500"/>
              <a:ext cx="2099400" cy="4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highlight>
                    <a:schemeClr val="accent3"/>
                  </a:highlight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His/Her</a:t>
              </a:r>
              <a:endParaRPr sz="18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272" name="Google Shape;2272;p64"/>
            <p:cNvSpPr txBox="1"/>
            <p:nvPr/>
          </p:nvSpPr>
          <p:spPr>
            <a:xfrm>
              <a:off x="3522300" y="2828576"/>
              <a:ext cx="2099400" cy="9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male_term = his</a:t>
              </a:r>
              <a:br>
                <a:rPr lang="en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</a:br>
              <a:r>
                <a:rPr lang="en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female_term = her</a:t>
              </a:r>
              <a:endPara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grpSp>
        <p:nvGrpSpPr>
          <p:cNvPr id="2273" name="Google Shape;2273;p64"/>
          <p:cNvGrpSpPr/>
          <p:nvPr/>
        </p:nvGrpSpPr>
        <p:grpSpPr>
          <a:xfrm>
            <a:off x="509025" y="3361025"/>
            <a:ext cx="2467500" cy="1358287"/>
            <a:chOff x="514050" y="2380500"/>
            <a:chExt cx="2467500" cy="1358287"/>
          </a:xfrm>
        </p:grpSpPr>
        <p:sp>
          <p:nvSpPr>
            <p:cNvPr id="2274" name="Google Shape;2274;p64"/>
            <p:cNvSpPr txBox="1"/>
            <p:nvPr/>
          </p:nvSpPr>
          <p:spPr>
            <a:xfrm>
              <a:off x="514050" y="2380500"/>
              <a:ext cx="2467500" cy="4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1"/>
                  </a:solidFill>
                  <a:highlight>
                    <a:schemeClr val="accent3"/>
                  </a:highlight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He/She</a:t>
              </a:r>
              <a:endParaRPr sz="1800" dirty="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275" name="Google Shape;2275;p64"/>
            <p:cNvSpPr txBox="1"/>
            <p:nvPr/>
          </p:nvSpPr>
          <p:spPr>
            <a:xfrm>
              <a:off x="882025" y="2828587"/>
              <a:ext cx="2099400" cy="9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male_term = he</a:t>
              </a:r>
              <a:br>
                <a:rPr lang="en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</a:br>
              <a:r>
                <a:rPr lang="en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female_term = she</a:t>
              </a:r>
              <a:endPara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grpSp>
        <p:nvGrpSpPr>
          <p:cNvPr id="2276" name="Google Shape;2276;p64"/>
          <p:cNvGrpSpPr/>
          <p:nvPr/>
        </p:nvGrpSpPr>
        <p:grpSpPr>
          <a:xfrm>
            <a:off x="6157675" y="3361025"/>
            <a:ext cx="2467500" cy="1317907"/>
            <a:chOff x="6162700" y="2380495"/>
            <a:chExt cx="2467500" cy="1317907"/>
          </a:xfrm>
        </p:grpSpPr>
        <p:sp>
          <p:nvSpPr>
            <p:cNvPr id="2277" name="Google Shape;2277;p64"/>
            <p:cNvSpPr txBox="1"/>
            <p:nvPr/>
          </p:nvSpPr>
          <p:spPr>
            <a:xfrm>
              <a:off x="6162700" y="2380495"/>
              <a:ext cx="2467500" cy="4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highlight>
                    <a:schemeClr val="accent3"/>
                  </a:highlight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Male/Female names</a:t>
              </a:r>
              <a:endParaRPr sz="1800">
                <a:solidFill>
                  <a:schemeClr val="dk1"/>
                </a:solidFill>
                <a:highlight>
                  <a:schemeClr val="accent3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278" name="Google Shape;2278;p64"/>
            <p:cNvSpPr txBox="1"/>
            <p:nvPr/>
          </p:nvSpPr>
          <p:spPr>
            <a:xfrm>
              <a:off x="6346750" y="2788201"/>
              <a:ext cx="2099400" cy="9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male_term = avg of 29 male names</a:t>
              </a:r>
              <a:br>
                <a:rPr lang="en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</a:br>
              <a:r>
                <a:rPr lang="en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female_term = avg of 29 female names</a:t>
              </a:r>
              <a:endPara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cxnSp>
        <p:nvCxnSpPr>
          <p:cNvPr id="2279" name="Google Shape;2279;p64"/>
          <p:cNvCxnSpPr/>
          <p:nvPr/>
        </p:nvCxnSpPr>
        <p:spPr>
          <a:xfrm flipH="1">
            <a:off x="1742775" y="3126425"/>
            <a:ext cx="1512600" cy="234600"/>
          </a:xfrm>
          <a:prstGeom prst="bentConnector3">
            <a:avLst>
              <a:gd name="adj1" fmla="val 9989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80" name="Google Shape;2280;p64"/>
          <p:cNvSpPr/>
          <p:nvPr/>
        </p:nvSpPr>
        <p:spPr>
          <a:xfrm rot="-5400000">
            <a:off x="4510875" y="2206700"/>
            <a:ext cx="112200" cy="1969200"/>
          </a:xfrm>
          <a:prstGeom prst="leftBrace">
            <a:avLst>
              <a:gd name="adj1" fmla="val 50000"/>
              <a:gd name="adj2" fmla="val 50229"/>
            </a:avLst>
          </a:prstGeom>
          <a:noFill/>
          <a:ln w="9525" cap="flat" cmpd="sng">
            <a:solidFill>
              <a:srgbClr val="FF79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1" name="Google Shape;2281;p64"/>
          <p:cNvGrpSpPr/>
          <p:nvPr/>
        </p:nvGrpSpPr>
        <p:grpSpPr>
          <a:xfrm>
            <a:off x="6625927" y="299747"/>
            <a:ext cx="1730393" cy="883066"/>
            <a:chOff x="9601725" y="2179213"/>
            <a:chExt cx="1128100" cy="575700"/>
          </a:xfrm>
        </p:grpSpPr>
        <p:sp>
          <p:nvSpPr>
            <p:cNvPr id="2282" name="Google Shape;2282;p64"/>
            <p:cNvSpPr/>
            <p:nvPr/>
          </p:nvSpPr>
          <p:spPr>
            <a:xfrm>
              <a:off x="10117725" y="2546838"/>
              <a:ext cx="49825" cy="48575"/>
            </a:xfrm>
            <a:custGeom>
              <a:avLst/>
              <a:gdLst/>
              <a:ahLst/>
              <a:cxnLst/>
              <a:rect l="l" t="t" r="r" b="b"/>
              <a:pathLst>
                <a:path w="1993" h="1943" extrusionOk="0">
                  <a:moveTo>
                    <a:pt x="1019" y="0"/>
                  </a:moveTo>
                  <a:cubicBezTo>
                    <a:pt x="682" y="279"/>
                    <a:pt x="342" y="555"/>
                    <a:pt x="0" y="830"/>
                  </a:cubicBezTo>
                  <a:cubicBezTo>
                    <a:pt x="184" y="1222"/>
                    <a:pt x="406" y="1595"/>
                    <a:pt x="664" y="1942"/>
                  </a:cubicBezTo>
                  <a:cubicBezTo>
                    <a:pt x="1108" y="1829"/>
                    <a:pt x="1548" y="1694"/>
                    <a:pt x="1992" y="1577"/>
                  </a:cubicBezTo>
                  <a:cubicBezTo>
                    <a:pt x="1576" y="1113"/>
                    <a:pt x="1247" y="579"/>
                    <a:pt x="10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64"/>
            <p:cNvSpPr/>
            <p:nvPr/>
          </p:nvSpPr>
          <p:spPr>
            <a:xfrm>
              <a:off x="10122150" y="2351838"/>
              <a:ext cx="34075" cy="61125"/>
            </a:xfrm>
            <a:custGeom>
              <a:avLst/>
              <a:gdLst/>
              <a:ahLst/>
              <a:cxnLst/>
              <a:rect l="l" t="t" r="r" b="b"/>
              <a:pathLst>
                <a:path w="1363" h="2445" extrusionOk="0">
                  <a:moveTo>
                    <a:pt x="1294" y="0"/>
                  </a:moveTo>
                  <a:cubicBezTo>
                    <a:pt x="792" y="418"/>
                    <a:pt x="357" y="908"/>
                    <a:pt x="1" y="1455"/>
                  </a:cubicBezTo>
                  <a:cubicBezTo>
                    <a:pt x="309" y="1772"/>
                    <a:pt x="599" y="2103"/>
                    <a:pt x="879" y="2444"/>
                  </a:cubicBezTo>
                  <a:cubicBezTo>
                    <a:pt x="1019" y="2191"/>
                    <a:pt x="1182" y="1951"/>
                    <a:pt x="1362" y="1725"/>
                  </a:cubicBezTo>
                  <a:cubicBezTo>
                    <a:pt x="1347" y="1150"/>
                    <a:pt x="1331" y="574"/>
                    <a:pt x="1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64"/>
            <p:cNvSpPr/>
            <p:nvPr/>
          </p:nvSpPr>
          <p:spPr>
            <a:xfrm>
              <a:off x="10086100" y="2405663"/>
              <a:ext cx="40900" cy="50800"/>
            </a:xfrm>
            <a:custGeom>
              <a:avLst/>
              <a:gdLst/>
              <a:ahLst/>
              <a:cxnLst/>
              <a:rect l="l" t="t" r="r" b="b"/>
              <a:pathLst>
                <a:path w="1636" h="2032" extrusionOk="0">
                  <a:moveTo>
                    <a:pt x="743" y="0"/>
                  </a:moveTo>
                  <a:cubicBezTo>
                    <a:pt x="390" y="609"/>
                    <a:pt x="139" y="1272"/>
                    <a:pt x="1" y="1963"/>
                  </a:cubicBezTo>
                  <a:cubicBezTo>
                    <a:pt x="427" y="1985"/>
                    <a:pt x="854" y="2000"/>
                    <a:pt x="1279" y="2031"/>
                  </a:cubicBezTo>
                  <a:cubicBezTo>
                    <a:pt x="1362" y="1682"/>
                    <a:pt x="1481" y="1342"/>
                    <a:pt x="1635" y="1019"/>
                  </a:cubicBezTo>
                  <a:cubicBezTo>
                    <a:pt x="1350" y="667"/>
                    <a:pt x="1056" y="325"/>
                    <a:pt x="7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64"/>
            <p:cNvSpPr/>
            <p:nvPr/>
          </p:nvSpPr>
          <p:spPr>
            <a:xfrm>
              <a:off x="10114100" y="2450963"/>
              <a:ext cx="52625" cy="35425"/>
            </a:xfrm>
            <a:custGeom>
              <a:avLst/>
              <a:gdLst/>
              <a:ahLst/>
              <a:cxnLst/>
              <a:rect l="l" t="t" r="r" b="b"/>
              <a:pathLst>
                <a:path w="2105" h="1417" extrusionOk="0">
                  <a:moveTo>
                    <a:pt x="1217" y="0"/>
                  </a:moveTo>
                  <a:cubicBezTo>
                    <a:pt x="754" y="376"/>
                    <a:pt x="344" y="813"/>
                    <a:pt x="1" y="1300"/>
                  </a:cubicBezTo>
                  <a:cubicBezTo>
                    <a:pt x="514" y="1336"/>
                    <a:pt x="1028" y="1368"/>
                    <a:pt x="1539" y="1417"/>
                  </a:cubicBezTo>
                  <a:cubicBezTo>
                    <a:pt x="1715" y="1235"/>
                    <a:pt x="1903" y="1065"/>
                    <a:pt x="2105" y="908"/>
                  </a:cubicBezTo>
                  <a:cubicBezTo>
                    <a:pt x="1815" y="601"/>
                    <a:pt x="1513" y="304"/>
                    <a:pt x="12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64"/>
            <p:cNvSpPr/>
            <p:nvPr/>
          </p:nvSpPr>
          <p:spPr>
            <a:xfrm>
              <a:off x="10094425" y="2489088"/>
              <a:ext cx="32050" cy="52975"/>
            </a:xfrm>
            <a:custGeom>
              <a:avLst/>
              <a:gdLst/>
              <a:ahLst/>
              <a:cxnLst/>
              <a:rect l="l" t="t" r="r" b="b"/>
              <a:pathLst>
                <a:path w="1282" h="2119" extrusionOk="0">
                  <a:moveTo>
                    <a:pt x="222" y="1"/>
                  </a:moveTo>
                  <a:cubicBezTo>
                    <a:pt x="142" y="488"/>
                    <a:pt x="75" y="977"/>
                    <a:pt x="0" y="1465"/>
                  </a:cubicBezTo>
                  <a:cubicBezTo>
                    <a:pt x="343" y="1718"/>
                    <a:pt x="712" y="1938"/>
                    <a:pt x="1098" y="2118"/>
                  </a:cubicBezTo>
                  <a:cubicBezTo>
                    <a:pt x="1163" y="1677"/>
                    <a:pt x="1224" y="1234"/>
                    <a:pt x="1281" y="792"/>
                  </a:cubicBezTo>
                  <a:cubicBezTo>
                    <a:pt x="896" y="575"/>
                    <a:pt x="540" y="309"/>
                    <a:pt x="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64"/>
            <p:cNvSpPr/>
            <p:nvPr/>
          </p:nvSpPr>
          <p:spPr>
            <a:xfrm>
              <a:off x="10143400" y="2614138"/>
              <a:ext cx="48275" cy="35650"/>
            </a:xfrm>
            <a:custGeom>
              <a:avLst/>
              <a:gdLst/>
              <a:ahLst/>
              <a:cxnLst/>
              <a:rect l="l" t="t" r="r" b="b"/>
              <a:pathLst>
                <a:path w="1931" h="1426" extrusionOk="0">
                  <a:moveTo>
                    <a:pt x="937" y="0"/>
                  </a:moveTo>
                  <a:cubicBezTo>
                    <a:pt x="792" y="39"/>
                    <a:pt x="646" y="72"/>
                    <a:pt x="499" y="97"/>
                  </a:cubicBezTo>
                  <a:cubicBezTo>
                    <a:pt x="326" y="537"/>
                    <a:pt x="171" y="984"/>
                    <a:pt x="1" y="1426"/>
                  </a:cubicBezTo>
                  <a:cubicBezTo>
                    <a:pt x="661" y="1384"/>
                    <a:pt x="1311" y="1242"/>
                    <a:pt x="1930" y="1005"/>
                  </a:cubicBezTo>
                  <a:cubicBezTo>
                    <a:pt x="1593" y="677"/>
                    <a:pt x="1264" y="340"/>
                    <a:pt x="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64"/>
            <p:cNvSpPr/>
            <p:nvPr/>
          </p:nvSpPr>
          <p:spPr>
            <a:xfrm>
              <a:off x="10162425" y="2359288"/>
              <a:ext cx="58500" cy="46175"/>
            </a:xfrm>
            <a:custGeom>
              <a:avLst/>
              <a:gdLst/>
              <a:ahLst/>
              <a:cxnLst/>
              <a:rect l="l" t="t" r="r" b="b"/>
              <a:pathLst>
                <a:path w="2340" h="1847" extrusionOk="0">
                  <a:moveTo>
                    <a:pt x="84" y="0"/>
                  </a:moveTo>
                  <a:cubicBezTo>
                    <a:pt x="42" y="421"/>
                    <a:pt x="12" y="843"/>
                    <a:pt x="0" y="1265"/>
                  </a:cubicBezTo>
                  <a:cubicBezTo>
                    <a:pt x="591" y="1362"/>
                    <a:pt x="1159" y="1559"/>
                    <a:pt x="1682" y="1846"/>
                  </a:cubicBezTo>
                  <a:cubicBezTo>
                    <a:pt x="1900" y="1486"/>
                    <a:pt x="2118" y="1125"/>
                    <a:pt x="2340" y="767"/>
                  </a:cubicBezTo>
                  <a:cubicBezTo>
                    <a:pt x="1640" y="375"/>
                    <a:pt x="877" y="115"/>
                    <a:pt x="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64"/>
            <p:cNvSpPr/>
            <p:nvPr/>
          </p:nvSpPr>
          <p:spPr>
            <a:xfrm>
              <a:off x="9601725" y="2367038"/>
              <a:ext cx="439675" cy="241300"/>
            </a:xfrm>
            <a:custGeom>
              <a:avLst/>
              <a:gdLst/>
              <a:ahLst/>
              <a:cxnLst/>
              <a:rect l="l" t="t" r="r" b="b"/>
              <a:pathLst>
                <a:path w="17587" h="9652" extrusionOk="0">
                  <a:moveTo>
                    <a:pt x="9815" y="1"/>
                  </a:moveTo>
                  <a:cubicBezTo>
                    <a:pt x="8807" y="1"/>
                    <a:pt x="7711" y="131"/>
                    <a:pt x="6944" y="710"/>
                  </a:cubicBezTo>
                  <a:cubicBezTo>
                    <a:pt x="6944" y="710"/>
                    <a:pt x="6752" y="740"/>
                    <a:pt x="6254" y="740"/>
                  </a:cubicBezTo>
                  <a:cubicBezTo>
                    <a:pt x="5559" y="740"/>
                    <a:pt x="4267" y="682"/>
                    <a:pt x="2069" y="408"/>
                  </a:cubicBezTo>
                  <a:cubicBezTo>
                    <a:pt x="1889" y="385"/>
                    <a:pt x="1095" y="279"/>
                    <a:pt x="1" y="130"/>
                  </a:cubicBezTo>
                  <a:lnTo>
                    <a:pt x="1" y="6493"/>
                  </a:lnTo>
                  <a:cubicBezTo>
                    <a:pt x="769" y="6433"/>
                    <a:pt x="1349" y="6386"/>
                    <a:pt x="1452" y="6381"/>
                  </a:cubicBezTo>
                  <a:cubicBezTo>
                    <a:pt x="2297" y="6344"/>
                    <a:pt x="3089" y="6298"/>
                    <a:pt x="3812" y="6260"/>
                  </a:cubicBezTo>
                  <a:cubicBezTo>
                    <a:pt x="4181" y="6242"/>
                    <a:pt x="4525" y="6230"/>
                    <a:pt x="4840" y="6230"/>
                  </a:cubicBezTo>
                  <a:cubicBezTo>
                    <a:pt x="5651" y="6230"/>
                    <a:pt x="6268" y="6309"/>
                    <a:pt x="6604" y="6559"/>
                  </a:cubicBezTo>
                  <a:cubicBezTo>
                    <a:pt x="7070" y="6905"/>
                    <a:pt x="9741" y="9465"/>
                    <a:pt x="11881" y="9587"/>
                  </a:cubicBezTo>
                  <a:cubicBezTo>
                    <a:pt x="11911" y="9590"/>
                    <a:pt x="12851" y="9652"/>
                    <a:pt x="13849" y="9652"/>
                  </a:cubicBezTo>
                  <a:cubicBezTo>
                    <a:pt x="14176" y="9652"/>
                    <a:pt x="14509" y="9645"/>
                    <a:pt x="14819" y="9628"/>
                  </a:cubicBezTo>
                  <a:cubicBezTo>
                    <a:pt x="16073" y="9558"/>
                    <a:pt x="17586" y="9434"/>
                    <a:pt x="17477" y="8054"/>
                  </a:cubicBezTo>
                  <a:cubicBezTo>
                    <a:pt x="17439" y="7549"/>
                    <a:pt x="17298" y="7184"/>
                    <a:pt x="16108" y="6905"/>
                  </a:cubicBezTo>
                  <a:cubicBezTo>
                    <a:pt x="16108" y="6905"/>
                    <a:pt x="16615" y="6583"/>
                    <a:pt x="16781" y="6296"/>
                  </a:cubicBezTo>
                  <a:cubicBezTo>
                    <a:pt x="16947" y="6010"/>
                    <a:pt x="16918" y="5792"/>
                    <a:pt x="16839" y="5343"/>
                  </a:cubicBezTo>
                  <a:cubicBezTo>
                    <a:pt x="16762" y="4896"/>
                    <a:pt x="16246" y="4659"/>
                    <a:pt x="15852" y="4537"/>
                  </a:cubicBezTo>
                  <a:cubicBezTo>
                    <a:pt x="15852" y="4537"/>
                    <a:pt x="16262" y="4315"/>
                    <a:pt x="16340" y="4065"/>
                  </a:cubicBezTo>
                  <a:cubicBezTo>
                    <a:pt x="16417" y="3815"/>
                    <a:pt x="16264" y="3241"/>
                    <a:pt x="15998" y="2843"/>
                  </a:cubicBezTo>
                  <a:cubicBezTo>
                    <a:pt x="15848" y="2613"/>
                    <a:pt x="15293" y="2589"/>
                    <a:pt x="15293" y="2589"/>
                  </a:cubicBezTo>
                  <a:cubicBezTo>
                    <a:pt x="15293" y="2589"/>
                    <a:pt x="15476" y="2364"/>
                    <a:pt x="15557" y="2102"/>
                  </a:cubicBezTo>
                  <a:cubicBezTo>
                    <a:pt x="15636" y="1839"/>
                    <a:pt x="15528" y="1522"/>
                    <a:pt x="15361" y="1137"/>
                  </a:cubicBezTo>
                  <a:cubicBezTo>
                    <a:pt x="15194" y="752"/>
                    <a:pt x="14720" y="485"/>
                    <a:pt x="14285" y="336"/>
                  </a:cubicBezTo>
                  <a:cubicBezTo>
                    <a:pt x="13884" y="198"/>
                    <a:pt x="13101" y="84"/>
                    <a:pt x="12189" y="84"/>
                  </a:cubicBezTo>
                  <a:cubicBezTo>
                    <a:pt x="12109" y="84"/>
                    <a:pt x="12028" y="85"/>
                    <a:pt x="11947" y="87"/>
                  </a:cubicBezTo>
                  <a:cubicBezTo>
                    <a:pt x="11924" y="87"/>
                    <a:pt x="11901" y="88"/>
                    <a:pt x="11877" y="88"/>
                  </a:cubicBezTo>
                  <a:cubicBezTo>
                    <a:pt x="11402" y="88"/>
                    <a:pt x="10638" y="1"/>
                    <a:pt x="9815" y="1"/>
                  </a:cubicBezTo>
                  <a:close/>
                </a:path>
              </a:pathLst>
            </a:custGeom>
            <a:solidFill>
              <a:srgbClr val="C379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64"/>
            <p:cNvSpPr/>
            <p:nvPr/>
          </p:nvSpPr>
          <p:spPr>
            <a:xfrm>
              <a:off x="9954400" y="2523513"/>
              <a:ext cx="14625" cy="42925"/>
            </a:xfrm>
            <a:custGeom>
              <a:avLst/>
              <a:gdLst/>
              <a:ahLst/>
              <a:cxnLst/>
              <a:rect l="l" t="t" r="r" b="b"/>
              <a:pathLst>
                <a:path w="585" h="1717" extrusionOk="0">
                  <a:moveTo>
                    <a:pt x="18" y="0"/>
                  </a:moveTo>
                  <a:cubicBezTo>
                    <a:pt x="14" y="30"/>
                    <a:pt x="11" y="61"/>
                    <a:pt x="9" y="92"/>
                  </a:cubicBezTo>
                  <a:cubicBezTo>
                    <a:pt x="3" y="170"/>
                    <a:pt x="0" y="249"/>
                    <a:pt x="2" y="327"/>
                  </a:cubicBezTo>
                  <a:cubicBezTo>
                    <a:pt x="2" y="407"/>
                    <a:pt x="8" y="488"/>
                    <a:pt x="15" y="568"/>
                  </a:cubicBezTo>
                  <a:cubicBezTo>
                    <a:pt x="21" y="610"/>
                    <a:pt x="27" y="650"/>
                    <a:pt x="32" y="690"/>
                  </a:cubicBezTo>
                  <a:cubicBezTo>
                    <a:pt x="38" y="731"/>
                    <a:pt x="48" y="771"/>
                    <a:pt x="55" y="810"/>
                  </a:cubicBezTo>
                  <a:cubicBezTo>
                    <a:pt x="63" y="848"/>
                    <a:pt x="73" y="889"/>
                    <a:pt x="85" y="926"/>
                  </a:cubicBezTo>
                  <a:cubicBezTo>
                    <a:pt x="94" y="965"/>
                    <a:pt x="106" y="1002"/>
                    <a:pt x="120" y="1038"/>
                  </a:cubicBezTo>
                  <a:cubicBezTo>
                    <a:pt x="133" y="1075"/>
                    <a:pt x="146" y="1111"/>
                    <a:pt x="160" y="1145"/>
                  </a:cubicBezTo>
                  <a:cubicBezTo>
                    <a:pt x="173" y="1180"/>
                    <a:pt x="191" y="1212"/>
                    <a:pt x="206" y="1245"/>
                  </a:cubicBezTo>
                  <a:cubicBezTo>
                    <a:pt x="236" y="1305"/>
                    <a:pt x="269" y="1361"/>
                    <a:pt x="306" y="1418"/>
                  </a:cubicBezTo>
                  <a:cubicBezTo>
                    <a:pt x="337" y="1464"/>
                    <a:pt x="372" y="1509"/>
                    <a:pt x="409" y="1551"/>
                  </a:cubicBezTo>
                  <a:cubicBezTo>
                    <a:pt x="437" y="1584"/>
                    <a:pt x="467" y="1615"/>
                    <a:pt x="498" y="1645"/>
                  </a:cubicBezTo>
                  <a:cubicBezTo>
                    <a:pt x="552" y="1693"/>
                    <a:pt x="585" y="1716"/>
                    <a:pt x="585" y="1716"/>
                  </a:cubicBezTo>
                  <a:lnTo>
                    <a:pt x="580" y="1701"/>
                  </a:lnTo>
                  <a:cubicBezTo>
                    <a:pt x="422" y="1488"/>
                    <a:pt x="360" y="1221"/>
                    <a:pt x="282" y="971"/>
                  </a:cubicBezTo>
                  <a:cubicBezTo>
                    <a:pt x="194" y="687"/>
                    <a:pt x="100" y="406"/>
                    <a:pt x="41" y="113"/>
                  </a:cubicBezTo>
                  <a:cubicBezTo>
                    <a:pt x="32" y="76"/>
                    <a:pt x="24" y="37"/>
                    <a:pt x="18" y="0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64"/>
            <p:cNvSpPr/>
            <p:nvPr/>
          </p:nvSpPr>
          <p:spPr>
            <a:xfrm>
              <a:off x="9838575" y="2368263"/>
              <a:ext cx="186900" cy="176075"/>
            </a:xfrm>
            <a:custGeom>
              <a:avLst/>
              <a:gdLst/>
              <a:ahLst/>
              <a:cxnLst/>
              <a:rect l="l" t="t" r="r" b="b"/>
              <a:pathLst>
                <a:path w="7476" h="7043" extrusionOk="0">
                  <a:moveTo>
                    <a:pt x="4179" y="564"/>
                  </a:moveTo>
                  <a:cubicBezTo>
                    <a:pt x="4319" y="678"/>
                    <a:pt x="4414" y="831"/>
                    <a:pt x="4413" y="980"/>
                  </a:cubicBezTo>
                  <a:cubicBezTo>
                    <a:pt x="4377" y="1004"/>
                    <a:pt x="4344" y="1027"/>
                    <a:pt x="4317" y="1049"/>
                  </a:cubicBezTo>
                  <a:cubicBezTo>
                    <a:pt x="4252" y="1101"/>
                    <a:pt x="4086" y="1176"/>
                    <a:pt x="3886" y="1258"/>
                  </a:cubicBezTo>
                  <a:cubicBezTo>
                    <a:pt x="3889" y="1231"/>
                    <a:pt x="3895" y="1203"/>
                    <a:pt x="3898" y="1173"/>
                  </a:cubicBezTo>
                  <a:lnTo>
                    <a:pt x="3900" y="1173"/>
                  </a:lnTo>
                  <a:cubicBezTo>
                    <a:pt x="3906" y="1143"/>
                    <a:pt x="3913" y="1113"/>
                    <a:pt x="3918" y="1082"/>
                  </a:cubicBezTo>
                  <a:cubicBezTo>
                    <a:pt x="3926" y="1051"/>
                    <a:pt x="3935" y="1021"/>
                    <a:pt x="3944" y="989"/>
                  </a:cubicBezTo>
                  <a:cubicBezTo>
                    <a:pt x="3955" y="961"/>
                    <a:pt x="3962" y="930"/>
                    <a:pt x="3977" y="901"/>
                  </a:cubicBezTo>
                  <a:cubicBezTo>
                    <a:pt x="3983" y="888"/>
                    <a:pt x="3989" y="873"/>
                    <a:pt x="3995" y="858"/>
                  </a:cubicBezTo>
                  <a:cubicBezTo>
                    <a:pt x="4001" y="843"/>
                    <a:pt x="4009" y="831"/>
                    <a:pt x="4016" y="818"/>
                  </a:cubicBezTo>
                  <a:cubicBezTo>
                    <a:pt x="4028" y="790"/>
                    <a:pt x="4044" y="766"/>
                    <a:pt x="4056" y="740"/>
                  </a:cubicBezTo>
                  <a:cubicBezTo>
                    <a:pt x="4070" y="715"/>
                    <a:pt x="4085" y="693"/>
                    <a:pt x="4099" y="672"/>
                  </a:cubicBezTo>
                  <a:cubicBezTo>
                    <a:pt x="4128" y="630"/>
                    <a:pt x="4155" y="596"/>
                    <a:pt x="4174" y="570"/>
                  </a:cubicBezTo>
                  <a:cubicBezTo>
                    <a:pt x="4176" y="567"/>
                    <a:pt x="4177" y="566"/>
                    <a:pt x="4179" y="564"/>
                  </a:cubicBezTo>
                  <a:close/>
                  <a:moveTo>
                    <a:pt x="3534" y="6628"/>
                  </a:moveTo>
                  <a:cubicBezTo>
                    <a:pt x="3524" y="6635"/>
                    <a:pt x="3507" y="6647"/>
                    <a:pt x="3484" y="6660"/>
                  </a:cubicBezTo>
                  <a:cubicBezTo>
                    <a:pt x="3475" y="6665"/>
                    <a:pt x="3464" y="6671"/>
                    <a:pt x="3452" y="6675"/>
                  </a:cubicBezTo>
                  <a:lnTo>
                    <a:pt x="3452" y="6674"/>
                  </a:lnTo>
                  <a:cubicBezTo>
                    <a:pt x="3479" y="6657"/>
                    <a:pt x="3507" y="6642"/>
                    <a:pt x="3534" y="6628"/>
                  </a:cubicBezTo>
                  <a:close/>
                  <a:moveTo>
                    <a:pt x="1585" y="1"/>
                  </a:moveTo>
                  <a:lnTo>
                    <a:pt x="1585" y="1"/>
                  </a:lnTo>
                  <a:cubicBezTo>
                    <a:pt x="1976" y="59"/>
                    <a:pt x="2368" y="113"/>
                    <a:pt x="2762" y="142"/>
                  </a:cubicBezTo>
                  <a:cubicBezTo>
                    <a:pt x="3214" y="177"/>
                    <a:pt x="3666" y="262"/>
                    <a:pt x="4065" y="485"/>
                  </a:cubicBezTo>
                  <a:cubicBezTo>
                    <a:pt x="4095" y="503"/>
                    <a:pt x="4123" y="521"/>
                    <a:pt x="4152" y="542"/>
                  </a:cubicBezTo>
                  <a:cubicBezTo>
                    <a:pt x="4134" y="548"/>
                    <a:pt x="4117" y="555"/>
                    <a:pt x="4101" y="563"/>
                  </a:cubicBezTo>
                  <a:cubicBezTo>
                    <a:pt x="4077" y="573"/>
                    <a:pt x="4055" y="585"/>
                    <a:pt x="4032" y="600"/>
                  </a:cubicBezTo>
                  <a:cubicBezTo>
                    <a:pt x="4007" y="617"/>
                    <a:pt x="3983" y="636"/>
                    <a:pt x="3959" y="657"/>
                  </a:cubicBezTo>
                  <a:cubicBezTo>
                    <a:pt x="3934" y="681"/>
                    <a:pt x="3910" y="706"/>
                    <a:pt x="3889" y="734"/>
                  </a:cubicBezTo>
                  <a:cubicBezTo>
                    <a:pt x="3867" y="764"/>
                    <a:pt x="3846" y="796"/>
                    <a:pt x="3830" y="828"/>
                  </a:cubicBezTo>
                  <a:cubicBezTo>
                    <a:pt x="3812" y="863"/>
                    <a:pt x="3795" y="898"/>
                    <a:pt x="3783" y="936"/>
                  </a:cubicBezTo>
                  <a:cubicBezTo>
                    <a:pt x="3773" y="973"/>
                    <a:pt x="3764" y="1010"/>
                    <a:pt x="3756" y="1048"/>
                  </a:cubicBezTo>
                  <a:cubicBezTo>
                    <a:pt x="3751" y="1085"/>
                    <a:pt x="3749" y="1122"/>
                    <a:pt x="3749" y="1158"/>
                  </a:cubicBezTo>
                  <a:cubicBezTo>
                    <a:pt x="3749" y="1194"/>
                    <a:pt x="3754" y="1228"/>
                    <a:pt x="3758" y="1261"/>
                  </a:cubicBezTo>
                  <a:cubicBezTo>
                    <a:pt x="3759" y="1276"/>
                    <a:pt x="3762" y="1291"/>
                    <a:pt x="3767" y="1304"/>
                  </a:cubicBezTo>
                  <a:lnTo>
                    <a:pt x="3739" y="1314"/>
                  </a:lnTo>
                  <a:cubicBezTo>
                    <a:pt x="3739" y="1314"/>
                    <a:pt x="3739" y="1313"/>
                    <a:pt x="3739" y="1311"/>
                  </a:cubicBezTo>
                  <a:cubicBezTo>
                    <a:pt x="3736" y="1274"/>
                    <a:pt x="3733" y="1234"/>
                    <a:pt x="3730" y="1195"/>
                  </a:cubicBezTo>
                  <a:cubicBezTo>
                    <a:pt x="3722" y="1118"/>
                    <a:pt x="3713" y="1039"/>
                    <a:pt x="3703" y="966"/>
                  </a:cubicBezTo>
                  <a:cubicBezTo>
                    <a:pt x="3692" y="892"/>
                    <a:pt x="3679" y="824"/>
                    <a:pt x="3667" y="764"/>
                  </a:cubicBezTo>
                  <a:cubicBezTo>
                    <a:pt x="3654" y="706"/>
                    <a:pt x="3640" y="657"/>
                    <a:pt x="3630" y="623"/>
                  </a:cubicBezTo>
                  <a:cubicBezTo>
                    <a:pt x="3618" y="588"/>
                    <a:pt x="3610" y="567"/>
                    <a:pt x="3610" y="567"/>
                  </a:cubicBezTo>
                  <a:cubicBezTo>
                    <a:pt x="3610" y="567"/>
                    <a:pt x="3603" y="588"/>
                    <a:pt x="3595" y="624"/>
                  </a:cubicBezTo>
                  <a:cubicBezTo>
                    <a:pt x="3582" y="672"/>
                    <a:pt x="3573" y="721"/>
                    <a:pt x="3567" y="769"/>
                  </a:cubicBezTo>
                  <a:cubicBezTo>
                    <a:pt x="3548" y="916"/>
                    <a:pt x="3545" y="1064"/>
                    <a:pt x="3558" y="1212"/>
                  </a:cubicBezTo>
                  <a:cubicBezTo>
                    <a:pt x="3564" y="1268"/>
                    <a:pt x="3572" y="1323"/>
                    <a:pt x="3582" y="1377"/>
                  </a:cubicBezTo>
                  <a:lnTo>
                    <a:pt x="3533" y="1395"/>
                  </a:lnTo>
                  <a:lnTo>
                    <a:pt x="3533" y="1361"/>
                  </a:lnTo>
                  <a:cubicBezTo>
                    <a:pt x="3531" y="1320"/>
                    <a:pt x="3525" y="1277"/>
                    <a:pt x="3519" y="1234"/>
                  </a:cubicBezTo>
                  <a:cubicBezTo>
                    <a:pt x="3513" y="1189"/>
                    <a:pt x="3504" y="1144"/>
                    <a:pt x="3493" y="1100"/>
                  </a:cubicBezTo>
                  <a:cubicBezTo>
                    <a:pt x="3481" y="1053"/>
                    <a:pt x="3466" y="1009"/>
                    <a:pt x="3448" y="964"/>
                  </a:cubicBezTo>
                  <a:cubicBezTo>
                    <a:pt x="3430" y="921"/>
                    <a:pt x="3411" y="878"/>
                    <a:pt x="3387" y="836"/>
                  </a:cubicBezTo>
                  <a:cubicBezTo>
                    <a:pt x="3376" y="815"/>
                    <a:pt x="3363" y="794"/>
                    <a:pt x="3349" y="775"/>
                  </a:cubicBezTo>
                  <a:cubicBezTo>
                    <a:pt x="3337" y="757"/>
                    <a:pt x="3326" y="736"/>
                    <a:pt x="3311" y="719"/>
                  </a:cubicBezTo>
                  <a:cubicBezTo>
                    <a:pt x="3284" y="685"/>
                    <a:pt x="3255" y="652"/>
                    <a:pt x="3224" y="623"/>
                  </a:cubicBezTo>
                  <a:cubicBezTo>
                    <a:pt x="3196" y="594"/>
                    <a:pt x="3166" y="570"/>
                    <a:pt x="3135" y="548"/>
                  </a:cubicBezTo>
                  <a:cubicBezTo>
                    <a:pt x="3108" y="529"/>
                    <a:pt x="3081" y="511"/>
                    <a:pt x="3051" y="496"/>
                  </a:cubicBezTo>
                  <a:cubicBezTo>
                    <a:pt x="3029" y="484"/>
                    <a:pt x="3006" y="475"/>
                    <a:pt x="2983" y="466"/>
                  </a:cubicBezTo>
                  <a:cubicBezTo>
                    <a:pt x="2962" y="459"/>
                    <a:pt x="2941" y="454"/>
                    <a:pt x="2918" y="451"/>
                  </a:cubicBezTo>
                  <a:lnTo>
                    <a:pt x="2918" y="451"/>
                  </a:lnTo>
                  <a:cubicBezTo>
                    <a:pt x="2918" y="451"/>
                    <a:pt x="2938" y="467"/>
                    <a:pt x="2965" y="496"/>
                  </a:cubicBezTo>
                  <a:cubicBezTo>
                    <a:pt x="2978" y="509"/>
                    <a:pt x="2993" y="527"/>
                    <a:pt x="3011" y="548"/>
                  </a:cubicBezTo>
                  <a:cubicBezTo>
                    <a:pt x="3029" y="569"/>
                    <a:pt x="3047" y="593"/>
                    <a:pt x="3068" y="618"/>
                  </a:cubicBezTo>
                  <a:cubicBezTo>
                    <a:pt x="3087" y="643"/>
                    <a:pt x="3106" y="673"/>
                    <a:pt x="3126" y="705"/>
                  </a:cubicBezTo>
                  <a:cubicBezTo>
                    <a:pt x="3145" y="736"/>
                    <a:pt x="3163" y="770"/>
                    <a:pt x="3184" y="803"/>
                  </a:cubicBezTo>
                  <a:cubicBezTo>
                    <a:pt x="3205" y="837"/>
                    <a:pt x="3221" y="875"/>
                    <a:pt x="3241" y="913"/>
                  </a:cubicBezTo>
                  <a:cubicBezTo>
                    <a:pt x="3258" y="951"/>
                    <a:pt x="3278" y="988"/>
                    <a:pt x="3290" y="1030"/>
                  </a:cubicBezTo>
                  <a:cubicBezTo>
                    <a:pt x="3302" y="1070"/>
                    <a:pt x="3321" y="1109"/>
                    <a:pt x="3333" y="1149"/>
                  </a:cubicBezTo>
                  <a:cubicBezTo>
                    <a:pt x="3346" y="1189"/>
                    <a:pt x="3363" y="1228"/>
                    <a:pt x="3372" y="1268"/>
                  </a:cubicBezTo>
                  <a:cubicBezTo>
                    <a:pt x="3382" y="1308"/>
                    <a:pt x="3396" y="1346"/>
                    <a:pt x="3406" y="1382"/>
                  </a:cubicBezTo>
                  <a:cubicBezTo>
                    <a:pt x="3411" y="1402"/>
                    <a:pt x="3417" y="1422"/>
                    <a:pt x="3421" y="1440"/>
                  </a:cubicBezTo>
                  <a:cubicBezTo>
                    <a:pt x="3202" y="1525"/>
                    <a:pt x="2994" y="1602"/>
                    <a:pt x="2869" y="1659"/>
                  </a:cubicBezTo>
                  <a:cubicBezTo>
                    <a:pt x="2468" y="1835"/>
                    <a:pt x="2349" y="2419"/>
                    <a:pt x="2428" y="2703"/>
                  </a:cubicBezTo>
                  <a:cubicBezTo>
                    <a:pt x="2537" y="3087"/>
                    <a:pt x="2793" y="3208"/>
                    <a:pt x="2793" y="3208"/>
                  </a:cubicBezTo>
                  <a:cubicBezTo>
                    <a:pt x="2793" y="3208"/>
                    <a:pt x="2315" y="3617"/>
                    <a:pt x="2407" y="4258"/>
                  </a:cubicBezTo>
                  <a:cubicBezTo>
                    <a:pt x="2483" y="4789"/>
                    <a:pt x="2996" y="4872"/>
                    <a:pt x="2996" y="4872"/>
                  </a:cubicBezTo>
                  <a:cubicBezTo>
                    <a:pt x="2996" y="4872"/>
                    <a:pt x="2684" y="5063"/>
                    <a:pt x="2659" y="5360"/>
                  </a:cubicBezTo>
                  <a:cubicBezTo>
                    <a:pt x="2650" y="5348"/>
                    <a:pt x="2641" y="5335"/>
                    <a:pt x="2629" y="5323"/>
                  </a:cubicBezTo>
                  <a:cubicBezTo>
                    <a:pt x="2540" y="5209"/>
                    <a:pt x="2441" y="5095"/>
                    <a:pt x="2337" y="4983"/>
                  </a:cubicBezTo>
                  <a:cubicBezTo>
                    <a:pt x="2233" y="4871"/>
                    <a:pt x="2122" y="4761"/>
                    <a:pt x="2007" y="4656"/>
                  </a:cubicBezTo>
                  <a:cubicBezTo>
                    <a:pt x="1893" y="4550"/>
                    <a:pt x="1773" y="4450"/>
                    <a:pt x="1651" y="4358"/>
                  </a:cubicBezTo>
                  <a:cubicBezTo>
                    <a:pt x="1591" y="4310"/>
                    <a:pt x="1529" y="4267"/>
                    <a:pt x="1468" y="4222"/>
                  </a:cubicBezTo>
                  <a:cubicBezTo>
                    <a:pt x="1406" y="4179"/>
                    <a:pt x="1344" y="4139"/>
                    <a:pt x="1283" y="4098"/>
                  </a:cubicBezTo>
                  <a:cubicBezTo>
                    <a:pt x="1221" y="4060"/>
                    <a:pt x="1157" y="4024"/>
                    <a:pt x="1098" y="3988"/>
                  </a:cubicBezTo>
                  <a:lnTo>
                    <a:pt x="916" y="3891"/>
                  </a:lnTo>
                  <a:cubicBezTo>
                    <a:pt x="795" y="3832"/>
                    <a:pt x="680" y="3779"/>
                    <a:pt x="571" y="3736"/>
                  </a:cubicBezTo>
                  <a:cubicBezTo>
                    <a:pt x="465" y="3690"/>
                    <a:pt x="361" y="3660"/>
                    <a:pt x="273" y="3630"/>
                  </a:cubicBezTo>
                  <a:cubicBezTo>
                    <a:pt x="182" y="3603"/>
                    <a:pt x="103" y="3583"/>
                    <a:pt x="37" y="3568"/>
                  </a:cubicBezTo>
                  <a:lnTo>
                    <a:pt x="0" y="3560"/>
                  </a:lnTo>
                  <a:lnTo>
                    <a:pt x="0" y="3560"/>
                  </a:lnTo>
                  <a:cubicBezTo>
                    <a:pt x="163" y="3623"/>
                    <a:pt x="585" y="3761"/>
                    <a:pt x="735" y="3858"/>
                  </a:cubicBezTo>
                  <a:cubicBezTo>
                    <a:pt x="2337" y="4868"/>
                    <a:pt x="2742" y="5925"/>
                    <a:pt x="3142" y="6313"/>
                  </a:cubicBezTo>
                  <a:cubicBezTo>
                    <a:pt x="3209" y="6377"/>
                    <a:pt x="3249" y="6450"/>
                    <a:pt x="3291" y="6502"/>
                  </a:cubicBezTo>
                  <a:cubicBezTo>
                    <a:pt x="3336" y="6563"/>
                    <a:pt x="3376" y="6629"/>
                    <a:pt x="3414" y="6696"/>
                  </a:cubicBezTo>
                  <a:lnTo>
                    <a:pt x="3408" y="6699"/>
                  </a:lnTo>
                  <a:cubicBezTo>
                    <a:pt x="3376" y="6713"/>
                    <a:pt x="3342" y="6726"/>
                    <a:pt x="3305" y="6739"/>
                  </a:cubicBezTo>
                  <a:cubicBezTo>
                    <a:pt x="3285" y="6747"/>
                    <a:pt x="3264" y="6753"/>
                    <a:pt x="3245" y="6757"/>
                  </a:cubicBezTo>
                  <a:cubicBezTo>
                    <a:pt x="3223" y="6763"/>
                    <a:pt x="3203" y="6772"/>
                    <a:pt x="3181" y="6777"/>
                  </a:cubicBezTo>
                  <a:cubicBezTo>
                    <a:pt x="3135" y="6787"/>
                    <a:pt x="3088" y="6801"/>
                    <a:pt x="3039" y="6809"/>
                  </a:cubicBezTo>
                  <a:cubicBezTo>
                    <a:pt x="3015" y="6814"/>
                    <a:pt x="2990" y="6820"/>
                    <a:pt x="2965" y="6824"/>
                  </a:cubicBezTo>
                  <a:cubicBezTo>
                    <a:pt x="2939" y="6829"/>
                    <a:pt x="2914" y="6832"/>
                    <a:pt x="2887" y="6836"/>
                  </a:cubicBezTo>
                  <a:cubicBezTo>
                    <a:pt x="2835" y="6847"/>
                    <a:pt x="2781" y="6851"/>
                    <a:pt x="2728" y="6859"/>
                  </a:cubicBezTo>
                  <a:cubicBezTo>
                    <a:pt x="2675" y="6866"/>
                    <a:pt x="2620" y="6869"/>
                    <a:pt x="2568" y="6877"/>
                  </a:cubicBezTo>
                  <a:cubicBezTo>
                    <a:pt x="2516" y="6884"/>
                    <a:pt x="2462" y="6886"/>
                    <a:pt x="2411" y="6890"/>
                  </a:cubicBezTo>
                  <a:cubicBezTo>
                    <a:pt x="2359" y="6894"/>
                    <a:pt x="2310" y="6900"/>
                    <a:pt x="2262" y="6902"/>
                  </a:cubicBezTo>
                  <a:cubicBezTo>
                    <a:pt x="2216" y="6905"/>
                    <a:pt x="2171" y="6909"/>
                    <a:pt x="2130" y="6914"/>
                  </a:cubicBezTo>
                  <a:cubicBezTo>
                    <a:pt x="2088" y="6918"/>
                    <a:pt x="2049" y="6920"/>
                    <a:pt x="2016" y="6923"/>
                  </a:cubicBezTo>
                  <a:cubicBezTo>
                    <a:pt x="1982" y="6927"/>
                    <a:pt x="1952" y="6930"/>
                    <a:pt x="1927" y="6932"/>
                  </a:cubicBezTo>
                  <a:cubicBezTo>
                    <a:pt x="1878" y="6938"/>
                    <a:pt x="1849" y="6944"/>
                    <a:pt x="1849" y="6944"/>
                  </a:cubicBezTo>
                  <a:cubicBezTo>
                    <a:pt x="1849" y="6944"/>
                    <a:pt x="1876" y="6953"/>
                    <a:pt x="1924" y="6966"/>
                  </a:cubicBezTo>
                  <a:cubicBezTo>
                    <a:pt x="1948" y="6973"/>
                    <a:pt x="1978" y="6981"/>
                    <a:pt x="2010" y="6988"/>
                  </a:cubicBezTo>
                  <a:cubicBezTo>
                    <a:pt x="2049" y="6999"/>
                    <a:pt x="2086" y="7006"/>
                    <a:pt x="2125" y="7012"/>
                  </a:cubicBezTo>
                  <a:cubicBezTo>
                    <a:pt x="2167" y="7018"/>
                    <a:pt x="2212" y="7026"/>
                    <a:pt x="2261" y="7030"/>
                  </a:cubicBezTo>
                  <a:cubicBezTo>
                    <a:pt x="2312" y="7036"/>
                    <a:pt x="2361" y="7041"/>
                    <a:pt x="2411" y="7041"/>
                  </a:cubicBezTo>
                  <a:cubicBezTo>
                    <a:pt x="2439" y="7042"/>
                    <a:pt x="2467" y="7043"/>
                    <a:pt x="2494" y="7043"/>
                  </a:cubicBezTo>
                  <a:cubicBezTo>
                    <a:pt x="2522" y="7043"/>
                    <a:pt x="2549" y="7042"/>
                    <a:pt x="2577" y="7041"/>
                  </a:cubicBezTo>
                  <a:cubicBezTo>
                    <a:pt x="2632" y="7038"/>
                    <a:pt x="2690" y="7038"/>
                    <a:pt x="2747" y="7029"/>
                  </a:cubicBezTo>
                  <a:cubicBezTo>
                    <a:pt x="2804" y="7021"/>
                    <a:pt x="2860" y="7011"/>
                    <a:pt x="2915" y="6999"/>
                  </a:cubicBezTo>
                  <a:cubicBezTo>
                    <a:pt x="2971" y="6987"/>
                    <a:pt x="3024" y="6972"/>
                    <a:pt x="3078" y="6954"/>
                  </a:cubicBezTo>
                  <a:cubicBezTo>
                    <a:pt x="3127" y="6938"/>
                    <a:pt x="3176" y="6918"/>
                    <a:pt x="3223" y="6896"/>
                  </a:cubicBezTo>
                  <a:cubicBezTo>
                    <a:pt x="3340" y="6854"/>
                    <a:pt x="3545" y="6625"/>
                    <a:pt x="3546" y="6622"/>
                  </a:cubicBezTo>
                  <a:cubicBezTo>
                    <a:pt x="3645" y="6521"/>
                    <a:pt x="3975" y="6428"/>
                    <a:pt x="4308" y="6428"/>
                  </a:cubicBezTo>
                  <a:cubicBezTo>
                    <a:pt x="4423" y="6428"/>
                    <a:pt x="4539" y="6439"/>
                    <a:pt x="4645" y="6465"/>
                  </a:cubicBezTo>
                  <a:cubicBezTo>
                    <a:pt x="4608" y="6126"/>
                    <a:pt x="4648" y="5888"/>
                    <a:pt x="4720" y="5505"/>
                  </a:cubicBezTo>
                  <a:cubicBezTo>
                    <a:pt x="4873" y="4686"/>
                    <a:pt x="5310" y="4437"/>
                    <a:pt x="5528" y="4380"/>
                  </a:cubicBezTo>
                  <a:cubicBezTo>
                    <a:pt x="5620" y="4355"/>
                    <a:pt x="5699" y="4340"/>
                    <a:pt x="5769" y="4340"/>
                  </a:cubicBezTo>
                  <a:cubicBezTo>
                    <a:pt x="5900" y="4340"/>
                    <a:pt x="5999" y="4395"/>
                    <a:pt x="6093" y="4549"/>
                  </a:cubicBezTo>
                  <a:cubicBezTo>
                    <a:pt x="6280" y="4852"/>
                    <a:pt x="6333" y="5382"/>
                    <a:pt x="6333" y="5382"/>
                  </a:cubicBezTo>
                  <a:cubicBezTo>
                    <a:pt x="6333" y="5382"/>
                    <a:pt x="6530" y="6553"/>
                    <a:pt x="6612" y="6787"/>
                  </a:cubicBezTo>
                  <a:cubicBezTo>
                    <a:pt x="6620" y="6809"/>
                    <a:pt x="6640" y="6821"/>
                    <a:pt x="6660" y="6821"/>
                  </a:cubicBezTo>
                  <a:cubicBezTo>
                    <a:pt x="6674" y="6821"/>
                    <a:pt x="6688" y="6816"/>
                    <a:pt x="6699" y="6803"/>
                  </a:cubicBezTo>
                  <a:cubicBezTo>
                    <a:pt x="6716" y="6783"/>
                    <a:pt x="6733" y="6766"/>
                    <a:pt x="6762" y="6766"/>
                  </a:cubicBezTo>
                  <a:cubicBezTo>
                    <a:pt x="6763" y="6766"/>
                    <a:pt x="6764" y="6766"/>
                    <a:pt x="6766" y="6766"/>
                  </a:cubicBezTo>
                  <a:cubicBezTo>
                    <a:pt x="6928" y="6650"/>
                    <a:pt x="7197" y="6440"/>
                    <a:pt x="7308" y="6246"/>
                  </a:cubicBezTo>
                  <a:cubicBezTo>
                    <a:pt x="7476" y="5959"/>
                    <a:pt x="7446" y="5742"/>
                    <a:pt x="7368" y="5294"/>
                  </a:cubicBezTo>
                  <a:cubicBezTo>
                    <a:pt x="7289" y="4846"/>
                    <a:pt x="6775" y="4608"/>
                    <a:pt x="6379" y="4486"/>
                  </a:cubicBezTo>
                  <a:cubicBezTo>
                    <a:pt x="6379" y="4486"/>
                    <a:pt x="6790" y="4266"/>
                    <a:pt x="6869" y="4015"/>
                  </a:cubicBezTo>
                  <a:cubicBezTo>
                    <a:pt x="6946" y="3764"/>
                    <a:pt x="6791" y="3190"/>
                    <a:pt x="6527" y="2792"/>
                  </a:cubicBezTo>
                  <a:cubicBezTo>
                    <a:pt x="6375" y="2564"/>
                    <a:pt x="5822" y="2539"/>
                    <a:pt x="5822" y="2539"/>
                  </a:cubicBezTo>
                  <a:cubicBezTo>
                    <a:pt x="5822" y="2539"/>
                    <a:pt x="6005" y="2315"/>
                    <a:pt x="6084" y="2051"/>
                  </a:cubicBezTo>
                  <a:cubicBezTo>
                    <a:pt x="6157" y="1814"/>
                    <a:pt x="6075" y="1532"/>
                    <a:pt x="5935" y="1197"/>
                  </a:cubicBezTo>
                  <a:lnTo>
                    <a:pt x="5929" y="1180"/>
                  </a:lnTo>
                  <a:cubicBezTo>
                    <a:pt x="5916" y="1149"/>
                    <a:pt x="5902" y="1119"/>
                    <a:pt x="5889" y="1088"/>
                  </a:cubicBezTo>
                  <a:lnTo>
                    <a:pt x="5889" y="1086"/>
                  </a:lnTo>
                  <a:cubicBezTo>
                    <a:pt x="5884" y="1074"/>
                    <a:pt x="5878" y="1062"/>
                    <a:pt x="5871" y="1049"/>
                  </a:cubicBezTo>
                  <a:cubicBezTo>
                    <a:pt x="5688" y="684"/>
                    <a:pt x="5179" y="412"/>
                    <a:pt x="4757" y="268"/>
                  </a:cubicBezTo>
                  <a:cubicBezTo>
                    <a:pt x="4362" y="131"/>
                    <a:pt x="3641" y="35"/>
                    <a:pt x="2753" y="35"/>
                  </a:cubicBezTo>
                  <a:cubicBezTo>
                    <a:pt x="2663" y="35"/>
                    <a:pt x="2570" y="36"/>
                    <a:pt x="2476" y="38"/>
                  </a:cubicBezTo>
                  <a:cubicBezTo>
                    <a:pt x="2454" y="38"/>
                    <a:pt x="2433" y="39"/>
                    <a:pt x="2410" y="39"/>
                  </a:cubicBezTo>
                  <a:cubicBezTo>
                    <a:pt x="2190" y="39"/>
                    <a:pt x="1906" y="20"/>
                    <a:pt x="1585" y="1"/>
                  </a:cubicBezTo>
                  <a:close/>
                </a:path>
              </a:pathLst>
            </a:custGeom>
            <a:solidFill>
              <a:srgbClr val="975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64"/>
            <p:cNvSpPr/>
            <p:nvPr/>
          </p:nvSpPr>
          <p:spPr>
            <a:xfrm>
              <a:off x="9977175" y="2479163"/>
              <a:ext cx="20975" cy="34275"/>
            </a:xfrm>
            <a:custGeom>
              <a:avLst/>
              <a:gdLst/>
              <a:ahLst/>
              <a:cxnLst/>
              <a:rect l="l" t="t" r="r" b="b"/>
              <a:pathLst>
                <a:path w="839" h="1371" extrusionOk="0">
                  <a:moveTo>
                    <a:pt x="318" y="1"/>
                  </a:moveTo>
                  <a:cubicBezTo>
                    <a:pt x="188" y="1"/>
                    <a:pt x="62" y="87"/>
                    <a:pt x="44" y="254"/>
                  </a:cubicBezTo>
                  <a:cubicBezTo>
                    <a:pt x="0" y="638"/>
                    <a:pt x="47" y="794"/>
                    <a:pt x="97" y="981"/>
                  </a:cubicBezTo>
                  <a:cubicBezTo>
                    <a:pt x="151" y="1179"/>
                    <a:pt x="278" y="1331"/>
                    <a:pt x="485" y="1364"/>
                  </a:cubicBezTo>
                  <a:cubicBezTo>
                    <a:pt x="515" y="1369"/>
                    <a:pt x="543" y="1371"/>
                    <a:pt x="569" y="1371"/>
                  </a:cubicBezTo>
                  <a:cubicBezTo>
                    <a:pt x="802" y="1371"/>
                    <a:pt x="838" y="1188"/>
                    <a:pt x="838" y="1188"/>
                  </a:cubicBezTo>
                  <a:cubicBezTo>
                    <a:pt x="750" y="627"/>
                    <a:pt x="706" y="477"/>
                    <a:pt x="594" y="193"/>
                  </a:cubicBezTo>
                  <a:cubicBezTo>
                    <a:pt x="542" y="64"/>
                    <a:pt x="429" y="1"/>
                    <a:pt x="318" y="1"/>
                  </a:cubicBezTo>
                  <a:close/>
                </a:path>
              </a:pathLst>
            </a:custGeom>
            <a:solidFill>
              <a:srgbClr val="FFB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64"/>
            <p:cNvSpPr/>
            <p:nvPr/>
          </p:nvSpPr>
          <p:spPr>
            <a:xfrm>
              <a:off x="9981600" y="2507813"/>
              <a:ext cx="16550" cy="5675"/>
            </a:xfrm>
            <a:custGeom>
              <a:avLst/>
              <a:gdLst/>
              <a:ahLst/>
              <a:cxnLst/>
              <a:rect l="l" t="t" r="r" b="b"/>
              <a:pathLst>
                <a:path w="662" h="227" extrusionOk="0">
                  <a:moveTo>
                    <a:pt x="658" y="0"/>
                  </a:moveTo>
                  <a:cubicBezTo>
                    <a:pt x="569" y="52"/>
                    <a:pt x="460" y="73"/>
                    <a:pt x="347" y="73"/>
                  </a:cubicBezTo>
                  <a:cubicBezTo>
                    <a:pt x="228" y="73"/>
                    <a:pt x="106" y="50"/>
                    <a:pt x="1" y="15"/>
                  </a:cubicBezTo>
                  <a:lnTo>
                    <a:pt x="1" y="15"/>
                  </a:lnTo>
                  <a:cubicBezTo>
                    <a:pt x="68" y="125"/>
                    <a:pt x="181" y="200"/>
                    <a:pt x="308" y="219"/>
                  </a:cubicBezTo>
                  <a:cubicBezTo>
                    <a:pt x="338" y="224"/>
                    <a:pt x="365" y="226"/>
                    <a:pt x="390" y="226"/>
                  </a:cubicBezTo>
                  <a:cubicBezTo>
                    <a:pt x="625" y="226"/>
                    <a:pt x="661" y="42"/>
                    <a:pt x="661" y="42"/>
                  </a:cubicBezTo>
                  <a:cubicBezTo>
                    <a:pt x="661" y="27"/>
                    <a:pt x="658" y="14"/>
                    <a:pt x="658" y="0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64"/>
            <p:cNvSpPr/>
            <p:nvPr/>
          </p:nvSpPr>
          <p:spPr>
            <a:xfrm>
              <a:off x="9904925" y="2488913"/>
              <a:ext cx="48225" cy="16300"/>
            </a:xfrm>
            <a:custGeom>
              <a:avLst/>
              <a:gdLst/>
              <a:ahLst/>
              <a:cxnLst/>
              <a:rect l="l" t="t" r="r" b="b"/>
              <a:pathLst>
                <a:path w="1929" h="652" extrusionOk="0">
                  <a:moveTo>
                    <a:pt x="1929" y="0"/>
                  </a:moveTo>
                  <a:lnTo>
                    <a:pt x="1929" y="0"/>
                  </a:lnTo>
                  <a:cubicBezTo>
                    <a:pt x="1574" y="56"/>
                    <a:pt x="1218" y="93"/>
                    <a:pt x="862" y="93"/>
                  </a:cubicBezTo>
                  <a:cubicBezTo>
                    <a:pt x="680" y="93"/>
                    <a:pt x="499" y="83"/>
                    <a:pt x="318" y="61"/>
                  </a:cubicBezTo>
                  <a:cubicBezTo>
                    <a:pt x="245" y="111"/>
                    <a:pt x="5" y="298"/>
                    <a:pt x="1" y="565"/>
                  </a:cubicBezTo>
                  <a:cubicBezTo>
                    <a:pt x="23" y="592"/>
                    <a:pt x="42" y="622"/>
                    <a:pt x="62" y="652"/>
                  </a:cubicBezTo>
                  <a:cubicBezTo>
                    <a:pt x="97" y="524"/>
                    <a:pt x="171" y="407"/>
                    <a:pt x="270" y="316"/>
                  </a:cubicBezTo>
                  <a:cubicBezTo>
                    <a:pt x="525" y="82"/>
                    <a:pt x="964" y="149"/>
                    <a:pt x="1286" y="119"/>
                  </a:cubicBezTo>
                  <a:cubicBezTo>
                    <a:pt x="1489" y="102"/>
                    <a:pt x="1689" y="81"/>
                    <a:pt x="1882" y="17"/>
                  </a:cubicBezTo>
                  <a:lnTo>
                    <a:pt x="1929" y="0"/>
                  </a:ln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64"/>
            <p:cNvSpPr/>
            <p:nvPr/>
          </p:nvSpPr>
          <p:spPr>
            <a:xfrm>
              <a:off x="9885350" y="2390488"/>
              <a:ext cx="98700" cy="99675"/>
            </a:xfrm>
            <a:custGeom>
              <a:avLst/>
              <a:gdLst/>
              <a:ahLst/>
              <a:cxnLst/>
              <a:rect l="l" t="t" r="r" b="b"/>
              <a:pathLst>
                <a:path w="3948" h="3987" extrusionOk="0">
                  <a:moveTo>
                    <a:pt x="3948" y="1651"/>
                  </a:moveTo>
                  <a:lnTo>
                    <a:pt x="3948" y="1651"/>
                  </a:lnTo>
                  <a:cubicBezTo>
                    <a:pt x="3948" y="1651"/>
                    <a:pt x="3948" y="1651"/>
                    <a:pt x="3948" y="1651"/>
                  </a:cubicBezTo>
                  <a:lnTo>
                    <a:pt x="3948" y="1651"/>
                  </a:lnTo>
                  <a:cubicBezTo>
                    <a:pt x="3948" y="1651"/>
                    <a:pt x="3948" y="1651"/>
                    <a:pt x="3948" y="1651"/>
                  </a:cubicBezTo>
                  <a:close/>
                  <a:moveTo>
                    <a:pt x="1" y="0"/>
                  </a:moveTo>
                  <a:lnTo>
                    <a:pt x="29" y="47"/>
                  </a:lnTo>
                  <a:cubicBezTo>
                    <a:pt x="47" y="75"/>
                    <a:pt x="72" y="120"/>
                    <a:pt x="105" y="175"/>
                  </a:cubicBezTo>
                  <a:cubicBezTo>
                    <a:pt x="138" y="229"/>
                    <a:pt x="172" y="299"/>
                    <a:pt x="212" y="378"/>
                  </a:cubicBezTo>
                  <a:cubicBezTo>
                    <a:pt x="253" y="457"/>
                    <a:pt x="294" y="548"/>
                    <a:pt x="344" y="643"/>
                  </a:cubicBezTo>
                  <a:cubicBezTo>
                    <a:pt x="364" y="694"/>
                    <a:pt x="387" y="745"/>
                    <a:pt x="411" y="798"/>
                  </a:cubicBezTo>
                  <a:cubicBezTo>
                    <a:pt x="433" y="852"/>
                    <a:pt x="457" y="907"/>
                    <a:pt x="479" y="965"/>
                  </a:cubicBezTo>
                  <a:cubicBezTo>
                    <a:pt x="502" y="1023"/>
                    <a:pt x="527" y="1082"/>
                    <a:pt x="549" y="1141"/>
                  </a:cubicBezTo>
                  <a:cubicBezTo>
                    <a:pt x="564" y="1180"/>
                    <a:pt x="578" y="1220"/>
                    <a:pt x="593" y="1261"/>
                  </a:cubicBezTo>
                  <a:cubicBezTo>
                    <a:pt x="526" y="1462"/>
                    <a:pt x="517" y="1674"/>
                    <a:pt x="555" y="1812"/>
                  </a:cubicBezTo>
                  <a:cubicBezTo>
                    <a:pt x="648" y="2139"/>
                    <a:pt x="845" y="2275"/>
                    <a:pt x="903" y="2309"/>
                  </a:cubicBezTo>
                  <a:cubicBezTo>
                    <a:pt x="903" y="2307"/>
                    <a:pt x="901" y="2304"/>
                    <a:pt x="900" y="2303"/>
                  </a:cubicBezTo>
                  <a:lnTo>
                    <a:pt x="900" y="2303"/>
                  </a:lnTo>
                  <a:cubicBezTo>
                    <a:pt x="913" y="2313"/>
                    <a:pt x="921" y="2318"/>
                    <a:pt x="921" y="2318"/>
                  </a:cubicBezTo>
                  <a:cubicBezTo>
                    <a:pt x="921" y="2318"/>
                    <a:pt x="442" y="2726"/>
                    <a:pt x="534" y="3368"/>
                  </a:cubicBezTo>
                  <a:cubicBezTo>
                    <a:pt x="606" y="3867"/>
                    <a:pt x="1095" y="3976"/>
                    <a:pt x="1150" y="3986"/>
                  </a:cubicBezTo>
                  <a:cubicBezTo>
                    <a:pt x="1158" y="3973"/>
                    <a:pt x="854" y="3815"/>
                    <a:pt x="757" y="3342"/>
                  </a:cubicBezTo>
                  <a:cubicBezTo>
                    <a:pt x="658" y="2869"/>
                    <a:pt x="1094" y="2459"/>
                    <a:pt x="1094" y="2459"/>
                  </a:cubicBezTo>
                  <a:cubicBezTo>
                    <a:pt x="1190" y="2477"/>
                    <a:pt x="1298" y="2486"/>
                    <a:pt x="1417" y="2486"/>
                  </a:cubicBezTo>
                  <a:cubicBezTo>
                    <a:pt x="1867" y="2486"/>
                    <a:pt x="2486" y="2356"/>
                    <a:pt x="3322" y="2067"/>
                  </a:cubicBezTo>
                  <a:cubicBezTo>
                    <a:pt x="3638" y="1959"/>
                    <a:pt x="3926" y="1664"/>
                    <a:pt x="3948" y="1651"/>
                  </a:cubicBezTo>
                  <a:lnTo>
                    <a:pt x="3948" y="1651"/>
                  </a:lnTo>
                  <a:cubicBezTo>
                    <a:pt x="3723" y="1778"/>
                    <a:pt x="3514" y="1902"/>
                    <a:pt x="2597" y="2145"/>
                  </a:cubicBezTo>
                  <a:cubicBezTo>
                    <a:pt x="2232" y="2242"/>
                    <a:pt x="1774" y="2362"/>
                    <a:pt x="1388" y="2362"/>
                  </a:cubicBezTo>
                  <a:cubicBezTo>
                    <a:pt x="1189" y="2362"/>
                    <a:pt x="1008" y="2330"/>
                    <a:pt x="870" y="2246"/>
                  </a:cubicBezTo>
                  <a:cubicBezTo>
                    <a:pt x="725" y="1961"/>
                    <a:pt x="633" y="1638"/>
                    <a:pt x="706" y="1322"/>
                  </a:cubicBezTo>
                  <a:cubicBezTo>
                    <a:pt x="763" y="1068"/>
                    <a:pt x="933" y="870"/>
                    <a:pt x="1132" y="712"/>
                  </a:cubicBezTo>
                  <a:lnTo>
                    <a:pt x="1132" y="712"/>
                  </a:lnTo>
                  <a:cubicBezTo>
                    <a:pt x="1080" y="733"/>
                    <a:pt x="1034" y="752"/>
                    <a:pt x="995" y="770"/>
                  </a:cubicBezTo>
                  <a:cubicBezTo>
                    <a:pt x="889" y="818"/>
                    <a:pt x="800" y="892"/>
                    <a:pt x="731" y="986"/>
                  </a:cubicBezTo>
                  <a:cubicBezTo>
                    <a:pt x="712" y="947"/>
                    <a:pt x="691" y="910"/>
                    <a:pt x="672" y="873"/>
                  </a:cubicBezTo>
                  <a:cubicBezTo>
                    <a:pt x="612" y="759"/>
                    <a:pt x="543" y="658"/>
                    <a:pt x="485" y="564"/>
                  </a:cubicBezTo>
                  <a:cubicBezTo>
                    <a:pt x="421" y="472"/>
                    <a:pt x="363" y="388"/>
                    <a:pt x="303" y="318"/>
                  </a:cubicBezTo>
                  <a:cubicBezTo>
                    <a:pt x="248" y="247"/>
                    <a:pt x="193" y="188"/>
                    <a:pt x="150" y="141"/>
                  </a:cubicBezTo>
                  <a:cubicBezTo>
                    <a:pt x="104" y="91"/>
                    <a:pt x="53" y="45"/>
                    <a:pt x="1" y="0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64"/>
            <p:cNvSpPr/>
            <p:nvPr/>
          </p:nvSpPr>
          <p:spPr>
            <a:xfrm>
              <a:off x="9911925" y="2539638"/>
              <a:ext cx="97625" cy="68325"/>
            </a:xfrm>
            <a:custGeom>
              <a:avLst/>
              <a:gdLst/>
              <a:ahLst/>
              <a:cxnLst/>
              <a:rect l="l" t="t" r="r" b="b"/>
              <a:pathLst>
                <a:path w="3905" h="2733" extrusionOk="0">
                  <a:moveTo>
                    <a:pt x="3700" y="1"/>
                  </a:moveTo>
                  <a:lnTo>
                    <a:pt x="3700" y="1"/>
                  </a:lnTo>
                  <a:cubicBezTo>
                    <a:pt x="3730" y="227"/>
                    <a:pt x="3759" y="454"/>
                    <a:pt x="3777" y="681"/>
                  </a:cubicBezTo>
                  <a:cubicBezTo>
                    <a:pt x="3785" y="793"/>
                    <a:pt x="3790" y="906"/>
                    <a:pt x="3787" y="1016"/>
                  </a:cubicBezTo>
                  <a:cubicBezTo>
                    <a:pt x="3787" y="1045"/>
                    <a:pt x="3785" y="1071"/>
                    <a:pt x="3782" y="1098"/>
                  </a:cubicBezTo>
                  <a:cubicBezTo>
                    <a:pt x="3780" y="1124"/>
                    <a:pt x="3775" y="1147"/>
                    <a:pt x="3769" y="1171"/>
                  </a:cubicBezTo>
                  <a:cubicBezTo>
                    <a:pt x="3756" y="1220"/>
                    <a:pt x="3735" y="1268"/>
                    <a:pt x="3708" y="1311"/>
                  </a:cubicBezTo>
                  <a:cubicBezTo>
                    <a:pt x="3650" y="1401"/>
                    <a:pt x="3580" y="1483"/>
                    <a:pt x="3498" y="1552"/>
                  </a:cubicBezTo>
                  <a:cubicBezTo>
                    <a:pt x="3414" y="1623"/>
                    <a:pt x="3325" y="1687"/>
                    <a:pt x="3231" y="1745"/>
                  </a:cubicBezTo>
                  <a:cubicBezTo>
                    <a:pt x="3040" y="1863"/>
                    <a:pt x="2840" y="1962"/>
                    <a:pt x="2631" y="2044"/>
                  </a:cubicBezTo>
                  <a:cubicBezTo>
                    <a:pt x="2527" y="2085"/>
                    <a:pt x="2421" y="2123"/>
                    <a:pt x="2315" y="2154"/>
                  </a:cubicBezTo>
                  <a:cubicBezTo>
                    <a:pt x="2288" y="2161"/>
                    <a:pt x="2261" y="2169"/>
                    <a:pt x="2235" y="2176"/>
                  </a:cubicBezTo>
                  <a:lnTo>
                    <a:pt x="2153" y="2196"/>
                  </a:lnTo>
                  <a:cubicBezTo>
                    <a:pt x="2097" y="2209"/>
                    <a:pt x="2041" y="2224"/>
                    <a:pt x="1986" y="2239"/>
                  </a:cubicBezTo>
                  <a:cubicBezTo>
                    <a:pt x="1874" y="2270"/>
                    <a:pt x="1763" y="2303"/>
                    <a:pt x="1655" y="2340"/>
                  </a:cubicBezTo>
                  <a:cubicBezTo>
                    <a:pt x="1546" y="2378"/>
                    <a:pt x="1438" y="2415"/>
                    <a:pt x="1329" y="2452"/>
                  </a:cubicBezTo>
                  <a:cubicBezTo>
                    <a:pt x="1276" y="2470"/>
                    <a:pt x="1222" y="2488"/>
                    <a:pt x="1168" y="2506"/>
                  </a:cubicBezTo>
                  <a:cubicBezTo>
                    <a:pt x="1115" y="2524"/>
                    <a:pt x="1061" y="2540"/>
                    <a:pt x="1006" y="2557"/>
                  </a:cubicBezTo>
                  <a:cubicBezTo>
                    <a:pt x="899" y="2589"/>
                    <a:pt x="788" y="2616"/>
                    <a:pt x="678" y="2639"/>
                  </a:cubicBezTo>
                  <a:cubicBezTo>
                    <a:pt x="454" y="2683"/>
                    <a:pt x="229" y="2710"/>
                    <a:pt x="1" y="2718"/>
                  </a:cubicBezTo>
                  <a:cubicBezTo>
                    <a:pt x="104" y="2728"/>
                    <a:pt x="206" y="2733"/>
                    <a:pt x="309" y="2733"/>
                  </a:cubicBezTo>
                  <a:cubicBezTo>
                    <a:pt x="436" y="2733"/>
                    <a:pt x="563" y="2725"/>
                    <a:pt x="690" y="2710"/>
                  </a:cubicBezTo>
                  <a:cubicBezTo>
                    <a:pt x="918" y="2679"/>
                    <a:pt x="1143" y="2630"/>
                    <a:pt x="1364" y="2561"/>
                  </a:cubicBezTo>
                  <a:lnTo>
                    <a:pt x="1693" y="2466"/>
                  </a:lnTo>
                  <a:cubicBezTo>
                    <a:pt x="1802" y="2434"/>
                    <a:pt x="1911" y="2404"/>
                    <a:pt x="2021" y="2378"/>
                  </a:cubicBezTo>
                  <a:cubicBezTo>
                    <a:pt x="2077" y="2366"/>
                    <a:pt x="2130" y="2352"/>
                    <a:pt x="2185" y="2340"/>
                  </a:cubicBezTo>
                  <a:lnTo>
                    <a:pt x="2227" y="2331"/>
                  </a:lnTo>
                  <a:cubicBezTo>
                    <a:pt x="2242" y="2328"/>
                    <a:pt x="2257" y="2325"/>
                    <a:pt x="2270" y="2322"/>
                  </a:cubicBezTo>
                  <a:cubicBezTo>
                    <a:pt x="2300" y="2315"/>
                    <a:pt x="2329" y="2308"/>
                    <a:pt x="2357" y="2300"/>
                  </a:cubicBezTo>
                  <a:cubicBezTo>
                    <a:pt x="2469" y="2269"/>
                    <a:pt x="2579" y="2232"/>
                    <a:pt x="2688" y="2190"/>
                  </a:cubicBezTo>
                  <a:cubicBezTo>
                    <a:pt x="2797" y="2147"/>
                    <a:pt x="2904" y="2100"/>
                    <a:pt x="3009" y="2048"/>
                  </a:cubicBezTo>
                  <a:cubicBezTo>
                    <a:pt x="3113" y="1996"/>
                    <a:pt x="3214" y="1938"/>
                    <a:pt x="3313" y="1875"/>
                  </a:cubicBezTo>
                  <a:cubicBezTo>
                    <a:pt x="3413" y="1811"/>
                    <a:pt x="3507" y="1739"/>
                    <a:pt x="3595" y="1660"/>
                  </a:cubicBezTo>
                  <a:cubicBezTo>
                    <a:pt x="3686" y="1578"/>
                    <a:pt x="3763" y="1484"/>
                    <a:pt x="3824" y="1379"/>
                  </a:cubicBezTo>
                  <a:cubicBezTo>
                    <a:pt x="3854" y="1323"/>
                    <a:pt x="3878" y="1264"/>
                    <a:pt x="3891" y="1201"/>
                  </a:cubicBezTo>
                  <a:cubicBezTo>
                    <a:pt x="3899" y="1170"/>
                    <a:pt x="3902" y="1137"/>
                    <a:pt x="3903" y="1106"/>
                  </a:cubicBezTo>
                  <a:cubicBezTo>
                    <a:pt x="3905" y="1076"/>
                    <a:pt x="3905" y="1046"/>
                    <a:pt x="3903" y="1016"/>
                  </a:cubicBezTo>
                  <a:cubicBezTo>
                    <a:pt x="3897" y="900"/>
                    <a:pt x="3885" y="784"/>
                    <a:pt x="3865" y="670"/>
                  </a:cubicBezTo>
                  <a:cubicBezTo>
                    <a:pt x="3824" y="444"/>
                    <a:pt x="3771" y="220"/>
                    <a:pt x="3700" y="1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64"/>
            <p:cNvSpPr/>
            <p:nvPr/>
          </p:nvSpPr>
          <p:spPr>
            <a:xfrm>
              <a:off x="10289650" y="2367063"/>
              <a:ext cx="440175" cy="241325"/>
            </a:xfrm>
            <a:custGeom>
              <a:avLst/>
              <a:gdLst/>
              <a:ahLst/>
              <a:cxnLst/>
              <a:rect l="l" t="t" r="r" b="b"/>
              <a:pathLst>
                <a:path w="17607" h="9653" extrusionOk="0">
                  <a:moveTo>
                    <a:pt x="7769" y="1"/>
                  </a:moveTo>
                  <a:cubicBezTo>
                    <a:pt x="6950" y="1"/>
                    <a:pt x="6190" y="87"/>
                    <a:pt x="5715" y="87"/>
                  </a:cubicBezTo>
                  <a:cubicBezTo>
                    <a:pt x="5689" y="87"/>
                    <a:pt x="5664" y="87"/>
                    <a:pt x="5640" y="86"/>
                  </a:cubicBezTo>
                  <a:cubicBezTo>
                    <a:pt x="5562" y="84"/>
                    <a:pt x="5485" y="84"/>
                    <a:pt x="5409" y="84"/>
                  </a:cubicBezTo>
                  <a:cubicBezTo>
                    <a:pt x="4491" y="84"/>
                    <a:pt x="3705" y="196"/>
                    <a:pt x="3302" y="335"/>
                  </a:cubicBezTo>
                  <a:cubicBezTo>
                    <a:pt x="2865" y="486"/>
                    <a:pt x="2392" y="753"/>
                    <a:pt x="2225" y="1137"/>
                  </a:cubicBezTo>
                  <a:cubicBezTo>
                    <a:pt x="2058" y="1522"/>
                    <a:pt x="1950" y="1838"/>
                    <a:pt x="2030" y="2102"/>
                  </a:cubicBezTo>
                  <a:cubicBezTo>
                    <a:pt x="2109" y="2365"/>
                    <a:pt x="2293" y="2588"/>
                    <a:pt x="2293" y="2588"/>
                  </a:cubicBezTo>
                  <a:cubicBezTo>
                    <a:pt x="2293" y="2588"/>
                    <a:pt x="1739" y="2614"/>
                    <a:pt x="1587" y="2842"/>
                  </a:cubicBezTo>
                  <a:cubicBezTo>
                    <a:pt x="1323" y="3240"/>
                    <a:pt x="1168" y="3815"/>
                    <a:pt x="1247" y="4064"/>
                  </a:cubicBezTo>
                  <a:cubicBezTo>
                    <a:pt x="1326" y="4315"/>
                    <a:pt x="1735" y="4536"/>
                    <a:pt x="1735" y="4536"/>
                  </a:cubicBezTo>
                  <a:cubicBezTo>
                    <a:pt x="1340" y="4658"/>
                    <a:pt x="824" y="4895"/>
                    <a:pt x="746" y="5344"/>
                  </a:cubicBezTo>
                  <a:cubicBezTo>
                    <a:pt x="669" y="5791"/>
                    <a:pt x="639" y="6009"/>
                    <a:pt x="806" y="6295"/>
                  </a:cubicBezTo>
                  <a:cubicBezTo>
                    <a:pt x="971" y="6582"/>
                    <a:pt x="1478" y="6904"/>
                    <a:pt x="1478" y="6904"/>
                  </a:cubicBezTo>
                  <a:cubicBezTo>
                    <a:pt x="287" y="7183"/>
                    <a:pt x="148" y="7548"/>
                    <a:pt x="108" y="8055"/>
                  </a:cubicBezTo>
                  <a:cubicBezTo>
                    <a:pt x="1" y="9433"/>
                    <a:pt x="1516" y="9558"/>
                    <a:pt x="2770" y="9628"/>
                  </a:cubicBezTo>
                  <a:cubicBezTo>
                    <a:pt x="3079" y="9646"/>
                    <a:pt x="3412" y="9652"/>
                    <a:pt x="3738" y="9652"/>
                  </a:cubicBezTo>
                  <a:cubicBezTo>
                    <a:pt x="4736" y="9652"/>
                    <a:pt x="5675" y="9590"/>
                    <a:pt x="5706" y="9588"/>
                  </a:cubicBezTo>
                  <a:cubicBezTo>
                    <a:pt x="7846" y="9466"/>
                    <a:pt x="10518" y="6907"/>
                    <a:pt x="10983" y="6559"/>
                  </a:cubicBezTo>
                  <a:cubicBezTo>
                    <a:pt x="11319" y="6310"/>
                    <a:pt x="11936" y="6230"/>
                    <a:pt x="12747" y="6230"/>
                  </a:cubicBezTo>
                  <a:cubicBezTo>
                    <a:pt x="13062" y="6230"/>
                    <a:pt x="13406" y="6242"/>
                    <a:pt x="13775" y="6261"/>
                  </a:cubicBezTo>
                  <a:cubicBezTo>
                    <a:pt x="14499" y="6298"/>
                    <a:pt x="15290" y="6344"/>
                    <a:pt x="16137" y="6382"/>
                  </a:cubicBezTo>
                  <a:cubicBezTo>
                    <a:pt x="16240" y="6386"/>
                    <a:pt x="16830" y="6435"/>
                    <a:pt x="17607" y="6495"/>
                  </a:cubicBezTo>
                  <a:lnTo>
                    <a:pt x="17607" y="128"/>
                  </a:lnTo>
                  <a:cubicBezTo>
                    <a:pt x="16501" y="277"/>
                    <a:pt x="15698" y="384"/>
                    <a:pt x="15516" y="407"/>
                  </a:cubicBezTo>
                  <a:cubicBezTo>
                    <a:pt x="13316" y="683"/>
                    <a:pt x="12024" y="740"/>
                    <a:pt x="11329" y="740"/>
                  </a:cubicBezTo>
                  <a:cubicBezTo>
                    <a:pt x="10834" y="740"/>
                    <a:pt x="10643" y="711"/>
                    <a:pt x="10643" y="711"/>
                  </a:cubicBezTo>
                  <a:cubicBezTo>
                    <a:pt x="9875" y="131"/>
                    <a:pt x="8777" y="1"/>
                    <a:pt x="7769" y="1"/>
                  </a:cubicBezTo>
                  <a:close/>
                </a:path>
              </a:pathLst>
            </a:custGeom>
            <a:solidFill>
              <a:srgbClr val="C379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64"/>
            <p:cNvSpPr/>
            <p:nvPr/>
          </p:nvSpPr>
          <p:spPr>
            <a:xfrm>
              <a:off x="10361975" y="2523513"/>
              <a:ext cx="14625" cy="42925"/>
            </a:xfrm>
            <a:custGeom>
              <a:avLst/>
              <a:gdLst/>
              <a:ahLst/>
              <a:cxnLst/>
              <a:rect l="l" t="t" r="r" b="b"/>
              <a:pathLst>
                <a:path w="585" h="1717" extrusionOk="0">
                  <a:moveTo>
                    <a:pt x="569" y="0"/>
                  </a:moveTo>
                  <a:cubicBezTo>
                    <a:pt x="561" y="37"/>
                    <a:pt x="554" y="76"/>
                    <a:pt x="546" y="113"/>
                  </a:cubicBezTo>
                  <a:cubicBezTo>
                    <a:pt x="487" y="406"/>
                    <a:pt x="391" y="687"/>
                    <a:pt x="303" y="971"/>
                  </a:cubicBezTo>
                  <a:cubicBezTo>
                    <a:pt x="226" y="1221"/>
                    <a:pt x="164" y="1488"/>
                    <a:pt x="6" y="1701"/>
                  </a:cubicBezTo>
                  <a:lnTo>
                    <a:pt x="0" y="1716"/>
                  </a:lnTo>
                  <a:cubicBezTo>
                    <a:pt x="0" y="1716"/>
                    <a:pt x="33" y="1693"/>
                    <a:pt x="87" y="1645"/>
                  </a:cubicBezTo>
                  <a:cubicBezTo>
                    <a:pt x="118" y="1615"/>
                    <a:pt x="150" y="1584"/>
                    <a:pt x="176" y="1551"/>
                  </a:cubicBezTo>
                  <a:cubicBezTo>
                    <a:pt x="214" y="1509"/>
                    <a:pt x="248" y="1464"/>
                    <a:pt x="279" y="1418"/>
                  </a:cubicBezTo>
                  <a:cubicBezTo>
                    <a:pt x="317" y="1361"/>
                    <a:pt x="349" y="1303"/>
                    <a:pt x="379" y="1245"/>
                  </a:cubicBezTo>
                  <a:cubicBezTo>
                    <a:pt x="394" y="1212"/>
                    <a:pt x="412" y="1180"/>
                    <a:pt x="425" y="1145"/>
                  </a:cubicBezTo>
                  <a:cubicBezTo>
                    <a:pt x="440" y="1111"/>
                    <a:pt x="452" y="1075"/>
                    <a:pt x="466" y="1038"/>
                  </a:cubicBezTo>
                  <a:cubicBezTo>
                    <a:pt x="479" y="1002"/>
                    <a:pt x="491" y="965"/>
                    <a:pt x="501" y="926"/>
                  </a:cubicBezTo>
                  <a:cubicBezTo>
                    <a:pt x="513" y="889"/>
                    <a:pt x="522" y="848"/>
                    <a:pt x="530" y="810"/>
                  </a:cubicBezTo>
                  <a:cubicBezTo>
                    <a:pt x="539" y="771"/>
                    <a:pt x="548" y="731"/>
                    <a:pt x="554" y="690"/>
                  </a:cubicBezTo>
                  <a:cubicBezTo>
                    <a:pt x="560" y="650"/>
                    <a:pt x="564" y="610"/>
                    <a:pt x="570" y="568"/>
                  </a:cubicBezTo>
                  <a:cubicBezTo>
                    <a:pt x="578" y="488"/>
                    <a:pt x="584" y="407"/>
                    <a:pt x="584" y="327"/>
                  </a:cubicBezTo>
                  <a:cubicBezTo>
                    <a:pt x="585" y="249"/>
                    <a:pt x="584" y="170"/>
                    <a:pt x="576" y="92"/>
                  </a:cubicBezTo>
                  <a:cubicBezTo>
                    <a:pt x="575" y="61"/>
                    <a:pt x="572" y="30"/>
                    <a:pt x="569" y="0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64"/>
            <p:cNvSpPr/>
            <p:nvPr/>
          </p:nvSpPr>
          <p:spPr>
            <a:xfrm>
              <a:off x="10305600" y="2368238"/>
              <a:ext cx="186950" cy="176100"/>
            </a:xfrm>
            <a:custGeom>
              <a:avLst/>
              <a:gdLst/>
              <a:ahLst/>
              <a:cxnLst/>
              <a:rect l="l" t="t" r="r" b="b"/>
              <a:pathLst>
                <a:path w="7478" h="7044" extrusionOk="0">
                  <a:moveTo>
                    <a:pt x="3298" y="565"/>
                  </a:moveTo>
                  <a:cubicBezTo>
                    <a:pt x="3299" y="567"/>
                    <a:pt x="3299" y="568"/>
                    <a:pt x="3301" y="570"/>
                  </a:cubicBezTo>
                  <a:cubicBezTo>
                    <a:pt x="3320" y="595"/>
                    <a:pt x="3347" y="630"/>
                    <a:pt x="3375" y="673"/>
                  </a:cubicBezTo>
                  <a:cubicBezTo>
                    <a:pt x="3390" y="694"/>
                    <a:pt x="3402" y="717"/>
                    <a:pt x="3419" y="741"/>
                  </a:cubicBezTo>
                  <a:cubicBezTo>
                    <a:pt x="3433" y="764"/>
                    <a:pt x="3447" y="791"/>
                    <a:pt x="3459" y="819"/>
                  </a:cubicBezTo>
                  <a:cubicBezTo>
                    <a:pt x="3466" y="832"/>
                    <a:pt x="3472" y="846"/>
                    <a:pt x="3480" y="859"/>
                  </a:cubicBezTo>
                  <a:cubicBezTo>
                    <a:pt x="3487" y="873"/>
                    <a:pt x="3492" y="887"/>
                    <a:pt x="3498" y="902"/>
                  </a:cubicBezTo>
                  <a:cubicBezTo>
                    <a:pt x="3511" y="931"/>
                    <a:pt x="3520" y="961"/>
                    <a:pt x="3530" y="990"/>
                  </a:cubicBezTo>
                  <a:cubicBezTo>
                    <a:pt x="3539" y="1022"/>
                    <a:pt x="3548" y="1052"/>
                    <a:pt x="3557" y="1081"/>
                  </a:cubicBezTo>
                  <a:cubicBezTo>
                    <a:pt x="3562" y="1113"/>
                    <a:pt x="3571" y="1142"/>
                    <a:pt x="3577" y="1174"/>
                  </a:cubicBezTo>
                  <a:cubicBezTo>
                    <a:pt x="3583" y="1204"/>
                    <a:pt x="3584" y="1232"/>
                    <a:pt x="3590" y="1259"/>
                  </a:cubicBezTo>
                  <a:cubicBezTo>
                    <a:pt x="3390" y="1177"/>
                    <a:pt x="3225" y="1101"/>
                    <a:pt x="3159" y="1049"/>
                  </a:cubicBezTo>
                  <a:cubicBezTo>
                    <a:pt x="3131" y="1028"/>
                    <a:pt x="3099" y="1004"/>
                    <a:pt x="3064" y="981"/>
                  </a:cubicBezTo>
                  <a:cubicBezTo>
                    <a:pt x="3062" y="832"/>
                    <a:pt x="3158" y="677"/>
                    <a:pt x="3298" y="565"/>
                  </a:cubicBezTo>
                  <a:close/>
                  <a:moveTo>
                    <a:pt x="3940" y="6629"/>
                  </a:moveTo>
                  <a:cubicBezTo>
                    <a:pt x="3969" y="6643"/>
                    <a:pt x="3997" y="6658"/>
                    <a:pt x="4024" y="6675"/>
                  </a:cubicBezTo>
                  <a:lnTo>
                    <a:pt x="4023" y="6676"/>
                  </a:lnTo>
                  <a:cubicBezTo>
                    <a:pt x="4012" y="6672"/>
                    <a:pt x="4002" y="6666"/>
                    <a:pt x="3993" y="6661"/>
                  </a:cubicBezTo>
                  <a:cubicBezTo>
                    <a:pt x="3975" y="6651"/>
                    <a:pt x="3957" y="6640"/>
                    <a:pt x="3940" y="6629"/>
                  </a:cubicBezTo>
                  <a:close/>
                  <a:moveTo>
                    <a:pt x="5891" y="0"/>
                  </a:moveTo>
                  <a:lnTo>
                    <a:pt x="5891" y="0"/>
                  </a:lnTo>
                  <a:cubicBezTo>
                    <a:pt x="5572" y="20"/>
                    <a:pt x="5290" y="38"/>
                    <a:pt x="5070" y="38"/>
                  </a:cubicBezTo>
                  <a:cubicBezTo>
                    <a:pt x="5046" y="38"/>
                    <a:pt x="5023" y="38"/>
                    <a:pt x="5001" y="38"/>
                  </a:cubicBezTo>
                  <a:cubicBezTo>
                    <a:pt x="4907" y="35"/>
                    <a:pt x="4816" y="34"/>
                    <a:pt x="4726" y="34"/>
                  </a:cubicBezTo>
                  <a:cubicBezTo>
                    <a:pt x="3837" y="34"/>
                    <a:pt x="3114" y="132"/>
                    <a:pt x="2718" y="267"/>
                  </a:cubicBezTo>
                  <a:cubicBezTo>
                    <a:pt x="2297" y="413"/>
                    <a:pt x="1789" y="685"/>
                    <a:pt x="1605" y="1050"/>
                  </a:cubicBezTo>
                  <a:cubicBezTo>
                    <a:pt x="1598" y="1062"/>
                    <a:pt x="1592" y="1074"/>
                    <a:pt x="1586" y="1087"/>
                  </a:cubicBezTo>
                  <a:lnTo>
                    <a:pt x="1586" y="1089"/>
                  </a:lnTo>
                  <a:cubicBezTo>
                    <a:pt x="1572" y="1119"/>
                    <a:pt x="1561" y="1150"/>
                    <a:pt x="1547" y="1180"/>
                  </a:cubicBezTo>
                  <a:lnTo>
                    <a:pt x="1541" y="1196"/>
                  </a:lnTo>
                  <a:cubicBezTo>
                    <a:pt x="1401" y="1532"/>
                    <a:pt x="1320" y="1815"/>
                    <a:pt x="1392" y="2052"/>
                  </a:cubicBezTo>
                  <a:cubicBezTo>
                    <a:pt x="1471" y="2315"/>
                    <a:pt x="1655" y="2540"/>
                    <a:pt x="1655" y="2540"/>
                  </a:cubicBezTo>
                  <a:cubicBezTo>
                    <a:pt x="1655" y="2540"/>
                    <a:pt x="1100" y="2564"/>
                    <a:pt x="949" y="2792"/>
                  </a:cubicBezTo>
                  <a:cubicBezTo>
                    <a:pt x="685" y="3191"/>
                    <a:pt x="529" y="3765"/>
                    <a:pt x="608" y="4014"/>
                  </a:cubicBezTo>
                  <a:cubicBezTo>
                    <a:pt x="687" y="4265"/>
                    <a:pt x="1097" y="4486"/>
                    <a:pt x="1097" y="4486"/>
                  </a:cubicBezTo>
                  <a:cubicBezTo>
                    <a:pt x="702" y="4609"/>
                    <a:pt x="186" y="4847"/>
                    <a:pt x="108" y="5294"/>
                  </a:cubicBezTo>
                  <a:cubicBezTo>
                    <a:pt x="31" y="5743"/>
                    <a:pt x="1" y="5959"/>
                    <a:pt x="166" y="6245"/>
                  </a:cubicBezTo>
                  <a:cubicBezTo>
                    <a:pt x="278" y="6441"/>
                    <a:pt x="548" y="6651"/>
                    <a:pt x="711" y="6766"/>
                  </a:cubicBezTo>
                  <a:cubicBezTo>
                    <a:pt x="712" y="6766"/>
                    <a:pt x="713" y="6766"/>
                    <a:pt x="714" y="6766"/>
                  </a:cubicBezTo>
                  <a:cubicBezTo>
                    <a:pt x="743" y="6766"/>
                    <a:pt x="760" y="6783"/>
                    <a:pt x="776" y="6803"/>
                  </a:cubicBezTo>
                  <a:cubicBezTo>
                    <a:pt x="787" y="6815"/>
                    <a:pt x="801" y="6821"/>
                    <a:pt x="815" y="6821"/>
                  </a:cubicBezTo>
                  <a:cubicBezTo>
                    <a:pt x="836" y="6821"/>
                    <a:pt x="856" y="6809"/>
                    <a:pt x="864" y="6787"/>
                  </a:cubicBezTo>
                  <a:cubicBezTo>
                    <a:pt x="946" y="6554"/>
                    <a:pt x="1143" y="5382"/>
                    <a:pt x="1143" y="5382"/>
                  </a:cubicBezTo>
                  <a:cubicBezTo>
                    <a:pt x="1143" y="5382"/>
                    <a:pt x="1346" y="4378"/>
                    <a:pt x="1892" y="4378"/>
                  </a:cubicBezTo>
                  <a:cubicBezTo>
                    <a:pt x="1911" y="4378"/>
                    <a:pt x="1929" y="4379"/>
                    <a:pt x="1948" y="4381"/>
                  </a:cubicBezTo>
                  <a:cubicBezTo>
                    <a:pt x="2166" y="4436"/>
                    <a:pt x="2603" y="4686"/>
                    <a:pt x="2756" y="5504"/>
                  </a:cubicBezTo>
                  <a:cubicBezTo>
                    <a:pt x="2828" y="5886"/>
                    <a:pt x="2867" y="6126"/>
                    <a:pt x="2831" y="6465"/>
                  </a:cubicBezTo>
                  <a:cubicBezTo>
                    <a:pt x="2938" y="6439"/>
                    <a:pt x="3053" y="6428"/>
                    <a:pt x="3169" y="6428"/>
                  </a:cubicBezTo>
                  <a:cubicBezTo>
                    <a:pt x="3502" y="6428"/>
                    <a:pt x="3831" y="6520"/>
                    <a:pt x="3930" y="6621"/>
                  </a:cubicBezTo>
                  <a:cubicBezTo>
                    <a:pt x="3932" y="6624"/>
                    <a:pt x="4136" y="6854"/>
                    <a:pt x="4252" y="6895"/>
                  </a:cubicBezTo>
                  <a:cubicBezTo>
                    <a:pt x="4300" y="6918"/>
                    <a:pt x="4349" y="6937"/>
                    <a:pt x="4398" y="6954"/>
                  </a:cubicBezTo>
                  <a:cubicBezTo>
                    <a:pt x="4452" y="6973"/>
                    <a:pt x="4506" y="6986"/>
                    <a:pt x="4559" y="6998"/>
                  </a:cubicBezTo>
                  <a:cubicBezTo>
                    <a:pt x="4616" y="7012"/>
                    <a:pt x="4673" y="7021"/>
                    <a:pt x="4729" y="7028"/>
                  </a:cubicBezTo>
                  <a:cubicBezTo>
                    <a:pt x="4786" y="7037"/>
                    <a:pt x="4843" y="7037"/>
                    <a:pt x="4899" y="7040"/>
                  </a:cubicBezTo>
                  <a:cubicBezTo>
                    <a:pt x="4927" y="7042"/>
                    <a:pt x="4954" y="7043"/>
                    <a:pt x="4982" y="7043"/>
                  </a:cubicBezTo>
                  <a:cubicBezTo>
                    <a:pt x="5010" y="7043"/>
                    <a:pt x="5037" y="7042"/>
                    <a:pt x="5065" y="7040"/>
                  </a:cubicBezTo>
                  <a:cubicBezTo>
                    <a:pt x="5116" y="7040"/>
                    <a:pt x="5166" y="7037"/>
                    <a:pt x="5217" y="7031"/>
                  </a:cubicBezTo>
                  <a:cubicBezTo>
                    <a:pt x="5265" y="7025"/>
                    <a:pt x="5311" y="7018"/>
                    <a:pt x="5353" y="7012"/>
                  </a:cubicBezTo>
                  <a:cubicBezTo>
                    <a:pt x="5390" y="7006"/>
                    <a:pt x="5429" y="6998"/>
                    <a:pt x="5466" y="6989"/>
                  </a:cubicBezTo>
                  <a:cubicBezTo>
                    <a:pt x="5500" y="6982"/>
                    <a:pt x="5529" y="6973"/>
                    <a:pt x="5552" y="6967"/>
                  </a:cubicBezTo>
                  <a:cubicBezTo>
                    <a:pt x="5600" y="6954"/>
                    <a:pt x="5627" y="6943"/>
                    <a:pt x="5627" y="6943"/>
                  </a:cubicBezTo>
                  <a:cubicBezTo>
                    <a:pt x="5627" y="6943"/>
                    <a:pt x="5599" y="6939"/>
                    <a:pt x="5549" y="6933"/>
                  </a:cubicBezTo>
                  <a:cubicBezTo>
                    <a:pt x="5526" y="6930"/>
                    <a:pt x="5496" y="6925"/>
                    <a:pt x="5461" y="6924"/>
                  </a:cubicBezTo>
                  <a:cubicBezTo>
                    <a:pt x="5427" y="6921"/>
                    <a:pt x="5388" y="6918"/>
                    <a:pt x="5348" y="6913"/>
                  </a:cubicBezTo>
                  <a:cubicBezTo>
                    <a:pt x="5306" y="6909"/>
                    <a:pt x="5262" y="6904"/>
                    <a:pt x="5214" y="6901"/>
                  </a:cubicBezTo>
                  <a:cubicBezTo>
                    <a:pt x="5166" y="6898"/>
                    <a:pt x="5117" y="6894"/>
                    <a:pt x="5066" y="6889"/>
                  </a:cubicBezTo>
                  <a:cubicBezTo>
                    <a:pt x="5016" y="6887"/>
                    <a:pt x="4962" y="6884"/>
                    <a:pt x="4910" y="6876"/>
                  </a:cubicBezTo>
                  <a:cubicBezTo>
                    <a:pt x="4856" y="6870"/>
                    <a:pt x="4802" y="6869"/>
                    <a:pt x="4749" y="6860"/>
                  </a:cubicBezTo>
                  <a:cubicBezTo>
                    <a:pt x="4695" y="6849"/>
                    <a:pt x="4641" y="6846"/>
                    <a:pt x="4589" y="6837"/>
                  </a:cubicBezTo>
                  <a:cubicBezTo>
                    <a:pt x="4564" y="6833"/>
                    <a:pt x="4538" y="6828"/>
                    <a:pt x="4512" y="6824"/>
                  </a:cubicBezTo>
                  <a:cubicBezTo>
                    <a:pt x="4486" y="6821"/>
                    <a:pt x="4462" y="6813"/>
                    <a:pt x="4437" y="6809"/>
                  </a:cubicBezTo>
                  <a:cubicBezTo>
                    <a:pt x="4388" y="6800"/>
                    <a:pt x="4342" y="6787"/>
                    <a:pt x="4297" y="6776"/>
                  </a:cubicBezTo>
                  <a:cubicBezTo>
                    <a:pt x="4275" y="6772"/>
                    <a:pt x="4254" y="6763"/>
                    <a:pt x="4233" y="6758"/>
                  </a:cubicBezTo>
                  <a:cubicBezTo>
                    <a:pt x="4212" y="6752"/>
                    <a:pt x="4192" y="6746"/>
                    <a:pt x="4173" y="6739"/>
                  </a:cubicBezTo>
                  <a:cubicBezTo>
                    <a:pt x="4136" y="6725"/>
                    <a:pt x="4100" y="6712"/>
                    <a:pt x="4070" y="6699"/>
                  </a:cubicBezTo>
                  <a:lnTo>
                    <a:pt x="4064" y="6697"/>
                  </a:lnTo>
                  <a:cubicBezTo>
                    <a:pt x="4100" y="6629"/>
                    <a:pt x="4142" y="6564"/>
                    <a:pt x="4187" y="6502"/>
                  </a:cubicBezTo>
                  <a:cubicBezTo>
                    <a:pt x="4227" y="6450"/>
                    <a:pt x="4267" y="6377"/>
                    <a:pt x="4334" y="6312"/>
                  </a:cubicBezTo>
                  <a:cubicBezTo>
                    <a:pt x="4735" y="5925"/>
                    <a:pt x="5141" y="4867"/>
                    <a:pt x="6741" y="3858"/>
                  </a:cubicBezTo>
                  <a:cubicBezTo>
                    <a:pt x="6892" y="3762"/>
                    <a:pt x="7314" y="3624"/>
                    <a:pt x="7478" y="3560"/>
                  </a:cubicBezTo>
                  <a:lnTo>
                    <a:pt x="7478" y="3560"/>
                  </a:lnTo>
                  <a:lnTo>
                    <a:pt x="7440" y="3567"/>
                  </a:lnTo>
                  <a:cubicBezTo>
                    <a:pt x="7375" y="3582"/>
                    <a:pt x="7296" y="3604"/>
                    <a:pt x="7203" y="3630"/>
                  </a:cubicBezTo>
                  <a:cubicBezTo>
                    <a:pt x="7115" y="3661"/>
                    <a:pt x="7011" y="3689"/>
                    <a:pt x="6905" y="3736"/>
                  </a:cubicBezTo>
                  <a:cubicBezTo>
                    <a:pt x="6796" y="3779"/>
                    <a:pt x="6681" y="3831"/>
                    <a:pt x="6561" y="3891"/>
                  </a:cubicBezTo>
                  <a:lnTo>
                    <a:pt x="6379" y="3988"/>
                  </a:lnTo>
                  <a:cubicBezTo>
                    <a:pt x="6319" y="4025"/>
                    <a:pt x="6258" y="4061"/>
                    <a:pt x="6194" y="4099"/>
                  </a:cubicBezTo>
                  <a:cubicBezTo>
                    <a:pt x="6133" y="4138"/>
                    <a:pt x="6071" y="4180"/>
                    <a:pt x="6009" y="4222"/>
                  </a:cubicBezTo>
                  <a:cubicBezTo>
                    <a:pt x="5948" y="4267"/>
                    <a:pt x="5885" y="4310"/>
                    <a:pt x="5825" y="4357"/>
                  </a:cubicBezTo>
                  <a:cubicBezTo>
                    <a:pt x="5703" y="4450"/>
                    <a:pt x="5584" y="4551"/>
                    <a:pt x="5469" y="4656"/>
                  </a:cubicBezTo>
                  <a:cubicBezTo>
                    <a:pt x="5354" y="4760"/>
                    <a:pt x="5244" y="4870"/>
                    <a:pt x="5139" y="4982"/>
                  </a:cubicBezTo>
                  <a:cubicBezTo>
                    <a:pt x="5035" y="5094"/>
                    <a:pt x="4937" y="5209"/>
                    <a:pt x="4846" y="5322"/>
                  </a:cubicBezTo>
                  <a:cubicBezTo>
                    <a:pt x="4837" y="5336"/>
                    <a:pt x="4828" y="5348"/>
                    <a:pt x="4817" y="5360"/>
                  </a:cubicBezTo>
                  <a:cubicBezTo>
                    <a:pt x="4792" y="5063"/>
                    <a:pt x="4480" y="4873"/>
                    <a:pt x="4480" y="4873"/>
                  </a:cubicBezTo>
                  <a:cubicBezTo>
                    <a:pt x="4480" y="4873"/>
                    <a:pt x="4993" y="4788"/>
                    <a:pt x="5069" y="4258"/>
                  </a:cubicBezTo>
                  <a:cubicBezTo>
                    <a:pt x="5163" y="3616"/>
                    <a:pt x="4683" y="3208"/>
                    <a:pt x="4683" y="3208"/>
                  </a:cubicBezTo>
                  <a:cubicBezTo>
                    <a:pt x="4683" y="3208"/>
                    <a:pt x="4940" y="3087"/>
                    <a:pt x="5048" y="2702"/>
                  </a:cubicBezTo>
                  <a:cubicBezTo>
                    <a:pt x="5127" y="2420"/>
                    <a:pt x="5007" y="1834"/>
                    <a:pt x="4607" y="1658"/>
                  </a:cubicBezTo>
                  <a:cubicBezTo>
                    <a:pt x="4480" y="1602"/>
                    <a:pt x="4275" y="1524"/>
                    <a:pt x="4054" y="1439"/>
                  </a:cubicBezTo>
                  <a:cubicBezTo>
                    <a:pt x="4060" y="1421"/>
                    <a:pt x="4066" y="1402"/>
                    <a:pt x="4070" y="1381"/>
                  </a:cubicBezTo>
                  <a:cubicBezTo>
                    <a:pt x="4081" y="1344"/>
                    <a:pt x="4094" y="1307"/>
                    <a:pt x="4105" y="1268"/>
                  </a:cubicBezTo>
                  <a:cubicBezTo>
                    <a:pt x="4115" y="1229"/>
                    <a:pt x="4130" y="1190"/>
                    <a:pt x="4143" y="1148"/>
                  </a:cubicBezTo>
                  <a:cubicBezTo>
                    <a:pt x="4155" y="1108"/>
                    <a:pt x="4172" y="1069"/>
                    <a:pt x="4187" y="1029"/>
                  </a:cubicBezTo>
                  <a:cubicBezTo>
                    <a:pt x="4201" y="989"/>
                    <a:pt x="4221" y="952"/>
                    <a:pt x="4236" y="913"/>
                  </a:cubicBezTo>
                  <a:cubicBezTo>
                    <a:pt x="4252" y="874"/>
                    <a:pt x="4273" y="838"/>
                    <a:pt x="4292" y="802"/>
                  </a:cubicBezTo>
                  <a:cubicBezTo>
                    <a:pt x="4310" y="768"/>
                    <a:pt x="4330" y="734"/>
                    <a:pt x="4351" y="704"/>
                  </a:cubicBezTo>
                  <a:cubicBezTo>
                    <a:pt x="4373" y="674"/>
                    <a:pt x="4391" y="644"/>
                    <a:pt x="4409" y="618"/>
                  </a:cubicBezTo>
                  <a:cubicBezTo>
                    <a:pt x="4428" y="591"/>
                    <a:pt x="4446" y="567"/>
                    <a:pt x="4465" y="547"/>
                  </a:cubicBezTo>
                  <a:cubicBezTo>
                    <a:pt x="4483" y="528"/>
                    <a:pt x="4498" y="510"/>
                    <a:pt x="4513" y="495"/>
                  </a:cubicBezTo>
                  <a:cubicBezTo>
                    <a:pt x="4540" y="467"/>
                    <a:pt x="4558" y="451"/>
                    <a:pt x="4558" y="451"/>
                  </a:cubicBezTo>
                  <a:lnTo>
                    <a:pt x="4558" y="451"/>
                  </a:lnTo>
                  <a:cubicBezTo>
                    <a:pt x="4535" y="454"/>
                    <a:pt x="4515" y="460"/>
                    <a:pt x="4494" y="467"/>
                  </a:cubicBezTo>
                  <a:cubicBezTo>
                    <a:pt x="4470" y="474"/>
                    <a:pt x="4447" y="485"/>
                    <a:pt x="4425" y="497"/>
                  </a:cubicBezTo>
                  <a:cubicBezTo>
                    <a:pt x="4395" y="512"/>
                    <a:pt x="4368" y="528"/>
                    <a:pt x="4342" y="547"/>
                  </a:cubicBezTo>
                  <a:cubicBezTo>
                    <a:pt x="4310" y="570"/>
                    <a:pt x="4280" y="595"/>
                    <a:pt x="4252" y="622"/>
                  </a:cubicBezTo>
                  <a:cubicBezTo>
                    <a:pt x="4221" y="652"/>
                    <a:pt x="4191" y="685"/>
                    <a:pt x="4166" y="719"/>
                  </a:cubicBezTo>
                  <a:cubicBezTo>
                    <a:pt x="4151" y="737"/>
                    <a:pt x="4139" y="756"/>
                    <a:pt x="4127" y="776"/>
                  </a:cubicBezTo>
                  <a:cubicBezTo>
                    <a:pt x="4112" y="795"/>
                    <a:pt x="4100" y="814"/>
                    <a:pt x="4090" y="835"/>
                  </a:cubicBezTo>
                  <a:cubicBezTo>
                    <a:pt x="4066" y="877"/>
                    <a:pt x="4046" y="920"/>
                    <a:pt x="4028" y="965"/>
                  </a:cubicBezTo>
                  <a:cubicBezTo>
                    <a:pt x="4011" y="1008"/>
                    <a:pt x="3996" y="1054"/>
                    <a:pt x="3984" y="1099"/>
                  </a:cubicBezTo>
                  <a:cubicBezTo>
                    <a:pt x="3972" y="1144"/>
                    <a:pt x="3963" y="1189"/>
                    <a:pt x="3957" y="1233"/>
                  </a:cubicBezTo>
                  <a:cubicBezTo>
                    <a:pt x="3951" y="1278"/>
                    <a:pt x="3945" y="1320"/>
                    <a:pt x="3943" y="1360"/>
                  </a:cubicBezTo>
                  <a:lnTo>
                    <a:pt x="3943" y="1396"/>
                  </a:lnTo>
                  <a:lnTo>
                    <a:pt x="3894" y="1377"/>
                  </a:lnTo>
                  <a:cubicBezTo>
                    <a:pt x="3905" y="1323"/>
                    <a:pt x="3912" y="1268"/>
                    <a:pt x="3918" y="1211"/>
                  </a:cubicBezTo>
                  <a:cubicBezTo>
                    <a:pt x="3932" y="1065"/>
                    <a:pt x="3929" y="916"/>
                    <a:pt x="3909" y="770"/>
                  </a:cubicBezTo>
                  <a:cubicBezTo>
                    <a:pt x="3903" y="720"/>
                    <a:pt x="3893" y="671"/>
                    <a:pt x="3881" y="624"/>
                  </a:cubicBezTo>
                  <a:cubicBezTo>
                    <a:pt x="3873" y="588"/>
                    <a:pt x="3866" y="568"/>
                    <a:pt x="3866" y="568"/>
                  </a:cubicBezTo>
                  <a:cubicBezTo>
                    <a:pt x="3866" y="568"/>
                    <a:pt x="3858" y="588"/>
                    <a:pt x="3847" y="622"/>
                  </a:cubicBezTo>
                  <a:cubicBezTo>
                    <a:pt x="3836" y="656"/>
                    <a:pt x="3823" y="706"/>
                    <a:pt x="3809" y="765"/>
                  </a:cubicBezTo>
                  <a:cubicBezTo>
                    <a:pt x="3796" y="823"/>
                    <a:pt x="3784" y="892"/>
                    <a:pt x="3773" y="965"/>
                  </a:cubicBezTo>
                  <a:cubicBezTo>
                    <a:pt x="3763" y="1040"/>
                    <a:pt x="3754" y="1117"/>
                    <a:pt x="3747" y="1196"/>
                  </a:cubicBezTo>
                  <a:cubicBezTo>
                    <a:pt x="3744" y="1235"/>
                    <a:pt x="3741" y="1274"/>
                    <a:pt x="3738" y="1312"/>
                  </a:cubicBezTo>
                  <a:cubicBezTo>
                    <a:pt x="3736" y="1312"/>
                    <a:pt x="3736" y="1314"/>
                    <a:pt x="3738" y="1315"/>
                  </a:cubicBezTo>
                  <a:lnTo>
                    <a:pt x="3709" y="1304"/>
                  </a:lnTo>
                  <a:cubicBezTo>
                    <a:pt x="3712" y="1290"/>
                    <a:pt x="3717" y="1275"/>
                    <a:pt x="3718" y="1260"/>
                  </a:cubicBezTo>
                  <a:cubicBezTo>
                    <a:pt x="3721" y="1229"/>
                    <a:pt x="3724" y="1195"/>
                    <a:pt x="3727" y="1159"/>
                  </a:cubicBezTo>
                  <a:cubicBezTo>
                    <a:pt x="3729" y="1123"/>
                    <a:pt x="3723" y="1086"/>
                    <a:pt x="3718" y="1047"/>
                  </a:cubicBezTo>
                  <a:cubicBezTo>
                    <a:pt x="3715" y="1010"/>
                    <a:pt x="3703" y="972"/>
                    <a:pt x="3693" y="935"/>
                  </a:cubicBezTo>
                  <a:cubicBezTo>
                    <a:pt x="3680" y="899"/>
                    <a:pt x="3665" y="864"/>
                    <a:pt x="3647" y="829"/>
                  </a:cubicBezTo>
                  <a:cubicBezTo>
                    <a:pt x="3630" y="795"/>
                    <a:pt x="3609" y="764"/>
                    <a:pt x="3587" y="734"/>
                  </a:cubicBezTo>
                  <a:cubicBezTo>
                    <a:pt x="3547" y="682"/>
                    <a:pt x="3499" y="635"/>
                    <a:pt x="3444" y="600"/>
                  </a:cubicBezTo>
                  <a:cubicBezTo>
                    <a:pt x="3422" y="586"/>
                    <a:pt x="3399" y="573"/>
                    <a:pt x="3375" y="562"/>
                  </a:cubicBezTo>
                  <a:cubicBezTo>
                    <a:pt x="3359" y="555"/>
                    <a:pt x="3343" y="547"/>
                    <a:pt x="3325" y="543"/>
                  </a:cubicBezTo>
                  <a:cubicBezTo>
                    <a:pt x="3353" y="522"/>
                    <a:pt x="3381" y="503"/>
                    <a:pt x="3411" y="486"/>
                  </a:cubicBezTo>
                  <a:cubicBezTo>
                    <a:pt x="3811" y="263"/>
                    <a:pt x="4263" y="178"/>
                    <a:pt x="4714" y="142"/>
                  </a:cubicBezTo>
                  <a:cubicBezTo>
                    <a:pt x="5108" y="112"/>
                    <a:pt x="5500" y="58"/>
                    <a:pt x="5891" y="0"/>
                  </a:cubicBezTo>
                  <a:close/>
                </a:path>
              </a:pathLst>
            </a:custGeom>
            <a:solidFill>
              <a:srgbClr val="975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64"/>
            <p:cNvSpPr/>
            <p:nvPr/>
          </p:nvSpPr>
          <p:spPr>
            <a:xfrm>
              <a:off x="10288950" y="2548188"/>
              <a:ext cx="53950" cy="58625"/>
            </a:xfrm>
            <a:custGeom>
              <a:avLst/>
              <a:gdLst/>
              <a:ahLst/>
              <a:cxnLst/>
              <a:rect l="l" t="t" r="r" b="b"/>
              <a:pathLst>
                <a:path w="2158" h="2345" extrusionOk="0">
                  <a:moveTo>
                    <a:pt x="565" y="0"/>
                  </a:moveTo>
                  <a:lnTo>
                    <a:pt x="565" y="0"/>
                  </a:lnTo>
                  <a:cubicBezTo>
                    <a:pt x="215" y="222"/>
                    <a:pt x="170" y="488"/>
                    <a:pt x="136" y="808"/>
                  </a:cubicBezTo>
                  <a:cubicBezTo>
                    <a:pt x="0" y="2031"/>
                    <a:pt x="1286" y="2276"/>
                    <a:pt x="2149" y="2344"/>
                  </a:cubicBezTo>
                  <a:cubicBezTo>
                    <a:pt x="2151" y="2338"/>
                    <a:pt x="2155" y="2332"/>
                    <a:pt x="2158" y="2326"/>
                  </a:cubicBezTo>
                  <a:cubicBezTo>
                    <a:pt x="2004" y="2313"/>
                    <a:pt x="1852" y="2288"/>
                    <a:pt x="1702" y="2252"/>
                  </a:cubicBezTo>
                  <a:cubicBezTo>
                    <a:pt x="1271" y="2140"/>
                    <a:pt x="916" y="1857"/>
                    <a:pt x="643" y="1508"/>
                  </a:cubicBezTo>
                  <a:cubicBezTo>
                    <a:pt x="316" y="1087"/>
                    <a:pt x="304" y="464"/>
                    <a:pt x="565" y="0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64"/>
            <p:cNvSpPr/>
            <p:nvPr/>
          </p:nvSpPr>
          <p:spPr>
            <a:xfrm>
              <a:off x="10332850" y="2476213"/>
              <a:ext cx="21175" cy="37275"/>
            </a:xfrm>
            <a:custGeom>
              <a:avLst/>
              <a:gdLst/>
              <a:ahLst/>
              <a:cxnLst/>
              <a:rect l="l" t="t" r="r" b="b"/>
              <a:pathLst>
                <a:path w="847" h="1491" extrusionOk="0">
                  <a:moveTo>
                    <a:pt x="560" y="0"/>
                  </a:moveTo>
                  <a:cubicBezTo>
                    <a:pt x="449" y="0"/>
                    <a:pt x="333" y="59"/>
                    <a:pt x="281" y="191"/>
                  </a:cubicBezTo>
                  <a:cubicBezTo>
                    <a:pt x="169" y="472"/>
                    <a:pt x="22" y="845"/>
                    <a:pt x="1" y="1306"/>
                  </a:cubicBezTo>
                  <a:cubicBezTo>
                    <a:pt x="1" y="1306"/>
                    <a:pt x="37" y="1490"/>
                    <a:pt x="274" y="1490"/>
                  </a:cubicBezTo>
                  <a:cubicBezTo>
                    <a:pt x="299" y="1490"/>
                    <a:pt x="326" y="1488"/>
                    <a:pt x="356" y="1483"/>
                  </a:cubicBezTo>
                  <a:cubicBezTo>
                    <a:pt x="563" y="1451"/>
                    <a:pt x="690" y="1299"/>
                    <a:pt x="743" y="1100"/>
                  </a:cubicBezTo>
                  <a:cubicBezTo>
                    <a:pt x="794" y="912"/>
                    <a:pt x="846" y="607"/>
                    <a:pt x="821" y="220"/>
                  </a:cubicBezTo>
                  <a:cubicBezTo>
                    <a:pt x="812" y="80"/>
                    <a:pt x="689" y="0"/>
                    <a:pt x="560" y="0"/>
                  </a:cubicBezTo>
                  <a:close/>
                </a:path>
              </a:pathLst>
            </a:custGeom>
            <a:solidFill>
              <a:srgbClr val="FFB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64"/>
            <p:cNvSpPr/>
            <p:nvPr/>
          </p:nvSpPr>
          <p:spPr>
            <a:xfrm>
              <a:off x="10346475" y="2390488"/>
              <a:ext cx="98700" cy="99675"/>
            </a:xfrm>
            <a:custGeom>
              <a:avLst/>
              <a:gdLst/>
              <a:ahLst/>
              <a:cxnLst/>
              <a:rect l="l" t="t" r="r" b="b"/>
              <a:pathLst>
                <a:path w="3948" h="3987" extrusionOk="0">
                  <a:moveTo>
                    <a:pt x="0" y="1651"/>
                  </a:moveTo>
                  <a:lnTo>
                    <a:pt x="0" y="1651"/>
                  </a:lnTo>
                  <a:cubicBezTo>
                    <a:pt x="0" y="1651"/>
                    <a:pt x="0" y="1651"/>
                    <a:pt x="0" y="1651"/>
                  </a:cubicBezTo>
                  <a:lnTo>
                    <a:pt x="0" y="1651"/>
                  </a:lnTo>
                  <a:cubicBezTo>
                    <a:pt x="0" y="1651"/>
                    <a:pt x="0" y="1651"/>
                    <a:pt x="0" y="1651"/>
                  </a:cubicBezTo>
                  <a:close/>
                  <a:moveTo>
                    <a:pt x="3947" y="0"/>
                  </a:moveTo>
                  <a:lnTo>
                    <a:pt x="3947" y="0"/>
                  </a:lnTo>
                  <a:cubicBezTo>
                    <a:pt x="3895" y="45"/>
                    <a:pt x="3846" y="91"/>
                    <a:pt x="3798" y="141"/>
                  </a:cubicBezTo>
                  <a:cubicBezTo>
                    <a:pt x="3755" y="188"/>
                    <a:pt x="3700" y="247"/>
                    <a:pt x="3645" y="318"/>
                  </a:cubicBezTo>
                  <a:cubicBezTo>
                    <a:pt x="3585" y="388"/>
                    <a:pt x="3527" y="472"/>
                    <a:pt x="3463" y="564"/>
                  </a:cubicBezTo>
                  <a:cubicBezTo>
                    <a:pt x="3404" y="658"/>
                    <a:pt x="3334" y="759"/>
                    <a:pt x="3276" y="873"/>
                  </a:cubicBezTo>
                  <a:cubicBezTo>
                    <a:pt x="3257" y="910"/>
                    <a:pt x="3236" y="947"/>
                    <a:pt x="3217" y="986"/>
                  </a:cubicBezTo>
                  <a:cubicBezTo>
                    <a:pt x="3148" y="892"/>
                    <a:pt x="3059" y="818"/>
                    <a:pt x="2953" y="770"/>
                  </a:cubicBezTo>
                  <a:cubicBezTo>
                    <a:pt x="2914" y="752"/>
                    <a:pt x="2868" y="733"/>
                    <a:pt x="2815" y="712"/>
                  </a:cubicBezTo>
                  <a:lnTo>
                    <a:pt x="2815" y="712"/>
                  </a:lnTo>
                  <a:cubicBezTo>
                    <a:pt x="3015" y="870"/>
                    <a:pt x="3185" y="1068"/>
                    <a:pt x="3242" y="1322"/>
                  </a:cubicBezTo>
                  <a:cubicBezTo>
                    <a:pt x="3315" y="1638"/>
                    <a:pt x="3223" y="1961"/>
                    <a:pt x="3078" y="2246"/>
                  </a:cubicBezTo>
                  <a:cubicBezTo>
                    <a:pt x="2939" y="2330"/>
                    <a:pt x="2759" y="2362"/>
                    <a:pt x="2559" y="2362"/>
                  </a:cubicBezTo>
                  <a:cubicBezTo>
                    <a:pt x="2173" y="2362"/>
                    <a:pt x="1716" y="2242"/>
                    <a:pt x="1351" y="2145"/>
                  </a:cubicBezTo>
                  <a:cubicBezTo>
                    <a:pt x="434" y="1902"/>
                    <a:pt x="225" y="1778"/>
                    <a:pt x="0" y="1651"/>
                  </a:cubicBezTo>
                  <a:lnTo>
                    <a:pt x="0" y="1651"/>
                  </a:lnTo>
                  <a:cubicBezTo>
                    <a:pt x="22" y="1664"/>
                    <a:pt x="310" y="1959"/>
                    <a:pt x="626" y="2067"/>
                  </a:cubicBezTo>
                  <a:cubicBezTo>
                    <a:pt x="1461" y="2356"/>
                    <a:pt x="2080" y="2486"/>
                    <a:pt x="2531" y="2486"/>
                  </a:cubicBezTo>
                  <a:cubicBezTo>
                    <a:pt x="2650" y="2486"/>
                    <a:pt x="2758" y="2477"/>
                    <a:pt x="2854" y="2459"/>
                  </a:cubicBezTo>
                  <a:cubicBezTo>
                    <a:pt x="2854" y="2459"/>
                    <a:pt x="3290" y="2869"/>
                    <a:pt x="3191" y="3342"/>
                  </a:cubicBezTo>
                  <a:cubicBezTo>
                    <a:pt x="3094" y="3815"/>
                    <a:pt x="2790" y="3973"/>
                    <a:pt x="2798" y="3986"/>
                  </a:cubicBezTo>
                  <a:cubicBezTo>
                    <a:pt x="2853" y="3976"/>
                    <a:pt x="3340" y="3867"/>
                    <a:pt x="3413" y="3368"/>
                  </a:cubicBezTo>
                  <a:cubicBezTo>
                    <a:pt x="3506" y="2726"/>
                    <a:pt x="3027" y="2318"/>
                    <a:pt x="3027" y="2318"/>
                  </a:cubicBezTo>
                  <a:cubicBezTo>
                    <a:pt x="3027" y="2318"/>
                    <a:pt x="3035" y="2313"/>
                    <a:pt x="3048" y="2303"/>
                  </a:cubicBezTo>
                  <a:lnTo>
                    <a:pt x="3048" y="2303"/>
                  </a:lnTo>
                  <a:cubicBezTo>
                    <a:pt x="3047" y="2304"/>
                    <a:pt x="3045" y="2307"/>
                    <a:pt x="3045" y="2309"/>
                  </a:cubicBezTo>
                  <a:cubicBezTo>
                    <a:pt x="3103" y="2275"/>
                    <a:pt x="3300" y="2139"/>
                    <a:pt x="3393" y="1812"/>
                  </a:cubicBezTo>
                  <a:cubicBezTo>
                    <a:pt x="3431" y="1674"/>
                    <a:pt x="3422" y="1462"/>
                    <a:pt x="3355" y="1261"/>
                  </a:cubicBezTo>
                  <a:cubicBezTo>
                    <a:pt x="3369" y="1220"/>
                    <a:pt x="3384" y="1180"/>
                    <a:pt x="3399" y="1141"/>
                  </a:cubicBezTo>
                  <a:cubicBezTo>
                    <a:pt x="3421" y="1082"/>
                    <a:pt x="3446" y="1023"/>
                    <a:pt x="3469" y="965"/>
                  </a:cubicBezTo>
                  <a:cubicBezTo>
                    <a:pt x="3491" y="907"/>
                    <a:pt x="3515" y="852"/>
                    <a:pt x="3537" y="798"/>
                  </a:cubicBezTo>
                  <a:cubicBezTo>
                    <a:pt x="3561" y="745"/>
                    <a:pt x="3583" y="694"/>
                    <a:pt x="3604" y="643"/>
                  </a:cubicBezTo>
                  <a:cubicBezTo>
                    <a:pt x="3654" y="548"/>
                    <a:pt x="3695" y="457"/>
                    <a:pt x="3736" y="378"/>
                  </a:cubicBezTo>
                  <a:cubicBezTo>
                    <a:pt x="3776" y="299"/>
                    <a:pt x="3812" y="229"/>
                    <a:pt x="3844" y="175"/>
                  </a:cubicBezTo>
                  <a:cubicBezTo>
                    <a:pt x="3877" y="120"/>
                    <a:pt x="3901" y="75"/>
                    <a:pt x="3919" y="47"/>
                  </a:cubicBezTo>
                  <a:lnTo>
                    <a:pt x="3947" y="0"/>
                  </a:ln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64"/>
            <p:cNvSpPr/>
            <p:nvPr/>
          </p:nvSpPr>
          <p:spPr>
            <a:xfrm>
              <a:off x="10321000" y="2539638"/>
              <a:ext cx="97600" cy="68325"/>
            </a:xfrm>
            <a:custGeom>
              <a:avLst/>
              <a:gdLst/>
              <a:ahLst/>
              <a:cxnLst/>
              <a:rect l="l" t="t" r="r" b="b"/>
              <a:pathLst>
                <a:path w="3904" h="2733" extrusionOk="0">
                  <a:moveTo>
                    <a:pt x="203" y="1"/>
                  </a:moveTo>
                  <a:lnTo>
                    <a:pt x="203" y="1"/>
                  </a:lnTo>
                  <a:cubicBezTo>
                    <a:pt x="133" y="220"/>
                    <a:pt x="78" y="444"/>
                    <a:pt x="39" y="670"/>
                  </a:cubicBezTo>
                  <a:cubicBezTo>
                    <a:pt x="19" y="785"/>
                    <a:pt x="5" y="900"/>
                    <a:pt x="1" y="1016"/>
                  </a:cubicBezTo>
                  <a:lnTo>
                    <a:pt x="1" y="1106"/>
                  </a:lnTo>
                  <a:cubicBezTo>
                    <a:pt x="2" y="1138"/>
                    <a:pt x="5" y="1170"/>
                    <a:pt x="13" y="1203"/>
                  </a:cubicBezTo>
                  <a:cubicBezTo>
                    <a:pt x="26" y="1264"/>
                    <a:pt x="48" y="1323"/>
                    <a:pt x="80" y="1379"/>
                  </a:cubicBezTo>
                  <a:cubicBezTo>
                    <a:pt x="141" y="1484"/>
                    <a:pt x="218" y="1580"/>
                    <a:pt x="309" y="1660"/>
                  </a:cubicBezTo>
                  <a:cubicBezTo>
                    <a:pt x="397" y="1739"/>
                    <a:pt x="491" y="1812"/>
                    <a:pt x="591" y="1875"/>
                  </a:cubicBezTo>
                  <a:cubicBezTo>
                    <a:pt x="690" y="1939"/>
                    <a:pt x="791" y="1997"/>
                    <a:pt x="895" y="2048"/>
                  </a:cubicBezTo>
                  <a:cubicBezTo>
                    <a:pt x="1000" y="2100"/>
                    <a:pt x="1107" y="2148"/>
                    <a:pt x="1216" y="2190"/>
                  </a:cubicBezTo>
                  <a:cubicBezTo>
                    <a:pt x="1323" y="2233"/>
                    <a:pt x="1435" y="2270"/>
                    <a:pt x="1547" y="2300"/>
                  </a:cubicBezTo>
                  <a:cubicBezTo>
                    <a:pt x="1575" y="2309"/>
                    <a:pt x="1604" y="2316"/>
                    <a:pt x="1633" y="2322"/>
                  </a:cubicBezTo>
                  <a:cubicBezTo>
                    <a:pt x="1647" y="2327"/>
                    <a:pt x="1662" y="2330"/>
                    <a:pt x="1677" y="2333"/>
                  </a:cubicBezTo>
                  <a:lnTo>
                    <a:pt x="1717" y="2342"/>
                  </a:lnTo>
                  <a:cubicBezTo>
                    <a:pt x="1772" y="2352"/>
                    <a:pt x="1827" y="2366"/>
                    <a:pt x="1883" y="2379"/>
                  </a:cubicBezTo>
                  <a:cubicBezTo>
                    <a:pt x="1991" y="2406"/>
                    <a:pt x="2102" y="2434"/>
                    <a:pt x="2211" y="2467"/>
                  </a:cubicBezTo>
                  <a:lnTo>
                    <a:pt x="2539" y="2563"/>
                  </a:lnTo>
                  <a:cubicBezTo>
                    <a:pt x="2759" y="2630"/>
                    <a:pt x="2986" y="2679"/>
                    <a:pt x="3214" y="2709"/>
                  </a:cubicBezTo>
                  <a:cubicBezTo>
                    <a:pt x="3340" y="2724"/>
                    <a:pt x="3467" y="2732"/>
                    <a:pt x="3593" y="2732"/>
                  </a:cubicBezTo>
                  <a:cubicBezTo>
                    <a:pt x="3696" y="2732"/>
                    <a:pt x="3800" y="2727"/>
                    <a:pt x="3903" y="2716"/>
                  </a:cubicBezTo>
                  <a:cubicBezTo>
                    <a:pt x="3675" y="2710"/>
                    <a:pt x="3450" y="2683"/>
                    <a:pt x="3226" y="2639"/>
                  </a:cubicBezTo>
                  <a:cubicBezTo>
                    <a:pt x="3116" y="2615"/>
                    <a:pt x="3005" y="2588"/>
                    <a:pt x="2898" y="2557"/>
                  </a:cubicBezTo>
                  <a:cubicBezTo>
                    <a:pt x="2843" y="2540"/>
                    <a:pt x="2789" y="2521"/>
                    <a:pt x="2735" y="2504"/>
                  </a:cubicBezTo>
                  <a:cubicBezTo>
                    <a:pt x="2682" y="2488"/>
                    <a:pt x="2628" y="2470"/>
                    <a:pt x="2574" y="2451"/>
                  </a:cubicBezTo>
                  <a:cubicBezTo>
                    <a:pt x="2466" y="2413"/>
                    <a:pt x="2358" y="2375"/>
                    <a:pt x="2249" y="2339"/>
                  </a:cubicBezTo>
                  <a:cubicBezTo>
                    <a:pt x="2140" y="2303"/>
                    <a:pt x="2030" y="2269"/>
                    <a:pt x="1918" y="2239"/>
                  </a:cubicBezTo>
                  <a:cubicBezTo>
                    <a:pt x="1863" y="2224"/>
                    <a:pt x="1806" y="2209"/>
                    <a:pt x="1751" y="2196"/>
                  </a:cubicBezTo>
                  <a:lnTo>
                    <a:pt x="1669" y="2175"/>
                  </a:lnTo>
                  <a:cubicBezTo>
                    <a:pt x="1642" y="2169"/>
                    <a:pt x="1616" y="2161"/>
                    <a:pt x="1589" y="2154"/>
                  </a:cubicBezTo>
                  <a:cubicBezTo>
                    <a:pt x="1481" y="2123"/>
                    <a:pt x="1376" y="2084"/>
                    <a:pt x="1273" y="2044"/>
                  </a:cubicBezTo>
                  <a:cubicBezTo>
                    <a:pt x="1064" y="1962"/>
                    <a:pt x="863" y="1862"/>
                    <a:pt x="673" y="1745"/>
                  </a:cubicBezTo>
                  <a:cubicBezTo>
                    <a:pt x="579" y="1687"/>
                    <a:pt x="490" y="1622"/>
                    <a:pt x="406" y="1550"/>
                  </a:cubicBezTo>
                  <a:cubicBezTo>
                    <a:pt x="324" y="1481"/>
                    <a:pt x="253" y="1401"/>
                    <a:pt x="196" y="1310"/>
                  </a:cubicBezTo>
                  <a:cubicBezTo>
                    <a:pt x="169" y="1267"/>
                    <a:pt x="148" y="1220"/>
                    <a:pt x="135" y="1171"/>
                  </a:cubicBezTo>
                  <a:cubicBezTo>
                    <a:pt x="127" y="1147"/>
                    <a:pt x="123" y="1122"/>
                    <a:pt x="121" y="1098"/>
                  </a:cubicBezTo>
                  <a:cubicBezTo>
                    <a:pt x="118" y="1071"/>
                    <a:pt x="117" y="1043"/>
                    <a:pt x="117" y="1016"/>
                  </a:cubicBezTo>
                  <a:cubicBezTo>
                    <a:pt x="114" y="906"/>
                    <a:pt x="118" y="793"/>
                    <a:pt x="127" y="681"/>
                  </a:cubicBezTo>
                  <a:cubicBezTo>
                    <a:pt x="145" y="454"/>
                    <a:pt x="174" y="227"/>
                    <a:pt x="203" y="1"/>
                  </a:cubicBezTo>
                  <a:close/>
                </a:path>
              </a:pathLst>
            </a:custGeom>
            <a:solidFill>
              <a:srgbClr val="212D1E">
                <a:alpha val="60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64"/>
            <p:cNvSpPr/>
            <p:nvPr/>
          </p:nvSpPr>
          <p:spPr>
            <a:xfrm>
              <a:off x="10205925" y="2399288"/>
              <a:ext cx="34500" cy="39650"/>
            </a:xfrm>
            <a:custGeom>
              <a:avLst/>
              <a:gdLst/>
              <a:ahLst/>
              <a:cxnLst/>
              <a:rect l="l" t="t" r="r" b="b"/>
              <a:pathLst>
                <a:path w="1380" h="1586" extrusionOk="0">
                  <a:moveTo>
                    <a:pt x="1235" y="0"/>
                  </a:moveTo>
                  <a:cubicBezTo>
                    <a:pt x="823" y="85"/>
                    <a:pt x="412" y="176"/>
                    <a:pt x="0" y="267"/>
                  </a:cubicBezTo>
                  <a:cubicBezTo>
                    <a:pt x="84" y="688"/>
                    <a:pt x="114" y="1117"/>
                    <a:pt x="91" y="1545"/>
                  </a:cubicBezTo>
                  <a:cubicBezTo>
                    <a:pt x="116" y="1531"/>
                    <a:pt x="143" y="1524"/>
                    <a:pt x="171" y="1524"/>
                  </a:cubicBezTo>
                  <a:cubicBezTo>
                    <a:pt x="176" y="1524"/>
                    <a:pt x="181" y="1524"/>
                    <a:pt x="185" y="1524"/>
                  </a:cubicBezTo>
                  <a:cubicBezTo>
                    <a:pt x="574" y="1550"/>
                    <a:pt x="964" y="1568"/>
                    <a:pt x="1354" y="1586"/>
                  </a:cubicBezTo>
                  <a:cubicBezTo>
                    <a:pt x="1380" y="1055"/>
                    <a:pt x="1339" y="522"/>
                    <a:pt x="1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64"/>
            <p:cNvSpPr/>
            <p:nvPr/>
          </p:nvSpPr>
          <p:spPr>
            <a:xfrm>
              <a:off x="10197375" y="2447113"/>
              <a:ext cx="49550" cy="33625"/>
            </a:xfrm>
            <a:custGeom>
              <a:avLst/>
              <a:gdLst/>
              <a:ahLst/>
              <a:cxnLst/>
              <a:rect l="l" t="t" r="r" b="b"/>
              <a:pathLst>
                <a:path w="1982" h="1345" extrusionOk="0">
                  <a:moveTo>
                    <a:pt x="763" y="1"/>
                  </a:moveTo>
                  <a:cubicBezTo>
                    <a:pt x="536" y="320"/>
                    <a:pt x="310" y="637"/>
                    <a:pt x="77" y="950"/>
                  </a:cubicBezTo>
                  <a:cubicBezTo>
                    <a:pt x="58" y="977"/>
                    <a:pt x="31" y="997"/>
                    <a:pt x="1" y="1007"/>
                  </a:cubicBezTo>
                  <a:cubicBezTo>
                    <a:pt x="131" y="1113"/>
                    <a:pt x="257" y="1225"/>
                    <a:pt x="380" y="1344"/>
                  </a:cubicBezTo>
                  <a:cubicBezTo>
                    <a:pt x="739" y="1285"/>
                    <a:pt x="1103" y="1256"/>
                    <a:pt x="1467" y="1256"/>
                  </a:cubicBezTo>
                  <a:cubicBezTo>
                    <a:pt x="1639" y="1256"/>
                    <a:pt x="1810" y="1263"/>
                    <a:pt x="1981" y="1276"/>
                  </a:cubicBezTo>
                  <a:cubicBezTo>
                    <a:pt x="1845" y="1088"/>
                    <a:pt x="1701" y="909"/>
                    <a:pt x="1546" y="736"/>
                  </a:cubicBezTo>
                  <a:cubicBezTo>
                    <a:pt x="1306" y="470"/>
                    <a:pt x="1043" y="224"/>
                    <a:pt x="7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64"/>
            <p:cNvSpPr/>
            <p:nvPr/>
          </p:nvSpPr>
          <p:spPr>
            <a:xfrm>
              <a:off x="10187250" y="2479238"/>
              <a:ext cx="34925" cy="45600"/>
            </a:xfrm>
            <a:custGeom>
              <a:avLst/>
              <a:gdLst/>
              <a:ahLst/>
              <a:cxnLst/>
              <a:rect l="l" t="t" r="r" b="b"/>
              <a:pathLst>
                <a:path w="1397" h="1824" extrusionOk="0">
                  <a:moveTo>
                    <a:pt x="225" y="1"/>
                  </a:moveTo>
                  <a:cubicBezTo>
                    <a:pt x="219" y="495"/>
                    <a:pt x="143" y="987"/>
                    <a:pt x="0" y="1459"/>
                  </a:cubicBezTo>
                  <a:cubicBezTo>
                    <a:pt x="401" y="1592"/>
                    <a:pt x="804" y="1716"/>
                    <a:pt x="1211" y="1823"/>
                  </a:cubicBezTo>
                  <a:cubicBezTo>
                    <a:pt x="1289" y="1567"/>
                    <a:pt x="1350" y="1306"/>
                    <a:pt x="1396" y="1042"/>
                  </a:cubicBezTo>
                  <a:cubicBezTo>
                    <a:pt x="1049" y="650"/>
                    <a:pt x="655" y="301"/>
                    <a:pt x="2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64"/>
            <p:cNvSpPr/>
            <p:nvPr/>
          </p:nvSpPr>
          <p:spPr>
            <a:xfrm>
              <a:off x="10184850" y="2531738"/>
              <a:ext cx="48350" cy="45050"/>
            </a:xfrm>
            <a:custGeom>
              <a:avLst/>
              <a:gdLst/>
              <a:ahLst/>
              <a:cxnLst/>
              <a:rect l="l" t="t" r="r" b="b"/>
              <a:pathLst>
                <a:path w="1934" h="1802" extrusionOk="0">
                  <a:moveTo>
                    <a:pt x="1234" y="1"/>
                  </a:moveTo>
                  <a:cubicBezTo>
                    <a:pt x="930" y="172"/>
                    <a:pt x="611" y="314"/>
                    <a:pt x="278" y="421"/>
                  </a:cubicBezTo>
                  <a:cubicBezTo>
                    <a:pt x="196" y="883"/>
                    <a:pt x="102" y="1344"/>
                    <a:pt x="1" y="1802"/>
                  </a:cubicBezTo>
                  <a:cubicBezTo>
                    <a:pt x="681" y="1660"/>
                    <a:pt x="1334" y="1408"/>
                    <a:pt x="1933" y="1056"/>
                  </a:cubicBezTo>
                  <a:cubicBezTo>
                    <a:pt x="1687" y="713"/>
                    <a:pt x="1458" y="358"/>
                    <a:pt x="1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64"/>
            <p:cNvSpPr/>
            <p:nvPr/>
          </p:nvSpPr>
          <p:spPr>
            <a:xfrm>
              <a:off x="10147400" y="2554263"/>
              <a:ext cx="36800" cy="40500"/>
            </a:xfrm>
            <a:custGeom>
              <a:avLst/>
              <a:gdLst/>
              <a:ahLst/>
              <a:cxnLst/>
              <a:rect l="l" t="t" r="r" b="b"/>
              <a:pathLst>
                <a:path w="1472" h="1620" extrusionOk="0">
                  <a:moveTo>
                    <a:pt x="823" y="0"/>
                  </a:moveTo>
                  <a:cubicBezTo>
                    <a:pt x="585" y="327"/>
                    <a:pt x="309" y="624"/>
                    <a:pt x="0" y="886"/>
                  </a:cubicBezTo>
                  <a:cubicBezTo>
                    <a:pt x="367" y="1116"/>
                    <a:pt x="719" y="1368"/>
                    <a:pt x="1072" y="1620"/>
                  </a:cubicBezTo>
                  <a:cubicBezTo>
                    <a:pt x="1211" y="1487"/>
                    <a:pt x="1345" y="1351"/>
                    <a:pt x="1472" y="1208"/>
                  </a:cubicBezTo>
                  <a:cubicBezTo>
                    <a:pt x="1262" y="801"/>
                    <a:pt x="1047" y="398"/>
                    <a:pt x="8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64"/>
            <p:cNvSpPr/>
            <p:nvPr/>
          </p:nvSpPr>
          <p:spPr>
            <a:xfrm>
              <a:off x="9916975" y="2179213"/>
              <a:ext cx="242075" cy="227475"/>
            </a:xfrm>
            <a:custGeom>
              <a:avLst/>
              <a:gdLst/>
              <a:ahLst/>
              <a:cxnLst/>
              <a:rect l="l" t="t" r="r" b="b"/>
              <a:pathLst>
                <a:path w="9683" h="9099" extrusionOk="0">
                  <a:moveTo>
                    <a:pt x="2884" y="1"/>
                  </a:moveTo>
                  <a:lnTo>
                    <a:pt x="1126" y="3404"/>
                  </a:lnTo>
                  <a:lnTo>
                    <a:pt x="2221" y="4035"/>
                  </a:lnTo>
                  <a:lnTo>
                    <a:pt x="2968" y="2739"/>
                  </a:lnTo>
                  <a:lnTo>
                    <a:pt x="3779" y="5785"/>
                  </a:lnTo>
                  <a:cubicBezTo>
                    <a:pt x="2127" y="6340"/>
                    <a:pt x="765" y="7533"/>
                    <a:pt x="0" y="9099"/>
                  </a:cubicBezTo>
                  <a:cubicBezTo>
                    <a:pt x="149" y="9035"/>
                    <a:pt x="319" y="9006"/>
                    <a:pt x="473" y="8957"/>
                  </a:cubicBezTo>
                  <a:cubicBezTo>
                    <a:pt x="682" y="8887"/>
                    <a:pt x="892" y="8817"/>
                    <a:pt x="1099" y="8742"/>
                  </a:cubicBezTo>
                  <a:cubicBezTo>
                    <a:pt x="1394" y="8636"/>
                    <a:pt x="1688" y="8523"/>
                    <a:pt x="1982" y="8411"/>
                  </a:cubicBezTo>
                  <a:cubicBezTo>
                    <a:pt x="3003" y="7292"/>
                    <a:pt x="4410" y="6715"/>
                    <a:pt x="5827" y="6715"/>
                  </a:cubicBezTo>
                  <a:cubicBezTo>
                    <a:pt x="6921" y="6715"/>
                    <a:pt x="8021" y="7059"/>
                    <a:pt x="8955" y="7763"/>
                  </a:cubicBezTo>
                  <a:cubicBezTo>
                    <a:pt x="9186" y="7408"/>
                    <a:pt x="9429" y="7065"/>
                    <a:pt x="9682" y="6728"/>
                  </a:cubicBezTo>
                  <a:cubicBezTo>
                    <a:pt x="9445" y="6553"/>
                    <a:pt x="9196" y="6394"/>
                    <a:pt x="8938" y="6250"/>
                  </a:cubicBezTo>
                  <a:cubicBezTo>
                    <a:pt x="7981" y="5726"/>
                    <a:pt x="6910" y="5454"/>
                    <a:pt x="5826" y="5454"/>
                  </a:cubicBezTo>
                  <a:cubicBezTo>
                    <a:pt x="5564" y="5454"/>
                    <a:pt x="5300" y="5470"/>
                    <a:pt x="5037" y="5502"/>
                  </a:cubicBezTo>
                  <a:lnTo>
                    <a:pt x="4190" y="2408"/>
                  </a:lnTo>
                  <a:lnTo>
                    <a:pt x="5489" y="3152"/>
                  </a:lnTo>
                  <a:lnTo>
                    <a:pt x="6117" y="2054"/>
                  </a:lnTo>
                  <a:lnTo>
                    <a:pt x="28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64"/>
            <p:cNvSpPr/>
            <p:nvPr/>
          </p:nvSpPr>
          <p:spPr>
            <a:xfrm>
              <a:off x="9916975" y="2386938"/>
              <a:ext cx="51900" cy="19750"/>
            </a:xfrm>
            <a:custGeom>
              <a:avLst/>
              <a:gdLst/>
              <a:ahLst/>
              <a:cxnLst/>
              <a:rect l="l" t="t" r="r" b="b"/>
              <a:pathLst>
                <a:path w="2076" h="790" extrusionOk="0">
                  <a:moveTo>
                    <a:pt x="2076" y="1"/>
                  </a:moveTo>
                  <a:lnTo>
                    <a:pt x="2076" y="1"/>
                  </a:lnTo>
                  <a:cubicBezTo>
                    <a:pt x="1872" y="23"/>
                    <a:pt x="658" y="126"/>
                    <a:pt x="289" y="262"/>
                  </a:cubicBezTo>
                  <a:cubicBezTo>
                    <a:pt x="185" y="433"/>
                    <a:pt x="88" y="609"/>
                    <a:pt x="0" y="790"/>
                  </a:cubicBezTo>
                  <a:cubicBezTo>
                    <a:pt x="149" y="726"/>
                    <a:pt x="319" y="697"/>
                    <a:pt x="473" y="648"/>
                  </a:cubicBezTo>
                  <a:cubicBezTo>
                    <a:pt x="682" y="578"/>
                    <a:pt x="892" y="508"/>
                    <a:pt x="1099" y="433"/>
                  </a:cubicBezTo>
                  <a:cubicBezTo>
                    <a:pt x="1394" y="327"/>
                    <a:pt x="1688" y="214"/>
                    <a:pt x="1982" y="102"/>
                  </a:cubicBezTo>
                  <a:cubicBezTo>
                    <a:pt x="2012" y="68"/>
                    <a:pt x="2045" y="35"/>
                    <a:pt x="2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64"/>
            <p:cNvSpPr/>
            <p:nvPr/>
          </p:nvSpPr>
          <p:spPr>
            <a:xfrm>
              <a:off x="9957225" y="2581738"/>
              <a:ext cx="210875" cy="57700"/>
            </a:xfrm>
            <a:custGeom>
              <a:avLst/>
              <a:gdLst/>
              <a:ahLst/>
              <a:cxnLst/>
              <a:rect l="l" t="t" r="r" b="b"/>
              <a:pathLst>
                <a:path w="8435" h="2308" extrusionOk="0">
                  <a:moveTo>
                    <a:pt x="7343" y="0"/>
                  </a:moveTo>
                  <a:cubicBezTo>
                    <a:pt x="6420" y="694"/>
                    <a:pt x="5320" y="1045"/>
                    <a:pt x="4216" y="1045"/>
                  </a:cubicBezTo>
                  <a:cubicBezTo>
                    <a:pt x="3251" y="1045"/>
                    <a:pt x="2285" y="777"/>
                    <a:pt x="1432" y="237"/>
                  </a:cubicBezTo>
                  <a:cubicBezTo>
                    <a:pt x="1203" y="357"/>
                    <a:pt x="546" y="603"/>
                    <a:pt x="1" y="746"/>
                  </a:cubicBezTo>
                  <a:cubicBezTo>
                    <a:pt x="1209" y="1784"/>
                    <a:pt x="2711" y="2307"/>
                    <a:pt x="4216" y="2307"/>
                  </a:cubicBezTo>
                  <a:cubicBezTo>
                    <a:pt x="5580" y="2307"/>
                    <a:pt x="6948" y="1877"/>
                    <a:pt x="8102" y="1010"/>
                  </a:cubicBezTo>
                  <a:cubicBezTo>
                    <a:pt x="8217" y="925"/>
                    <a:pt x="8327" y="834"/>
                    <a:pt x="8435" y="741"/>
                  </a:cubicBezTo>
                  <a:cubicBezTo>
                    <a:pt x="8077" y="483"/>
                    <a:pt x="7719" y="227"/>
                    <a:pt x="73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64"/>
            <p:cNvSpPr/>
            <p:nvPr/>
          </p:nvSpPr>
          <p:spPr>
            <a:xfrm>
              <a:off x="9957225" y="2587663"/>
              <a:ext cx="48975" cy="15500"/>
            </a:xfrm>
            <a:custGeom>
              <a:avLst/>
              <a:gdLst/>
              <a:ahLst/>
              <a:cxnLst/>
              <a:rect l="l" t="t" r="r" b="b"/>
              <a:pathLst>
                <a:path w="1959" h="620" extrusionOk="0">
                  <a:moveTo>
                    <a:pt x="1432" y="0"/>
                  </a:moveTo>
                  <a:cubicBezTo>
                    <a:pt x="1203" y="120"/>
                    <a:pt x="546" y="366"/>
                    <a:pt x="1" y="510"/>
                  </a:cubicBezTo>
                  <a:cubicBezTo>
                    <a:pt x="44" y="548"/>
                    <a:pt x="89" y="585"/>
                    <a:pt x="133" y="619"/>
                  </a:cubicBezTo>
                  <a:cubicBezTo>
                    <a:pt x="755" y="606"/>
                    <a:pt x="1371" y="494"/>
                    <a:pt x="1959" y="293"/>
                  </a:cubicBezTo>
                  <a:cubicBezTo>
                    <a:pt x="1778" y="205"/>
                    <a:pt x="1602" y="108"/>
                    <a:pt x="14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64"/>
            <p:cNvSpPr/>
            <p:nvPr/>
          </p:nvSpPr>
          <p:spPr>
            <a:xfrm>
              <a:off x="10173125" y="2315563"/>
              <a:ext cx="242150" cy="92650"/>
            </a:xfrm>
            <a:custGeom>
              <a:avLst/>
              <a:gdLst/>
              <a:ahLst/>
              <a:cxnLst/>
              <a:rect l="l" t="t" r="r" b="b"/>
              <a:pathLst>
                <a:path w="9686" h="3706" extrusionOk="0">
                  <a:moveTo>
                    <a:pt x="3825" y="0"/>
                  </a:moveTo>
                  <a:cubicBezTo>
                    <a:pt x="2449" y="0"/>
                    <a:pt x="1108" y="441"/>
                    <a:pt x="0" y="1259"/>
                  </a:cubicBezTo>
                  <a:cubicBezTo>
                    <a:pt x="37" y="1794"/>
                    <a:pt x="58" y="2331"/>
                    <a:pt x="75" y="2868"/>
                  </a:cubicBezTo>
                  <a:cubicBezTo>
                    <a:pt x="1055" y="1843"/>
                    <a:pt x="2411" y="1263"/>
                    <a:pt x="3827" y="1263"/>
                  </a:cubicBezTo>
                  <a:cubicBezTo>
                    <a:pt x="3829" y="1263"/>
                    <a:pt x="3831" y="1263"/>
                    <a:pt x="3832" y="1263"/>
                  </a:cubicBezTo>
                  <a:cubicBezTo>
                    <a:pt x="5441" y="1263"/>
                    <a:pt x="6880" y="1995"/>
                    <a:pt x="7838" y="3144"/>
                  </a:cubicBezTo>
                  <a:cubicBezTo>
                    <a:pt x="7844" y="3144"/>
                    <a:pt x="9022" y="3366"/>
                    <a:pt x="9685" y="3706"/>
                  </a:cubicBezTo>
                  <a:cubicBezTo>
                    <a:pt x="8645" y="1517"/>
                    <a:pt x="6414" y="0"/>
                    <a:pt x="3832" y="0"/>
                  </a:cubicBezTo>
                  <a:cubicBezTo>
                    <a:pt x="3830" y="0"/>
                    <a:pt x="3828" y="0"/>
                    <a:pt x="38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64"/>
            <p:cNvSpPr/>
            <p:nvPr/>
          </p:nvSpPr>
          <p:spPr>
            <a:xfrm>
              <a:off x="10362975" y="2387363"/>
              <a:ext cx="52300" cy="20850"/>
            </a:xfrm>
            <a:custGeom>
              <a:avLst/>
              <a:gdLst/>
              <a:ahLst/>
              <a:cxnLst/>
              <a:rect l="l" t="t" r="r" b="b"/>
              <a:pathLst>
                <a:path w="2092" h="834" extrusionOk="0">
                  <a:moveTo>
                    <a:pt x="1" y="0"/>
                  </a:moveTo>
                  <a:cubicBezTo>
                    <a:pt x="86" y="88"/>
                    <a:pt x="166" y="179"/>
                    <a:pt x="244" y="272"/>
                  </a:cubicBezTo>
                  <a:cubicBezTo>
                    <a:pt x="250" y="272"/>
                    <a:pt x="1428" y="494"/>
                    <a:pt x="2091" y="834"/>
                  </a:cubicBezTo>
                  <a:cubicBezTo>
                    <a:pt x="2017" y="676"/>
                    <a:pt x="1935" y="522"/>
                    <a:pt x="1848" y="372"/>
                  </a:cubicBezTo>
                  <a:cubicBezTo>
                    <a:pt x="1256" y="146"/>
                    <a:pt x="634" y="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64"/>
            <p:cNvSpPr/>
            <p:nvPr/>
          </p:nvSpPr>
          <p:spPr>
            <a:xfrm>
              <a:off x="10188575" y="2584013"/>
              <a:ext cx="185350" cy="170900"/>
            </a:xfrm>
            <a:custGeom>
              <a:avLst/>
              <a:gdLst/>
              <a:ahLst/>
              <a:cxnLst/>
              <a:rect l="l" t="t" r="r" b="b"/>
              <a:pathLst>
                <a:path w="7414" h="6836" extrusionOk="0">
                  <a:moveTo>
                    <a:pt x="219" y="0"/>
                  </a:moveTo>
                  <a:cubicBezTo>
                    <a:pt x="138" y="452"/>
                    <a:pt x="64" y="905"/>
                    <a:pt x="1" y="1360"/>
                  </a:cubicBezTo>
                  <a:cubicBezTo>
                    <a:pt x="979" y="1922"/>
                    <a:pt x="2087" y="2218"/>
                    <a:pt x="3216" y="2218"/>
                  </a:cubicBezTo>
                  <a:cubicBezTo>
                    <a:pt x="3362" y="2218"/>
                    <a:pt x="3508" y="2212"/>
                    <a:pt x="3653" y="2203"/>
                  </a:cubicBezTo>
                  <a:lnTo>
                    <a:pt x="3979" y="4088"/>
                  </a:lnTo>
                  <a:lnTo>
                    <a:pt x="2643" y="4320"/>
                  </a:lnTo>
                  <a:lnTo>
                    <a:pt x="2860" y="5564"/>
                  </a:lnTo>
                  <a:lnTo>
                    <a:pt x="4194" y="5333"/>
                  </a:lnTo>
                  <a:lnTo>
                    <a:pt x="4455" y="6836"/>
                  </a:lnTo>
                  <a:lnTo>
                    <a:pt x="5700" y="6620"/>
                  </a:lnTo>
                  <a:lnTo>
                    <a:pt x="5439" y="5118"/>
                  </a:lnTo>
                  <a:lnTo>
                    <a:pt x="6775" y="4887"/>
                  </a:lnTo>
                  <a:lnTo>
                    <a:pt x="6559" y="3640"/>
                  </a:lnTo>
                  <a:lnTo>
                    <a:pt x="5225" y="3873"/>
                  </a:lnTo>
                  <a:lnTo>
                    <a:pt x="4899" y="1994"/>
                  </a:lnTo>
                  <a:cubicBezTo>
                    <a:pt x="5826" y="1745"/>
                    <a:pt x="6684" y="1292"/>
                    <a:pt x="7414" y="668"/>
                  </a:cubicBezTo>
                  <a:cubicBezTo>
                    <a:pt x="6919" y="576"/>
                    <a:pt x="6279" y="303"/>
                    <a:pt x="5984" y="157"/>
                  </a:cubicBezTo>
                  <a:cubicBezTo>
                    <a:pt x="5177" y="667"/>
                    <a:pt x="4237" y="953"/>
                    <a:pt x="3216" y="953"/>
                  </a:cubicBezTo>
                  <a:cubicBezTo>
                    <a:pt x="3214" y="953"/>
                    <a:pt x="3211" y="953"/>
                    <a:pt x="3209" y="953"/>
                  </a:cubicBezTo>
                  <a:cubicBezTo>
                    <a:pt x="2138" y="953"/>
                    <a:pt x="1092" y="619"/>
                    <a:pt x="2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64"/>
            <p:cNvSpPr/>
            <p:nvPr/>
          </p:nvSpPr>
          <p:spPr>
            <a:xfrm>
              <a:off x="10336650" y="2587913"/>
              <a:ext cx="37275" cy="17900"/>
            </a:xfrm>
            <a:custGeom>
              <a:avLst/>
              <a:gdLst/>
              <a:ahLst/>
              <a:cxnLst/>
              <a:rect l="l" t="t" r="r" b="b"/>
              <a:pathLst>
                <a:path w="1491" h="716" extrusionOk="0">
                  <a:moveTo>
                    <a:pt x="59" y="1"/>
                  </a:moveTo>
                  <a:cubicBezTo>
                    <a:pt x="41" y="13"/>
                    <a:pt x="20" y="25"/>
                    <a:pt x="1" y="37"/>
                  </a:cubicBezTo>
                  <a:cubicBezTo>
                    <a:pt x="350" y="362"/>
                    <a:pt x="788" y="557"/>
                    <a:pt x="1240" y="715"/>
                  </a:cubicBezTo>
                  <a:cubicBezTo>
                    <a:pt x="1325" y="649"/>
                    <a:pt x="1409" y="582"/>
                    <a:pt x="1491" y="512"/>
                  </a:cubicBezTo>
                  <a:cubicBezTo>
                    <a:pt x="996" y="420"/>
                    <a:pt x="356" y="147"/>
                    <a:pt x="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17" name="Google Shape;2317;p64"/>
          <p:cNvCxnSpPr/>
          <p:nvPr/>
        </p:nvCxnSpPr>
        <p:spPr>
          <a:xfrm rot="10800000">
            <a:off x="3255382" y="2990900"/>
            <a:ext cx="0" cy="1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8" name="Google Shape;2318;p64"/>
          <p:cNvCxnSpPr/>
          <p:nvPr/>
        </p:nvCxnSpPr>
        <p:spPr>
          <a:xfrm>
            <a:off x="5878832" y="3141750"/>
            <a:ext cx="1512600" cy="2346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19" name="Google Shape;2319;p64"/>
          <p:cNvCxnSpPr/>
          <p:nvPr/>
        </p:nvCxnSpPr>
        <p:spPr>
          <a:xfrm rot="10800000">
            <a:off x="5878825" y="3006225"/>
            <a:ext cx="0" cy="14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0" name="Google Shape;2320;p64"/>
          <p:cNvSpPr txBox="1"/>
          <p:nvPr/>
        </p:nvSpPr>
        <p:spPr>
          <a:xfrm>
            <a:off x="454300" y="2437425"/>
            <a:ext cx="83451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Montserrat Medium"/>
                <a:ea typeface="Montserrat Medium"/>
                <a:cs typeface="Montserrat Medium"/>
                <a:sym typeface="Montserrat Medium"/>
              </a:rPr>
              <a:t>Here, sent=sentence structures used, occ=occupational words used. N=no. of sentence structures. M=no. of occupational words used. 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321" name="Google Shape;232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4600" y="1437200"/>
            <a:ext cx="4874801" cy="955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p65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2045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MALoR Scores of Original Models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328" name="Google Shape;2328;p65"/>
          <p:cNvGraphicFramePr/>
          <p:nvPr/>
        </p:nvGraphicFramePr>
        <p:xfrm>
          <a:off x="1305475" y="1650600"/>
          <a:ext cx="6533050" cy="2840125"/>
        </p:xfrm>
        <a:graphic>
          <a:graphicData uri="http://schemas.openxmlformats.org/drawingml/2006/table">
            <a:tbl>
              <a:tblPr>
                <a:noFill/>
                <a:tableStyleId>{13F70ADA-63F8-4C94-B3AF-06AAB444B643}</a:tableStyleId>
              </a:tblPr>
              <a:tblGrid>
                <a:gridCol w="238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3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he-she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his-her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male-female name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bert-base-uncased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1.27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2.51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1.37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bert-large-uncased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1.98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2.55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distilbert-base-uncased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0.633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2.09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0.603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roberta-base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1.64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1.581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N/A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roberta-large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0.790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N/A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albert-base-v1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0.619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2.58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N/A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albert-large-v1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0.250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2.26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N/A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66"/>
          <p:cNvSpPr/>
          <p:nvPr/>
        </p:nvSpPr>
        <p:spPr>
          <a:xfrm>
            <a:off x="304586" y="2703151"/>
            <a:ext cx="704100" cy="708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22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334" name="Google Shape;2334;p66"/>
          <p:cNvSpPr/>
          <p:nvPr/>
        </p:nvSpPr>
        <p:spPr>
          <a:xfrm>
            <a:off x="2995580" y="2706022"/>
            <a:ext cx="704100" cy="70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19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335" name="Google Shape;2335;p66"/>
          <p:cNvSpPr/>
          <p:nvPr/>
        </p:nvSpPr>
        <p:spPr>
          <a:xfrm>
            <a:off x="5971405" y="2704164"/>
            <a:ext cx="704100" cy="704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336" name="Google Shape;2336;p66"/>
          <p:cNvSpPr txBox="1"/>
          <p:nvPr/>
        </p:nvSpPr>
        <p:spPr>
          <a:xfrm>
            <a:off x="1008688" y="2705100"/>
            <a:ext cx="21393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He/She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7" name="Google Shape;2337;p66"/>
          <p:cNvSpPr txBox="1"/>
          <p:nvPr/>
        </p:nvSpPr>
        <p:spPr>
          <a:xfrm>
            <a:off x="3699688" y="2704175"/>
            <a:ext cx="21393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His/Her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8" name="Google Shape;2338;p66"/>
          <p:cNvSpPr txBox="1"/>
          <p:nvPr/>
        </p:nvSpPr>
        <p:spPr>
          <a:xfrm>
            <a:off x="6675513" y="2704175"/>
            <a:ext cx="21393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Male/Female Names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9" name="Google Shape;2339;p66"/>
          <p:cNvSpPr txBox="1"/>
          <p:nvPr/>
        </p:nvSpPr>
        <p:spPr>
          <a:xfrm>
            <a:off x="1008700" y="3464125"/>
            <a:ext cx="2353800" cy="16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Montserrat"/>
                <a:ea typeface="Montserrat"/>
                <a:cs typeface="Montserrat"/>
                <a:sym typeface="Montserrat"/>
              </a:rPr>
              <a:t>Total Sentences : </a:t>
            </a:r>
            <a:r>
              <a:rPr lang="en" sz="1100">
                <a:latin typeface="Montserrat Medium"/>
                <a:ea typeface="Montserrat Medium"/>
                <a:cs typeface="Montserrat Medium"/>
                <a:sym typeface="Montserrat Medium"/>
              </a:rPr>
              <a:t>6,848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Montserrat"/>
                <a:ea typeface="Montserrat"/>
                <a:cs typeface="Montserrat"/>
                <a:sym typeface="Montserrat"/>
              </a:rPr>
              <a:t>Example :</a:t>
            </a:r>
            <a:endParaRPr sz="11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lang="en" sz="1100">
                <a:latin typeface="Montserrat Medium"/>
                <a:ea typeface="Montserrat Medium"/>
                <a:cs typeface="Montserrat Medium"/>
                <a:sym typeface="Montserrat Medium"/>
              </a:rPr>
              <a:t> "</a:t>
            </a:r>
            <a:r>
              <a:rPr lang="en" sz="1100">
                <a:latin typeface="Montserrat SemiBold"/>
                <a:ea typeface="Montserrat SemiBold"/>
                <a:cs typeface="Montserrat SemiBold"/>
                <a:sym typeface="Montserrat SemiBold"/>
              </a:rPr>
              <a:t>She</a:t>
            </a:r>
            <a:r>
              <a:rPr lang="en" sz="1100">
                <a:latin typeface="Montserrat Medium"/>
                <a:ea typeface="Montserrat Medium"/>
                <a:cs typeface="Montserrat Medium"/>
                <a:sym typeface="Montserrat Medium"/>
              </a:rPr>
              <a:t> is a capable teacher."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" sz="1100">
                <a:latin typeface="Montserrat Medium"/>
                <a:ea typeface="Montserrat Medium"/>
                <a:cs typeface="Montserrat Medium"/>
                <a:sym typeface="Montserrat Medium"/>
              </a:rPr>
              <a:t>"</a:t>
            </a:r>
            <a:r>
              <a:rPr lang="en" sz="1100">
                <a:latin typeface="Montserrat SemiBold"/>
                <a:ea typeface="Montserrat SemiBold"/>
                <a:cs typeface="Montserrat SemiBold"/>
                <a:sym typeface="Montserrat SemiBold"/>
              </a:rPr>
              <a:t>He</a:t>
            </a:r>
            <a:r>
              <a:rPr lang="en" sz="1100">
                <a:latin typeface="Montserrat Medium"/>
                <a:ea typeface="Montserrat Medium"/>
                <a:cs typeface="Montserrat Medium"/>
                <a:sym typeface="Montserrat Medium"/>
              </a:rPr>
              <a:t> is a capable teacher."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40" name="Google Shape;2340;p66"/>
          <p:cNvSpPr txBox="1"/>
          <p:nvPr/>
        </p:nvSpPr>
        <p:spPr>
          <a:xfrm>
            <a:off x="3699697" y="3464125"/>
            <a:ext cx="2587500" cy="16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Sentences : </a:t>
            </a: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6,424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 :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"</a:t>
            </a:r>
            <a:r>
              <a:rPr lang="en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Her</a:t>
            </a: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ambition is to be a lawyer." </a:t>
            </a:r>
            <a:r>
              <a:rPr lang="en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"</a:t>
            </a:r>
            <a:r>
              <a:rPr lang="en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His</a:t>
            </a: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ambition is to be a lawyer."</a:t>
            </a:r>
            <a:endParaRPr sz="1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1" name="Google Shape;2341;p66"/>
          <p:cNvSpPr txBox="1"/>
          <p:nvPr/>
        </p:nvSpPr>
        <p:spPr>
          <a:xfrm>
            <a:off x="6675497" y="3464125"/>
            <a:ext cx="2353800" cy="15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Sentences : </a:t>
            </a: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6,288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 :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"</a:t>
            </a:r>
            <a:r>
              <a:rPr lang="en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Emily</a:t>
            </a: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was a doctor."</a:t>
            </a:r>
            <a:r>
              <a:rPr lang="en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"</a:t>
            </a:r>
            <a:r>
              <a:rPr lang="en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Stephen</a:t>
            </a: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was a doctor."</a:t>
            </a:r>
            <a:endParaRPr sz="1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2" name="Google Shape;2342;p66"/>
          <p:cNvSpPr txBox="1"/>
          <p:nvPr/>
        </p:nvSpPr>
        <p:spPr>
          <a:xfrm>
            <a:off x="139950" y="1370475"/>
            <a:ext cx="88395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Source :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WMT18 and WMT15 - News Corpus, News Commentary and other sources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Method : 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CDA applied to sentences containing gender terms and an occupational word from a set of 60 occupations.</a:t>
            </a:r>
            <a:endParaRPr sz="1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43" name="Google Shape;2343;p66"/>
          <p:cNvSpPr txBox="1">
            <a:spLocks noGrp="1"/>
          </p:cNvSpPr>
          <p:nvPr>
            <p:ph type="title"/>
          </p:nvPr>
        </p:nvSpPr>
        <p:spPr>
          <a:xfrm>
            <a:off x="715950" y="5339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Dataset For Mitigation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67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Preprocessing Data 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9" name="Google Shape;2349;p67"/>
          <p:cNvSpPr txBox="1"/>
          <p:nvPr/>
        </p:nvSpPr>
        <p:spPr>
          <a:xfrm>
            <a:off x="3311000" y="943913"/>
            <a:ext cx="23487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 is a doctor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50" name="Google Shape;2350;p67"/>
          <p:cNvSpPr/>
          <p:nvPr/>
        </p:nvSpPr>
        <p:spPr>
          <a:xfrm>
            <a:off x="2317850" y="1776750"/>
            <a:ext cx="4335000" cy="539100"/>
          </a:xfrm>
          <a:prstGeom prst="roundRect">
            <a:avLst>
              <a:gd name="adj" fmla="val 16667"/>
            </a:avLst>
          </a:prstGeom>
          <a:solidFill>
            <a:srgbClr val="A48EFD">
              <a:alpha val="4881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Adding Special Tokens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[CLS] He is a doctor [SEP]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1" name="Google Shape;2351;p67"/>
          <p:cNvSpPr/>
          <p:nvPr/>
        </p:nvSpPr>
        <p:spPr>
          <a:xfrm>
            <a:off x="2317850" y="3422400"/>
            <a:ext cx="4335000" cy="539400"/>
          </a:xfrm>
          <a:prstGeom prst="roundRect">
            <a:avLst>
              <a:gd name="adj" fmla="val 16667"/>
            </a:avLst>
          </a:prstGeom>
          <a:solidFill>
            <a:srgbClr val="A48EFD">
              <a:alpha val="4881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Adding PAD Tokens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[CLS] He is a doctor [SEP] [PAD] [PAD]....[PAD]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2" name="Google Shape;2352;p67"/>
          <p:cNvSpPr/>
          <p:nvPr/>
        </p:nvSpPr>
        <p:spPr>
          <a:xfrm>
            <a:off x="2317850" y="4198350"/>
            <a:ext cx="4335000" cy="539400"/>
          </a:xfrm>
          <a:prstGeom prst="roundRect">
            <a:avLst>
              <a:gd name="adj" fmla="val 16667"/>
            </a:avLst>
          </a:prstGeom>
          <a:solidFill>
            <a:srgbClr val="A48EFD">
              <a:alpha val="4881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Attention Mask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[  1,      1,   1,  1,     1,           1,        0,        0,    ….,   0 ]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53" name="Google Shape;2353;p67"/>
          <p:cNvCxnSpPr>
            <a:stCxn id="2351" idx="2"/>
            <a:endCxn id="2352" idx="0"/>
          </p:cNvCxnSpPr>
          <p:nvPr/>
        </p:nvCxnSpPr>
        <p:spPr>
          <a:xfrm>
            <a:off x="4485350" y="3961800"/>
            <a:ext cx="0" cy="23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54" name="Google Shape;2354;p67"/>
          <p:cNvCxnSpPr>
            <a:endCxn id="2351" idx="0"/>
          </p:cNvCxnSpPr>
          <p:nvPr/>
        </p:nvCxnSpPr>
        <p:spPr>
          <a:xfrm>
            <a:off x="4485350" y="3152400"/>
            <a:ext cx="0" cy="27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55" name="Google Shape;2355;p67"/>
          <p:cNvCxnSpPr>
            <a:endCxn id="2350" idx="0"/>
          </p:cNvCxnSpPr>
          <p:nvPr/>
        </p:nvCxnSpPr>
        <p:spPr>
          <a:xfrm>
            <a:off x="4485350" y="1479150"/>
            <a:ext cx="0" cy="29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56" name="Google Shape;2356;p67"/>
          <p:cNvSpPr/>
          <p:nvPr/>
        </p:nvSpPr>
        <p:spPr>
          <a:xfrm>
            <a:off x="2317850" y="2614950"/>
            <a:ext cx="4335000" cy="539400"/>
          </a:xfrm>
          <a:prstGeom prst="roundRect">
            <a:avLst>
              <a:gd name="adj" fmla="val 16667"/>
            </a:avLst>
          </a:prstGeom>
          <a:solidFill>
            <a:srgbClr val="A48EFD">
              <a:alpha val="4881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Determining Sequence Length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[CLS] He is a doctor [SEP] …… 2</a:t>
            </a:r>
            <a:r>
              <a:rPr lang="en" baseline="30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≥max len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57" name="Google Shape;2357;p67"/>
          <p:cNvCxnSpPr>
            <a:endCxn id="2356" idx="0"/>
          </p:cNvCxnSpPr>
          <p:nvPr/>
        </p:nvCxnSpPr>
        <p:spPr>
          <a:xfrm>
            <a:off x="4485350" y="2317350"/>
            <a:ext cx="0" cy="29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68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2045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Continue Pretraining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363" name="Google Shape;2363;p68"/>
          <p:cNvGrpSpPr/>
          <p:nvPr/>
        </p:nvGrpSpPr>
        <p:grpSpPr>
          <a:xfrm>
            <a:off x="3219002" y="3886209"/>
            <a:ext cx="3070595" cy="1208641"/>
            <a:chOff x="3167878" y="3343300"/>
            <a:chExt cx="2808300" cy="1105397"/>
          </a:xfrm>
        </p:grpSpPr>
        <p:sp>
          <p:nvSpPr>
            <p:cNvPr id="2364" name="Google Shape;2364;p68"/>
            <p:cNvSpPr txBox="1"/>
            <p:nvPr/>
          </p:nvSpPr>
          <p:spPr>
            <a:xfrm>
              <a:off x="3167878" y="3343300"/>
              <a:ext cx="28083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HYPERPARAMETERS</a:t>
              </a:r>
              <a:endParaRPr sz="1800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365" name="Google Shape;2365;p68"/>
            <p:cNvSpPr txBox="1"/>
            <p:nvPr/>
          </p:nvSpPr>
          <p:spPr>
            <a:xfrm>
              <a:off x="3242562" y="3706197"/>
              <a:ext cx="2723700" cy="74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Learning rate, AdamW Optimizer, Linear Scheduler, Batch Size</a:t>
              </a:r>
              <a:endParaRPr sz="12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366" name="Google Shape;2366;p68"/>
          <p:cNvGrpSpPr/>
          <p:nvPr/>
        </p:nvGrpSpPr>
        <p:grpSpPr>
          <a:xfrm>
            <a:off x="5598310" y="2595177"/>
            <a:ext cx="3070595" cy="909987"/>
            <a:chOff x="5343919" y="2162550"/>
            <a:chExt cx="2808300" cy="832254"/>
          </a:xfrm>
        </p:grpSpPr>
        <p:sp>
          <p:nvSpPr>
            <p:cNvPr id="2367" name="Google Shape;2367;p68"/>
            <p:cNvSpPr txBox="1"/>
            <p:nvPr/>
          </p:nvSpPr>
          <p:spPr>
            <a:xfrm>
              <a:off x="5343919" y="2162550"/>
              <a:ext cx="28083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LEARNING CURVE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368" name="Google Shape;2368;p68"/>
            <p:cNvSpPr txBox="1"/>
            <p:nvPr/>
          </p:nvSpPr>
          <p:spPr>
            <a:xfrm>
              <a:off x="5693575" y="2433204"/>
              <a:ext cx="1694100" cy="5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MALoR vs Epochs to see convergence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2369" name="Google Shape;2369;p68"/>
          <p:cNvSpPr/>
          <p:nvPr/>
        </p:nvSpPr>
        <p:spPr>
          <a:xfrm>
            <a:off x="2503307" y="1698275"/>
            <a:ext cx="1174200" cy="811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0" name="Google Shape;2370;p68"/>
          <p:cNvSpPr/>
          <p:nvPr/>
        </p:nvSpPr>
        <p:spPr>
          <a:xfrm>
            <a:off x="4167034" y="3001601"/>
            <a:ext cx="1174200" cy="811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1" name="Google Shape;2371;p68"/>
          <p:cNvSpPr/>
          <p:nvPr/>
        </p:nvSpPr>
        <p:spPr>
          <a:xfrm>
            <a:off x="5830701" y="1698275"/>
            <a:ext cx="1174200" cy="811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2" name="Google Shape;2372;p68"/>
          <p:cNvGrpSpPr/>
          <p:nvPr/>
        </p:nvGrpSpPr>
        <p:grpSpPr>
          <a:xfrm>
            <a:off x="1295888" y="2595175"/>
            <a:ext cx="2309589" cy="977992"/>
            <a:chOff x="1409006" y="2162548"/>
            <a:chExt cx="2112300" cy="894450"/>
          </a:xfrm>
        </p:grpSpPr>
        <p:sp>
          <p:nvSpPr>
            <p:cNvPr id="2373" name="Google Shape;2373;p68"/>
            <p:cNvSpPr txBox="1"/>
            <p:nvPr/>
          </p:nvSpPr>
          <p:spPr>
            <a:xfrm>
              <a:off x="1409006" y="2162548"/>
              <a:ext cx="21123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MASKING INPUTS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374" name="Google Shape;2374;p68"/>
            <p:cNvSpPr txBox="1"/>
            <p:nvPr/>
          </p:nvSpPr>
          <p:spPr>
            <a:xfrm>
              <a:off x="1796311" y="2495398"/>
              <a:ext cx="1651500" cy="5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80% MASK</a:t>
              </a:r>
              <a:br>
                <a:rPr lang="en" sz="12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 sz="12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10% random</a:t>
              </a:r>
              <a:br>
                <a:rPr lang="en" sz="12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</a:br>
              <a:r>
                <a:rPr lang="en" sz="12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10% unchanged</a:t>
              </a:r>
              <a:endParaRPr sz="12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375" name="Google Shape;2375;p68"/>
          <p:cNvGrpSpPr/>
          <p:nvPr/>
        </p:nvGrpSpPr>
        <p:grpSpPr>
          <a:xfrm>
            <a:off x="2882721" y="1904081"/>
            <a:ext cx="415391" cy="400214"/>
            <a:chOff x="-63665750" y="1914325"/>
            <a:chExt cx="328450" cy="316450"/>
          </a:xfrm>
        </p:grpSpPr>
        <p:sp>
          <p:nvSpPr>
            <p:cNvPr id="2376" name="Google Shape;2376;p68"/>
            <p:cNvSpPr/>
            <p:nvPr/>
          </p:nvSpPr>
          <p:spPr>
            <a:xfrm>
              <a:off x="-63665750" y="1914325"/>
              <a:ext cx="328450" cy="316450"/>
            </a:xfrm>
            <a:custGeom>
              <a:avLst/>
              <a:gdLst/>
              <a:ahLst/>
              <a:cxnLst/>
              <a:rect l="l" t="t" r="r" b="b"/>
              <a:pathLst>
                <a:path w="13138" h="12658" extrusionOk="0">
                  <a:moveTo>
                    <a:pt x="8144" y="835"/>
                  </a:moveTo>
                  <a:cubicBezTo>
                    <a:pt x="9097" y="835"/>
                    <a:pt x="10050" y="1197"/>
                    <a:pt x="10775" y="1922"/>
                  </a:cubicBezTo>
                  <a:cubicBezTo>
                    <a:pt x="12256" y="3371"/>
                    <a:pt x="12256" y="5734"/>
                    <a:pt x="10775" y="7183"/>
                  </a:cubicBezTo>
                  <a:cubicBezTo>
                    <a:pt x="10050" y="7908"/>
                    <a:pt x="9097" y="8270"/>
                    <a:pt x="8144" y="8270"/>
                  </a:cubicBezTo>
                  <a:cubicBezTo>
                    <a:pt x="7191" y="8270"/>
                    <a:pt x="6238" y="7908"/>
                    <a:pt x="5513" y="7183"/>
                  </a:cubicBezTo>
                  <a:cubicBezTo>
                    <a:pt x="4064" y="5734"/>
                    <a:pt x="4064" y="3371"/>
                    <a:pt x="5513" y="1922"/>
                  </a:cubicBezTo>
                  <a:cubicBezTo>
                    <a:pt x="6238" y="1197"/>
                    <a:pt x="7191" y="835"/>
                    <a:pt x="8144" y="835"/>
                  </a:cubicBezTo>
                  <a:close/>
                  <a:moveTo>
                    <a:pt x="3466" y="8632"/>
                  </a:moveTo>
                  <a:lnTo>
                    <a:pt x="4064" y="9231"/>
                  </a:lnTo>
                  <a:lnTo>
                    <a:pt x="1607" y="11688"/>
                  </a:lnTo>
                  <a:lnTo>
                    <a:pt x="1008" y="11090"/>
                  </a:lnTo>
                  <a:lnTo>
                    <a:pt x="3466" y="8632"/>
                  </a:lnTo>
                  <a:close/>
                  <a:moveTo>
                    <a:pt x="8172" y="0"/>
                  </a:moveTo>
                  <a:cubicBezTo>
                    <a:pt x="7010" y="0"/>
                    <a:pt x="5844" y="441"/>
                    <a:pt x="4946" y="1323"/>
                  </a:cubicBezTo>
                  <a:cubicBezTo>
                    <a:pt x="3277" y="3024"/>
                    <a:pt x="3182" y="5671"/>
                    <a:pt x="4694" y="7467"/>
                  </a:cubicBezTo>
                  <a:lnTo>
                    <a:pt x="4096" y="8065"/>
                  </a:lnTo>
                  <a:lnTo>
                    <a:pt x="3214" y="7183"/>
                  </a:lnTo>
                  <a:cubicBezTo>
                    <a:pt x="3151" y="7104"/>
                    <a:pt x="3048" y="7065"/>
                    <a:pt x="2942" y="7065"/>
                  </a:cubicBezTo>
                  <a:cubicBezTo>
                    <a:pt x="2836" y="7065"/>
                    <a:pt x="2725" y="7104"/>
                    <a:pt x="2646" y="7183"/>
                  </a:cubicBezTo>
                  <a:cubicBezTo>
                    <a:pt x="2489" y="7341"/>
                    <a:pt x="2489" y="7624"/>
                    <a:pt x="2646" y="7782"/>
                  </a:cubicBezTo>
                  <a:lnTo>
                    <a:pt x="2899" y="8065"/>
                  </a:lnTo>
                  <a:lnTo>
                    <a:pt x="158" y="10806"/>
                  </a:lnTo>
                  <a:cubicBezTo>
                    <a:pt x="0" y="10964"/>
                    <a:pt x="0" y="11247"/>
                    <a:pt x="158" y="11405"/>
                  </a:cubicBezTo>
                  <a:lnTo>
                    <a:pt x="1292" y="12539"/>
                  </a:lnTo>
                  <a:cubicBezTo>
                    <a:pt x="1371" y="12618"/>
                    <a:pt x="1481" y="12657"/>
                    <a:pt x="1591" y="12657"/>
                  </a:cubicBezTo>
                  <a:cubicBezTo>
                    <a:pt x="1701" y="12657"/>
                    <a:pt x="1812" y="12618"/>
                    <a:pt x="1890" y="12539"/>
                  </a:cubicBezTo>
                  <a:lnTo>
                    <a:pt x="4631" y="9798"/>
                  </a:lnTo>
                  <a:lnTo>
                    <a:pt x="4915" y="10050"/>
                  </a:lnTo>
                  <a:cubicBezTo>
                    <a:pt x="4994" y="10129"/>
                    <a:pt x="5104" y="10168"/>
                    <a:pt x="5214" y="10168"/>
                  </a:cubicBezTo>
                  <a:cubicBezTo>
                    <a:pt x="5324" y="10168"/>
                    <a:pt x="5435" y="10129"/>
                    <a:pt x="5513" y="10050"/>
                  </a:cubicBezTo>
                  <a:cubicBezTo>
                    <a:pt x="5671" y="9893"/>
                    <a:pt x="5671" y="9640"/>
                    <a:pt x="5513" y="9483"/>
                  </a:cubicBezTo>
                  <a:lnTo>
                    <a:pt x="4631" y="8601"/>
                  </a:lnTo>
                  <a:lnTo>
                    <a:pt x="5230" y="8034"/>
                  </a:lnTo>
                  <a:cubicBezTo>
                    <a:pt x="6059" y="8730"/>
                    <a:pt x="7090" y="9078"/>
                    <a:pt x="8127" y="9078"/>
                  </a:cubicBezTo>
                  <a:cubicBezTo>
                    <a:pt x="9296" y="9078"/>
                    <a:pt x="10472" y="8635"/>
                    <a:pt x="11373" y="7750"/>
                  </a:cubicBezTo>
                  <a:cubicBezTo>
                    <a:pt x="13138" y="5986"/>
                    <a:pt x="13138" y="3087"/>
                    <a:pt x="11373" y="1323"/>
                  </a:cubicBezTo>
                  <a:cubicBezTo>
                    <a:pt x="10491" y="441"/>
                    <a:pt x="9333" y="0"/>
                    <a:pt x="81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68"/>
            <p:cNvSpPr/>
            <p:nvPr/>
          </p:nvSpPr>
          <p:spPr>
            <a:xfrm>
              <a:off x="-63524775" y="1955275"/>
              <a:ext cx="123675" cy="134700"/>
            </a:xfrm>
            <a:custGeom>
              <a:avLst/>
              <a:gdLst/>
              <a:ahLst/>
              <a:cxnLst/>
              <a:rect l="l" t="t" r="r" b="b"/>
              <a:pathLst>
                <a:path w="4947" h="5388" extrusionOk="0">
                  <a:moveTo>
                    <a:pt x="2458" y="882"/>
                  </a:moveTo>
                  <a:cubicBezTo>
                    <a:pt x="2930" y="882"/>
                    <a:pt x="3308" y="1229"/>
                    <a:pt x="3308" y="1702"/>
                  </a:cubicBezTo>
                  <a:cubicBezTo>
                    <a:pt x="3308" y="2174"/>
                    <a:pt x="2962" y="2521"/>
                    <a:pt x="2458" y="2521"/>
                  </a:cubicBezTo>
                  <a:cubicBezTo>
                    <a:pt x="1985" y="2521"/>
                    <a:pt x="1639" y="2174"/>
                    <a:pt x="1639" y="1702"/>
                  </a:cubicBezTo>
                  <a:cubicBezTo>
                    <a:pt x="1639" y="1229"/>
                    <a:pt x="2048" y="882"/>
                    <a:pt x="2458" y="882"/>
                  </a:cubicBezTo>
                  <a:close/>
                  <a:moveTo>
                    <a:pt x="2458" y="3340"/>
                  </a:moveTo>
                  <a:cubicBezTo>
                    <a:pt x="3245" y="3340"/>
                    <a:pt x="3876" y="3875"/>
                    <a:pt x="4096" y="4600"/>
                  </a:cubicBezTo>
                  <a:lnTo>
                    <a:pt x="883" y="4600"/>
                  </a:lnTo>
                  <a:cubicBezTo>
                    <a:pt x="1040" y="3875"/>
                    <a:pt x="1733" y="3340"/>
                    <a:pt x="2458" y="3340"/>
                  </a:cubicBezTo>
                  <a:close/>
                  <a:moveTo>
                    <a:pt x="2458" y="0"/>
                  </a:moveTo>
                  <a:cubicBezTo>
                    <a:pt x="1576" y="0"/>
                    <a:pt x="820" y="756"/>
                    <a:pt x="820" y="1670"/>
                  </a:cubicBezTo>
                  <a:cubicBezTo>
                    <a:pt x="820" y="2080"/>
                    <a:pt x="977" y="2489"/>
                    <a:pt x="1292" y="2804"/>
                  </a:cubicBezTo>
                  <a:cubicBezTo>
                    <a:pt x="536" y="3245"/>
                    <a:pt x="0" y="4033"/>
                    <a:pt x="0" y="4978"/>
                  </a:cubicBezTo>
                  <a:cubicBezTo>
                    <a:pt x="0" y="5230"/>
                    <a:pt x="189" y="5388"/>
                    <a:pt x="410" y="5388"/>
                  </a:cubicBezTo>
                  <a:lnTo>
                    <a:pt x="4569" y="5388"/>
                  </a:lnTo>
                  <a:cubicBezTo>
                    <a:pt x="4789" y="5388"/>
                    <a:pt x="4947" y="5199"/>
                    <a:pt x="4947" y="4978"/>
                  </a:cubicBezTo>
                  <a:cubicBezTo>
                    <a:pt x="4947" y="4033"/>
                    <a:pt x="4443" y="3245"/>
                    <a:pt x="3655" y="2804"/>
                  </a:cubicBezTo>
                  <a:cubicBezTo>
                    <a:pt x="3939" y="2489"/>
                    <a:pt x="4128" y="2080"/>
                    <a:pt x="4128" y="1670"/>
                  </a:cubicBezTo>
                  <a:cubicBezTo>
                    <a:pt x="4128" y="756"/>
                    <a:pt x="3371" y="0"/>
                    <a:pt x="2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78" name="Google Shape;2378;p68"/>
          <p:cNvCxnSpPr>
            <a:stCxn id="2369" idx="6"/>
            <a:endCxn id="2370" idx="2"/>
          </p:cNvCxnSpPr>
          <p:nvPr/>
        </p:nvCxnSpPr>
        <p:spPr>
          <a:xfrm>
            <a:off x="3677507" y="2104175"/>
            <a:ext cx="489600" cy="13032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79" name="Google Shape;2379;p68"/>
          <p:cNvCxnSpPr>
            <a:stCxn id="2370" idx="6"/>
            <a:endCxn id="2371" idx="2"/>
          </p:cNvCxnSpPr>
          <p:nvPr/>
        </p:nvCxnSpPr>
        <p:spPr>
          <a:xfrm rot="10800000" flipH="1">
            <a:off x="5341234" y="2104301"/>
            <a:ext cx="489600" cy="1303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2380" name="Google Shape;2380;p68"/>
          <p:cNvGrpSpPr/>
          <p:nvPr/>
        </p:nvGrpSpPr>
        <p:grpSpPr>
          <a:xfrm>
            <a:off x="4562138" y="3216526"/>
            <a:ext cx="384127" cy="382128"/>
            <a:chOff x="685475" y="2318350"/>
            <a:chExt cx="297750" cy="296200"/>
          </a:xfrm>
        </p:grpSpPr>
        <p:sp>
          <p:nvSpPr>
            <p:cNvPr id="2381" name="Google Shape;2381;p68"/>
            <p:cNvSpPr/>
            <p:nvPr/>
          </p:nvSpPr>
          <p:spPr>
            <a:xfrm>
              <a:off x="685475" y="2371925"/>
              <a:ext cx="142600" cy="241975"/>
            </a:xfrm>
            <a:custGeom>
              <a:avLst/>
              <a:gdLst/>
              <a:ahLst/>
              <a:cxnLst/>
              <a:rect l="l" t="t" r="r" b="b"/>
              <a:pathLst>
                <a:path w="5704" h="9679" extrusionOk="0">
                  <a:moveTo>
                    <a:pt x="2080" y="662"/>
                  </a:moveTo>
                  <a:cubicBezTo>
                    <a:pt x="2458" y="662"/>
                    <a:pt x="2773" y="977"/>
                    <a:pt x="2773" y="1387"/>
                  </a:cubicBezTo>
                  <a:cubicBezTo>
                    <a:pt x="2773" y="1765"/>
                    <a:pt x="2458" y="2080"/>
                    <a:pt x="2080" y="2080"/>
                  </a:cubicBezTo>
                  <a:cubicBezTo>
                    <a:pt x="1671" y="2080"/>
                    <a:pt x="1356" y="1765"/>
                    <a:pt x="1356" y="1387"/>
                  </a:cubicBezTo>
                  <a:cubicBezTo>
                    <a:pt x="1356" y="977"/>
                    <a:pt x="1734" y="662"/>
                    <a:pt x="2080" y="662"/>
                  </a:cubicBezTo>
                  <a:close/>
                  <a:moveTo>
                    <a:pt x="2962" y="6900"/>
                  </a:moveTo>
                  <a:lnTo>
                    <a:pt x="3120" y="7593"/>
                  </a:lnTo>
                  <a:lnTo>
                    <a:pt x="1135" y="7593"/>
                  </a:lnTo>
                  <a:lnTo>
                    <a:pt x="1293" y="6900"/>
                  </a:lnTo>
                  <a:close/>
                  <a:moveTo>
                    <a:pt x="1742" y="2767"/>
                  </a:moveTo>
                  <a:cubicBezTo>
                    <a:pt x="1866" y="2767"/>
                    <a:pt x="1991" y="2831"/>
                    <a:pt x="2049" y="2962"/>
                  </a:cubicBezTo>
                  <a:lnTo>
                    <a:pt x="2553" y="3938"/>
                  </a:lnTo>
                  <a:cubicBezTo>
                    <a:pt x="2584" y="4064"/>
                    <a:pt x="2742" y="4127"/>
                    <a:pt x="2868" y="4127"/>
                  </a:cubicBezTo>
                  <a:lnTo>
                    <a:pt x="3813" y="4127"/>
                  </a:lnTo>
                  <a:cubicBezTo>
                    <a:pt x="4002" y="4127"/>
                    <a:pt x="4159" y="4285"/>
                    <a:pt x="4159" y="4474"/>
                  </a:cubicBezTo>
                  <a:cubicBezTo>
                    <a:pt x="4159" y="4695"/>
                    <a:pt x="4002" y="4852"/>
                    <a:pt x="3813" y="4852"/>
                  </a:cubicBezTo>
                  <a:lnTo>
                    <a:pt x="2427" y="4852"/>
                  </a:lnTo>
                  <a:cubicBezTo>
                    <a:pt x="2301" y="4852"/>
                    <a:pt x="2175" y="4758"/>
                    <a:pt x="2112" y="4631"/>
                  </a:cubicBezTo>
                  <a:cubicBezTo>
                    <a:pt x="2042" y="4515"/>
                    <a:pt x="1919" y="4450"/>
                    <a:pt x="1784" y="4450"/>
                  </a:cubicBezTo>
                  <a:cubicBezTo>
                    <a:pt x="1737" y="4450"/>
                    <a:pt x="1688" y="4458"/>
                    <a:pt x="1639" y="4474"/>
                  </a:cubicBezTo>
                  <a:cubicBezTo>
                    <a:pt x="1482" y="4568"/>
                    <a:pt x="1387" y="4758"/>
                    <a:pt x="1482" y="4947"/>
                  </a:cubicBezTo>
                  <a:cubicBezTo>
                    <a:pt x="1671" y="5325"/>
                    <a:pt x="2017" y="5545"/>
                    <a:pt x="2427" y="5545"/>
                  </a:cubicBezTo>
                  <a:lnTo>
                    <a:pt x="3813" y="5545"/>
                  </a:lnTo>
                  <a:cubicBezTo>
                    <a:pt x="3970" y="5545"/>
                    <a:pt x="4128" y="5671"/>
                    <a:pt x="4159" y="5829"/>
                  </a:cubicBezTo>
                  <a:lnTo>
                    <a:pt x="4853" y="8570"/>
                  </a:lnTo>
                  <a:cubicBezTo>
                    <a:pt x="4916" y="8790"/>
                    <a:pt x="4790" y="8979"/>
                    <a:pt x="4632" y="9011"/>
                  </a:cubicBezTo>
                  <a:cubicBezTo>
                    <a:pt x="4608" y="9015"/>
                    <a:pt x="4584" y="9017"/>
                    <a:pt x="4560" y="9017"/>
                  </a:cubicBezTo>
                  <a:cubicBezTo>
                    <a:pt x="4403" y="9017"/>
                    <a:pt x="4273" y="8927"/>
                    <a:pt x="4191" y="8790"/>
                  </a:cubicBezTo>
                  <a:lnTo>
                    <a:pt x="3655" y="6522"/>
                  </a:lnTo>
                  <a:cubicBezTo>
                    <a:pt x="3592" y="6364"/>
                    <a:pt x="3498" y="6270"/>
                    <a:pt x="3277" y="6270"/>
                  </a:cubicBezTo>
                  <a:lnTo>
                    <a:pt x="1040" y="6270"/>
                  </a:lnTo>
                  <a:cubicBezTo>
                    <a:pt x="914" y="6270"/>
                    <a:pt x="851" y="6207"/>
                    <a:pt x="757" y="6144"/>
                  </a:cubicBezTo>
                  <a:cubicBezTo>
                    <a:pt x="694" y="5986"/>
                    <a:pt x="694" y="5892"/>
                    <a:pt x="694" y="5797"/>
                  </a:cubicBezTo>
                  <a:lnTo>
                    <a:pt x="1419" y="3025"/>
                  </a:lnTo>
                  <a:cubicBezTo>
                    <a:pt x="1453" y="2855"/>
                    <a:pt x="1597" y="2767"/>
                    <a:pt x="1742" y="2767"/>
                  </a:cubicBezTo>
                  <a:close/>
                  <a:moveTo>
                    <a:pt x="2143" y="0"/>
                  </a:moveTo>
                  <a:cubicBezTo>
                    <a:pt x="1419" y="0"/>
                    <a:pt x="788" y="630"/>
                    <a:pt x="788" y="1387"/>
                  </a:cubicBezTo>
                  <a:cubicBezTo>
                    <a:pt x="788" y="1733"/>
                    <a:pt x="946" y="2080"/>
                    <a:pt x="1135" y="2332"/>
                  </a:cubicBezTo>
                  <a:cubicBezTo>
                    <a:pt x="977" y="2426"/>
                    <a:pt x="851" y="2647"/>
                    <a:pt x="788" y="2867"/>
                  </a:cubicBezTo>
                  <a:lnTo>
                    <a:pt x="64" y="5640"/>
                  </a:lnTo>
                  <a:cubicBezTo>
                    <a:pt x="1" y="5955"/>
                    <a:pt x="64" y="6270"/>
                    <a:pt x="253" y="6522"/>
                  </a:cubicBezTo>
                  <a:cubicBezTo>
                    <a:pt x="347" y="6648"/>
                    <a:pt x="473" y="6774"/>
                    <a:pt x="631" y="6805"/>
                  </a:cubicBezTo>
                  <a:lnTo>
                    <a:pt x="32" y="9263"/>
                  </a:lnTo>
                  <a:cubicBezTo>
                    <a:pt x="1" y="9452"/>
                    <a:pt x="95" y="9609"/>
                    <a:pt x="253" y="9672"/>
                  </a:cubicBezTo>
                  <a:cubicBezTo>
                    <a:pt x="281" y="9676"/>
                    <a:pt x="309" y="9678"/>
                    <a:pt x="335" y="9678"/>
                  </a:cubicBezTo>
                  <a:cubicBezTo>
                    <a:pt x="513" y="9678"/>
                    <a:pt x="639" y="9589"/>
                    <a:pt x="694" y="9452"/>
                  </a:cubicBezTo>
                  <a:lnTo>
                    <a:pt x="977" y="8318"/>
                  </a:lnTo>
                  <a:lnTo>
                    <a:pt x="3372" y="8318"/>
                  </a:lnTo>
                  <a:lnTo>
                    <a:pt x="3529" y="8885"/>
                  </a:lnTo>
                  <a:cubicBezTo>
                    <a:pt x="3661" y="9359"/>
                    <a:pt x="4079" y="9679"/>
                    <a:pt x="4526" y="9679"/>
                  </a:cubicBezTo>
                  <a:cubicBezTo>
                    <a:pt x="4613" y="9679"/>
                    <a:pt x="4702" y="9667"/>
                    <a:pt x="4790" y="9641"/>
                  </a:cubicBezTo>
                  <a:cubicBezTo>
                    <a:pt x="5357" y="9483"/>
                    <a:pt x="5703" y="8916"/>
                    <a:pt x="5546" y="8381"/>
                  </a:cubicBezTo>
                  <a:lnTo>
                    <a:pt x="4821" y="5640"/>
                  </a:lnTo>
                  <a:cubicBezTo>
                    <a:pt x="4790" y="5482"/>
                    <a:pt x="4727" y="5325"/>
                    <a:pt x="4601" y="5199"/>
                  </a:cubicBezTo>
                  <a:cubicBezTo>
                    <a:pt x="4758" y="5010"/>
                    <a:pt x="4884" y="4758"/>
                    <a:pt x="4884" y="4474"/>
                  </a:cubicBezTo>
                  <a:cubicBezTo>
                    <a:pt x="4884" y="3907"/>
                    <a:pt x="4412" y="3466"/>
                    <a:pt x="3844" y="3466"/>
                  </a:cubicBezTo>
                  <a:lnTo>
                    <a:pt x="3088" y="3466"/>
                  </a:lnTo>
                  <a:lnTo>
                    <a:pt x="2710" y="2647"/>
                  </a:lnTo>
                  <a:cubicBezTo>
                    <a:pt x="3183" y="2395"/>
                    <a:pt x="3529" y="1922"/>
                    <a:pt x="3529" y="1387"/>
                  </a:cubicBezTo>
                  <a:cubicBezTo>
                    <a:pt x="3529" y="630"/>
                    <a:pt x="2899" y="0"/>
                    <a:pt x="2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68"/>
            <p:cNvSpPr/>
            <p:nvPr/>
          </p:nvSpPr>
          <p:spPr>
            <a:xfrm>
              <a:off x="839850" y="2371925"/>
              <a:ext cx="143375" cy="242625"/>
            </a:xfrm>
            <a:custGeom>
              <a:avLst/>
              <a:gdLst/>
              <a:ahLst/>
              <a:cxnLst/>
              <a:rect l="l" t="t" r="r" b="b"/>
              <a:pathLst>
                <a:path w="5735" h="9705" extrusionOk="0">
                  <a:moveTo>
                    <a:pt x="3624" y="662"/>
                  </a:moveTo>
                  <a:cubicBezTo>
                    <a:pt x="4002" y="662"/>
                    <a:pt x="4317" y="977"/>
                    <a:pt x="4317" y="1355"/>
                  </a:cubicBezTo>
                  <a:cubicBezTo>
                    <a:pt x="4317" y="1765"/>
                    <a:pt x="4002" y="2080"/>
                    <a:pt x="3624" y="2080"/>
                  </a:cubicBezTo>
                  <a:cubicBezTo>
                    <a:pt x="3214" y="2080"/>
                    <a:pt x="2899" y="1765"/>
                    <a:pt x="2899" y="1355"/>
                  </a:cubicBezTo>
                  <a:cubicBezTo>
                    <a:pt x="2899" y="977"/>
                    <a:pt x="3214" y="662"/>
                    <a:pt x="3624" y="662"/>
                  </a:cubicBezTo>
                  <a:close/>
                  <a:moveTo>
                    <a:pt x="4317" y="6900"/>
                  </a:moveTo>
                  <a:lnTo>
                    <a:pt x="4474" y="7593"/>
                  </a:lnTo>
                  <a:lnTo>
                    <a:pt x="2490" y="7593"/>
                  </a:lnTo>
                  <a:lnTo>
                    <a:pt x="2647" y="6900"/>
                  </a:lnTo>
                  <a:close/>
                  <a:moveTo>
                    <a:pt x="3962" y="2731"/>
                  </a:moveTo>
                  <a:cubicBezTo>
                    <a:pt x="4108" y="2731"/>
                    <a:pt x="4250" y="2818"/>
                    <a:pt x="4285" y="2993"/>
                  </a:cubicBezTo>
                  <a:lnTo>
                    <a:pt x="4979" y="5734"/>
                  </a:lnTo>
                  <a:cubicBezTo>
                    <a:pt x="5010" y="6018"/>
                    <a:pt x="4853" y="6207"/>
                    <a:pt x="4632" y="6207"/>
                  </a:cubicBezTo>
                  <a:lnTo>
                    <a:pt x="2395" y="6207"/>
                  </a:lnTo>
                  <a:cubicBezTo>
                    <a:pt x="2238" y="6207"/>
                    <a:pt x="2080" y="6333"/>
                    <a:pt x="2049" y="6490"/>
                  </a:cubicBezTo>
                  <a:lnTo>
                    <a:pt x="1482" y="8727"/>
                  </a:lnTo>
                  <a:cubicBezTo>
                    <a:pt x="1456" y="8883"/>
                    <a:pt x="1323" y="8996"/>
                    <a:pt x="1154" y="8996"/>
                  </a:cubicBezTo>
                  <a:cubicBezTo>
                    <a:pt x="1118" y="8996"/>
                    <a:pt x="1080" y="8990"/>
                    <a:pt x="1040" y="8979"/>
                  </a:cubicBezTo>
                  <a:cubicBezTo>
                    <a:pt x="851" y="8916"/>
                    <a:pt x="725" y="8727"/>
                    <a:pt x="820" y="8538"/>
                  </a:cubicBezTo>
                  <a:lnTo>
                    <a:pt x="1513" y="5766"/>
                  </a:lnTo>
                  <a:cubicBezTo>
                    <a:pt x="1576" y="5608"/>
                    <a:pt x="1671" y="5514"/>
                    <a:pt x="1891" y="5514"/>
                  </a:cubicBezTo>
                  <a:lnTo>
                    <a:pt x="3246" y="5514"/>
                  </a:lnTo>
                  <a:cubicBezTo>
                    <a:pt x="3655" y="5514"/>
                    <a:pt x="4002" y="5262"/>
                    <a:pt x="4222" y="4915"/>
                  </a:cubicBezTo>
                  <a:cubicBezTo>
                    <a:pt x="4285" y="4758"/>
                    <a:pt x="4222" y="4537"/>
                    <a:pt x="4033" y="4442"/>
                  </a:cubicBezTo>
                  <a:cubicBezTo>
                    <a:pt x="3993" y="4426"/>
                    <a:pt x="3948" y="4418"/>
                    <a:pt x="3902" y="4418"/>
                  </a:cubicBezTo>
                  <a:cubicBezTo>
                    <a:pt x="3770" y="4418"/>
                    <a:pt x="3631" y="4483"/>
                    <a:pt x="3561" y="4600"/>
                  </a:cubicBezTo>
                  <a:cubicBezTo>
                    <a:pt x="3529" y="4726"/>
                    <a:pt x="3372" y="4789"/>
                    <a:pt x="3246" y="4789"/>
                  </a:cubicBezTo>
                  <a:lnTo>
                    <a:pt x="1891" y="4789"/>
                  </a:lnTo>
                  <a:cubicBezTo>
                    <a:pt x="1671" y="4789"/>
                    <a:pt x="1513" y="4631"/>
                    <a:pt x="1513" y="4442"/>
                  </a:cubicBezTo>
                  <a:cubicBezTo>
                    <a:pt x="1513" y="4253"/>
                    <a:pt x="1671" y="4096"/>
                    <a:pt x="1891" y="4096"/>
                  </a:cubicBezTo>
                  <a:lnTo>
                    <a:pt x="2836" y="4096"/>
                  </a:lnTo>
                  <a:cubicBezTo>
                    <a:pt x="2931" y="4096"/>
                    <a:pt x="3057" y="4001"/>
                    <a:pt x="3151" y="3907"/>
                  </a:cubicBezTo>
                  <a:cubicBezTo>
                    <a:pt x="3151" y="3844"/>
                    <a:pt x="3655" y="2899"/>
                    <a:pt x="3655" y="2899"/>
                  </a:cubicBezTo>
                  <a:cubicBezTo>
                    <a:pt x="3725" y="2787"/>
                    <a:pt x="3845" y="2731"/>
                    <a:pt x="3962" y="2731"/>
                  </a:cubicBezTo>
                  <a:close/>
                  <a:moveTo>
                    <a:pt x="3529" y="0"/>
                  </a:moveTo>
                  <a:cubicBezTo>
                    <a:pt x="2805" y="0"/>
                    <a:pt x="2175" y="630"/>
                    <a:pt x="2175" y="1355"/>
                  </a:cubicBezTo>
                  <a:cubicBezTo>
                    <a:pt x="2175" y="1922"/>
                    <a:pt x="2490" y="2395"/>
                    <a:pt x="2994" y="2615"/>
                  </a:cubicBezTo>
                  <a:lnTo>
                    <a:pt x="2584" y="3466"/>
                  </a:lnTo>
                  <a:lnTo>
                    <a:pt x="1860" y="3466"/>
                  </a:lnTo>
                  <a:cubicBezTo>
                    <a:pt x="1261" y="3466"/>
                    <a:pt x="820" y="3938"/>
                    <a:pt x="820" y="4474"/>
                  </a:cubicBezTo>
                  <a:cubicBezTo>
                    <a:pt x="820" y="4758"/>
                    <a:pt x="946" y="4978"/>
                    <a:pt x="1103" y="5199"/>
                  </a:cubicBezTo>
                  <a:cubicBezTo>
                    <a:pt x="977" y="5325"/>
                    <a:pt x="914" y="5451"/>
                    <a:pt x="851" y="5608"/>
                  </a:cubicBezTo>
                  <a:lnTo>
                    <a:pt x="158" y="8381"/>
                  </a:lnTo>
                  <a:cubicBezTo>
                    <a:pt x="1" y="8916"/>
                    <a:pt x="347" y="9483"/>
                    <a:pt x="914" y="9641"/>
                  </a:cubicBezTo>
                  <a:cubicBezTo>
                    <a:pt x="1002" y="9667"/>
                    <a:pt x="1091" y="9679"/>
                    <a:pt x="1178" y="9679"/>
                  </a:cubicBezTo>
                  <a:cubicBezTo>
                    <a:pt x="1624" y="9679"/>
                    <a:pt x="2038" y="9359"/>
                    <a:pt x="2143" y="8885"/>
                  </a:cubicBezTo>
                  <a:lnTo>
                    <a:pt x="2332" y="8286"/>
                  </a:lnTo>
                  <a:lnTo>
                    <a:pt x="4695" y="8286"/>
                  </a:lnTo>
                  <a:lnTo>
                    <a:pt x="4947" y="9452"/>
                  </a:lnTo>
                  <a:cubicBezTo>
                    <a:pt x="4995" y="9597"/>
                    <a:pt x="5118" y="9704"/>
                    <a:pt x="5257" y="9704"/>
                  </a:cubicBezTo>
                  <a:cubicBezTo>
                    <a:pt x="5300" y="9704"/>
                    <a:pt x="5344" y="9694"/>
                    <a:pt x="5388" y="9672"/>
                  </a:cubicBezTo>
                  <a:cubicBezTo>
                    <a:pt x="5577" y="9641"/>
                    <a:pt x="5703" y="9452"/>
                    <a:pt x="5609" y="9231"/>
                  </a:cubicBezTo>
                  <a:lnTo>
                    <a:pt x="5042" y="6805"/>
                  </a:lnTo>
                  <a:cubicBezTo>
                    <a:pt x="5514" y="6616"/>
                    <a:pt x="5735" y="6144"/>
                    <a:pt x="5640" y="5640"/>
                  </a:cubicBezTo>
                  <a:lnTo>
                    <a:pt x="4916" y="2867"/>
                  </a:lnTo>
                  <a:cubicBezTo>
                    <a:pt x="4884" y="2647"/>
                    <a:pt x="4758" y="2489"/>
                    <a:pt x="4569" y="2332"/>
                  </a:cubicBezTo>
                  <a:cubicBezTo>
                    <a:pt x="4790" y="2080"/>
                    <a:pt x="4916" y="1733"/>
                    <a:pt x="4916" y="1355"/>
                  </a:cubicBezTo>
                  <a:cubicBezTo>
                    <a:pt x="4916" y="630"/>
                    <a:pt x="4285" y="0"/>
                    <a:pt x="35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68"/>
            <p:cNvSpPr/>
            <p:nvPr/>
          </p:nvSpPr>
          <p:spPr>
            <a:xfrm>
              <a:off x="772900" y="2318350"/>
              <a:ext cx="122125" cy="105075"/>
            </a:xfrm>
            <a:custGeom>
              <a:avLst/>
              <a:gdLst/>
              <a:ahLst/>
              <a:cxnLst/>
              <a:rect l="l" t="t" r="r" b="b"/>
              <a:pathLst>
                <a:path w="4885" h="4203" extrusionOk="0">
                  <a:moveTo>
                    <a:pt x="3844" y="631"/>
                  </a:moveTo>
                  <a:cubicBezTo>
                    <a:pt x="4034" y="631"/>
                    <a:pt x="4223" y="789"/>
                    <a:pt x="4223" y="978"/>
                  </a:cubicBezTo>
                  <a:lnTo>
                    <a:pt x="4223" y="1734"/>
                  </a:lnTo>
                  <a:cubicBezTo>
                    <a:pt x="4223" y="1923"/>
                    <a:pt x="4034" y="2112"/>
                    <a:pt x="3844" y="2112"/>
                  </a:cubicBezTo>
                  <a:cubicBezTo>
                    <a:pt x="3655" y="2143"/>
                    <a:pt x="3498" y="2301"/>
                    <a:pt x="3498" y="2458"/>
                  </a:cubicBezTo>
                  <a:lnTo>
                    <a:pt x="3498" y="2994"/>
                  </a:lnTo>
                  <a:lnTo>
                    <a:pt x="2679" y="2206"/>
                  </a:lnTo>
                  <a:cubicBezTo>
                    <a:pt x="2584" y="2143"/>
                    <a:pt x="2521" y="2112"/>
                    <a:pt x="2427" y="2112"/>
                  </a:cubicBezTo>
                  <a:lnTo>
                    <a:pt x="1009" y="2112"/>
                  </a:lnTo>
                  <a:cubicBezTo>
                    <a:pt x="820" y="2112"/>
                    <a:pt x="662" y="1923"/>
                    <a:pt x="662" y="1734"/>
                  </a:cubicBezTo>
                  <a:lnTo>
                    <a:pt x="662" y="978"/>
                  </a:lnTo>
                  <a:cubicBezTo>
                    <a:pt x="662" y="789"/>
                    <a:pt x="820" y="631"/>
                    <a:pt x="1009" y="631"/>
                  </a:cubicBezTo>
                  <a:close/>
                  <a:moveTo>
                    <a:pt x="1009" y="1"/>
                  </a:moveTo>
                  <a:cubicBezTo>
                    <a:pt x="442" y="1"/>
                    <a:pt x="1" y="474"/>
                    <a:pt x="1" y="1041"/>
                  </a:cubicBezTo>
                  <a:lnTo>
                    <a:pt x="1" y="1765"/>
                  </a:lnTo>
                  <a:cubicBezTo>
                    <a:pt x="1" y="2364"/>
                    <a:pt x="473" y="2805"/>
                    <a:pt x="1009" y="2805"/>
                  </a:cubicBezTo>
                  <a:lnTo>
                    <a:pt x="2269" y="2805"/>
                  </a:lnTo>
                  <a:lnTo>
                    <a:pt x="3592" y="4097"/>
                  </a:lnTo>
                  <a:cubicBezTo>
                    <a:pt x="3663" y="4167"/>
                    <a:pt x="3770" y="4203"/>
                    <a:pt x="3872" y="4203"/>
                  </a:cubicBezTo>
                  <a:cubicBezTo>
                    <a:pt x="3906" y="4203"/>
                    <a:pt x="3939" y="4199"/>
                    <a:pt x="3970" y="4191"/>
                  </a:cubicBezTo>
                  <a:cubicBezTo>
                    <a:pt x="4097" y="4160"/>
                    <a:pt x="4160" y="4002"/>
                    <a:pt x="4160" y="3876"/>
                  </a:cubicBezTo>
                  <a:lnTo>
                    <a:pt x="4160" y="2773"/>
                  </a:lnTo>
                  <a:cubicBezTo>
                    <a:pt x="4569" y="2616"/>
                    <a:pt x="4884" y="2238"/>
                    <a:pt x="4884" y="1765"/>
                  </a:cubicBezTo>
                  <a:lnTo>
                    <a:pt x="4884" y="1041"/>
                  </a:lnTo>
                  <a:cubicBezTo>
                    <a:pt x="4884" y="442"/>
                    <a:pt x="4412" y="1"/>
                    <a:pt x="3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4" name="Google Shape;2384;p68"/>
          <p:cNvGrpSpPr/>
          <p:nvPr/>
        </p:nvGrpSpPr>
        <p:grpSpPr>
          <a:xfrm>
            <a:off x="6225761" y="1914142"/>
            <a:ext cx="384113" cy="380097"/>
            <a:chOff x="3282325" y="2035675"/>
            <a:chExt cx="459575" cy="454825"/>
          </a:xfrm>
        </p:grpSpPr>
        <p:sp>
          <p:nvSpPr>
            <p:cNvPr id="2385" name="Google Shape;2385;p68"/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86" name="Google Shape;2386;p68"/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87" name="Google Shape;2387;p68"/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88" name="Google Shape;2388;p68"/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69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2045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Learning Curves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4" name="Google Shape;2394;p69"/>
          <p:cNvSpPr txBox="1"/>
          <p:nvPr/>
        </p:nvSpPr>
        <p:spPr>
          <a:xfrm>
            <a:off x="1537125" y="1024775"/>
            <a:ext cx="8625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he-she</a:t>
            </a:r>
            <a:endParaRPr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95" name="Google Shape;2395;p69"/>
          <p:cNvSpPr txBox="1"/>
          <p:nvPr/>
        </p:nvSpPr>
        <p:spPr>
          <a:xfrm>
            <a:off x="7053050" y="1024775"/>
            <a:ext cx="8625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796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his-her</a:t>
            </a:r>
            <a:endParaRPr>
              <a:solidFill>
                <a:srgbClr val="FF796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96" name="Google Shape;2396;p69"/>
          <p:cNvSpPr txBox="1"/>
          <p:nvPr/>
        </p:nvSpPr>
        <p:spPr>
          <a:xfrm>
            <a:off x="3690700" y="2823050"/>
            <a:ext cx="19305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Male-female name</a:t>
            </a:r>
            <a:endParaRPr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397" name="Google Shape;2397;p69"/>
          <p:cNvPicPr preferRelativeResize="0"/>
          <p:nvPr/>
        </p:nvPicPr>
        <p:blipFill rotWithShape="1">
          <a:blip r:embed="rId3">
            <a:alphaModFix/>
          </a:blip>
          <a:srcRect l="4930" t="6006" r="9313"/>
          <a:stretch/>
        </p:blipFill>
        <p:spPr>
          <a:xfrm>
            <a:off x="5540775" y="1368550"/>
            <a:ext cx="3447288" cy="189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8" name="Google Shape;2398;p69"/>
          <p:cNvPicPr preferRelativeResize="0"/>
          <p:nvPr/>
        </p:nvPicPr>
        <p:blipFill rotWithShape="1">
          <a:blip r:embed="rId4">
            <a:alphaModFix/>
          </a:blip>
          <a:srcRect l="4228" t="6454" r="8396"/>
          <a:stretch/>
        </p:blipFill>
        <p:spPr>
          <a:xfrm>
            <a:off x="2847512" y="3181375"/>
            <a:ext cx="3448968" cy="189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9" name="Google Shape;2399;p69"/>
          <p:cNvPicPr preferRelativeResize="0"/>
          <p:nvPr/>
        </p:nvPicPr>
        <p:blipFill rotWithShape="1">
          <a:blip r:embed="rId5">
            <a:alphaModFix/>
          </a:blip>
          <a:srcRect l="5078" t="6217" r="9283"/>
          <a:stretch/>
        </p:blipFill>
        <p:spPr>
          <a:xfrm>
            <a:off x="146050" y="1368550"/>
            <a:ext cx="3448923" cy="189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70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2045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MALoR Scores of Debiased Models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405" name="Google Shape;2405;p70"/>
          <p:cNvGraphicFramePr/>
          <p:nvPr/>
        </p:nvGraphicFramePr>
        <p:xfrm>
          <a:off x="865113" y="2257375"/>
          <a:ext cx="7413775" cy="1862725"/>
        </p:xfrm>
        <a:graphic>
          <a:graphicData uri="http://schemas.openxmlformats.org/drawingml/2006/table">
            <a:tbl>
              <a:tblPr>
                <a:noFill/>
                <a:tableStyleId>{13F70ADA-63F8-4C94-B3AF-06AAB444B643}</a:tableStyleId>
              </a:tblPr>
              <a:tblGrid>
                <a:gridCol w="164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8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he-she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(Before)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he-she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(After)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his-her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(Before)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his-her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(After)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male-female name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(Before)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male-female name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(After)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EFD">
                        <a:alpha val="488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9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bert-base-uncased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1.27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0.0803 ± 0.0147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2.51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0.488 ± 0.224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1.37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0.418 ± 0.242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bert-large-uncased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1.98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0.0594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2.55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0.610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0.338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distilbert-base-uncased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0.633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0.126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± </a:t>
                      </a: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0.0606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2.09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0.179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± </a:t>
                      </a: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0.0684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0.603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0.416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± </a:t>
                      </a: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0.157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p71"/>
          <p:cNvSpPr txBox="1">
            <a:spLocks noGrp="1"/>
          </p:cNvSpPr>
          <p:nvPr>
            <p:ph type="title"/>
          </p:nvPr>
        </p:nvSpPr>
        <p:spPr>
          <a:xfrm>
            <a:off x="711050" y="3815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Masking Gender (Before)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11" name="Google Shape;2411;p71"/>
          <p:cNvPicPr preferRelativeResize="0"/>
          <p:nvPr/>
        </p:nvPicPr>
        <p:blipFill rotWithShape="1">
          <a:blip r:embed="rId3">
            <a:alphaModFix/>
          </a:blip>
          <a:srcRect l="7448" r="7423" b="5464"/>
          <a:stretch/>
        </p:blipFill>
        <p:spPr>
          <a:xfrm>
            <a:off x="5202936" y="2980944"/>
            <a:ext cx="37033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2" name="Google Shape;2412;p71"/>
          <p:cNvPicPr preferRelativeResize="0"/>
          <p:nvPr/>
        </p:nvPicPr>
        <p:blipFill rotWithShape="1">
          <a:blip r:embed="rId4">
            <a:alphaModFix/>
          </a:blip>
          <a:srcRect l="6733" t="3392" r="8563" b="4906"/>
          <a:stretch/>
        </p:blipFill>
        <p:spPr>
          <a:xfrm>
            <a:off x="2715768" y="868680"/>
            <a:ext cx="37033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3" name="Google Shape;2413;p71"/>
          <p:cNvPicPr preferRelativeResize="0"/>
          <p:nvPr/>
        </p:nvPicPr>
        <p:blipFill rotWithShape="1">
          <a:blip r:embed="rId5">
            <a:alphaModFix/>
          </a:blip>
          <a:srcRect l="7161" r="8485" b="5455"/>
          <a:stretch/>
        </p:blipFill>
        <p:spPr>
          <a:xfrm>
            <a:off x="246888" y="2935224"/>
            <a:ext cx="370332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72"/>
          <p:cNvSpPr txBox="1">
            <a:spLocks noGrp="1"/>
          </p:cNvSpPr>
          <p:nvPr>
            <p:ph type="title"/>
          </p:nvPr>
        </p:nvSpPr>
        <p:spPr>
          <a:xfrm>
            <a:off x="711050" y="3815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Masking Gender (After)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19" name="Google Shape;2419;p72"/>
          <p:cNvPicPr preferRelativeResize="0"/>
          <p:nvPr/>
        </p:nvPicPr>
        <p:blipFill rotWithShape="1">
          <a:blip r:embed="rId3">
            <a:alphaModFix/>
          </a:blip>
          <a:srcRect l="6887" r="8295" b="4643"/>
          <a:stretch/>
        </p:blipFill>
        <p:spPr>
          <a:xfrm>
            <a:off x="2715768" y="868680"/>
            <a:ext cx="37033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0" name="Google Shape;2420;p72"/>
          <p:cNvPicPr preferRelativeResize="0"/>
          <p:nvPr/>
        </p:nvPicPr>
        <p:blipFill rotWithShape="1">
          <a:blip r:embed="rId4">
            <a:alphaModFix/>
          </a:blip>
          <a:srcRect l="7199" r="8105" b="4843"/>
          <a:stretch/>
        </p:blipFill>
        <p:spPr>
          <a:xfrm>
            <a:off x="246888" y="2935224"/>
            <a:ext cx="37033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1" name="Google Shape;2421;p72"/>
          <p:cNvPicPr preferRelativeResize="0"/>
          <p:nvPr/>
        </p:nvPicPr>
        <p:blipFill rotWithShape="1">
          <a:blip r:embed="rId5">
            <a:alphaModFix/>
          </a:blip>
          <a:srcRect l="7553" r="9071" b="5838"/>
          <a:stretch/>
        </p:blipFill>
        <p:spPr>
          <a:xfrm>
            <a:off x="5202936" y="2980944"/>
            <a:ext cx="370332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6" name="Google Shape;2426;p73"/>
          <p:cNvPicPr preferRelativeResize="0"/>
          <p:nvPr/>
        </p:nvPicPr>
        <p:blipFill rotWithShape="1">
          <a:blip r:embed="rId3">
            <a:alphaModFix/>
          </a:blip>
          <a:srcRect l="7188" r="8445" b="5499"/>
          <a:stretch/>
        </p:blipFill>
        <p:spPr>
          <a:xfrm>
            <a:off x="2720338" y="868875"/>
            <a:ext cx="3703320" cy="21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7" name="Google Shape;2427;p73"/>
          <p:cNvPicPr preferRelativeResize="0"/>
          <p:nvPr/>
        </p:nvPicPr>
        <p:blipFill rotWithShape="1">
          <a:blip r:embed="rId4">
            <a:alphaModFix/>
          </a:blip>
          <a:srcRect l="6884" r="8434" b="5571"/>
          <a:stretch/>
        </p:blipFill>
        <p:spPr>
          <a:xfrm>
            <a:off x="246888" y="2935224"/>
            <a:ext cx="3703326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8" name="Google Shape;2428;p73"/>
          <p:cNvPicPr preferRelativeResize="0"/>
          <p:nvPr/>
        </p:nvPicPr>
        <p:blipFill rotWithShape="1">
          <a:blip r:embed="rId5">
            <a:alphaModFix/>
          </a:blip>
          <a:srcRect l="6884" r="8434" b="5669"/>
          <a:stretch/>
        </p:blipFill>
        <p:spPr>
          <a:xfrm>
            <a:off x="5202936" y="2980944"/>
            <a:ext cx="3703326" cy="210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73"/>
          <p:cNvSpPr txBox="1">
            <a:spLocks noGrp="1"/>
          </p:cNvSpPr>
          <p:nvPr>
            <p:ph type="title"/>
          </p:nvPr>
        </p:nvSpPr>
        <p:spPr>
          <a:xfrm>
            <a:off x="711050" y="3815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Masking Occupation (Before)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74"/>
          <p:cNvSpPr txBox="1">
            <a:spLocks noGrp="1"/>
          </p:cNvSpPr>
          <p:nvPr>
            <p:ph type="title"/>
          </p:nvPr>
        </p:nvSpPr>
        <p:spPr>
          <a:xfrm>
            <a:off x="711050" y="381575"/>
            <a:ext cx="77121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Masking Occupation (After)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35" name="Google Shape;2435;p74"/>
          <p:cNvPicPr preferRelativeResize="0"/>
          <p:nvPr/>
        </p:nvPicPr>
        <p:blipFill rotWithShape="1">
          <a:blip r:embed="rId3">
            <a:alphaModFix/>
          </a:blip>
          <a:srcRect l="7364" r="7889" b="4122"/>
          <a:stretch/>
        </p:blipFill>
        <p:spPr>
          <a:xfrm>
            <a:off x="2715768" y="868680"/>
            <a:ext cx="37033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6" name="Google Shape;2436;p74"/>
          <p:cNvPicPr preferRelativeResize="0"/>
          <p:nvPr/>
        </p:nvPicPr>
        <p:blipFill rotWithShape="1">
          <a:blip r:embed="rId4">
            <a:alphaModFix/>
          </a:blip>
          <a:srcRect l="7262" r="8492" b="5303"/>
          <a:stretch/>
        </p:blipFill>
        <p:spPr>
          <a:xfrm>
            <a:off x="246888" y="2932875"/>
            <a:ext cx="37033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7" name="Google Shape;2437;p74"/>
          <p:cNvPicPr preferRelativeResize="0"/>
          <p:nvPr/>
        </p:nvPicPr>
        <p:blipFill rotWithShape="1">
          <a:blip r:embed="rId5">
            <a:alphaModFix/>
          </a:blip>
          <a:srcRect l="7454" r="9073" b="5338"/>
          <a:stretch/>
        </p:blipFill>
        <p:spPr>
          <a:xfrm>
            <a:off x="5202936" y="2980944"/>
            <a:ext cx="370332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75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2045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Quality Assurance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3" name="Google Shape;2443;p75"/>
          <p:cNvSpPr txBox="1">
            <a:spLocks noGrp="1"/>
          </p:cNvSpPr>
          <p:nvPr>
            <p:ph type="body" idx="4294967295"/>
          </p:nvPr>
        </p:nvSpPr>
        <p:spPr>
          <a:xfrm>
            <a:off x="713100" y="1193675"/>
            <a:ext cx="7717800" cy="38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We performed Sentiment Analysis from GLUE’s SST-2 task with both original and debiased BERT. The objective is to categorize each sentence as “positive” or “negative”.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Null Hypothesis (H</a:t>
            </a:r>
            <a:r>
              <a:rPr lang="en" b="1" baseline="-25000" dirty="0"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):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 The mean accuracy of debiased BERT is not significantly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different from the mean accuracy of the original BERT on the SST-2 task.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●"/>
            </a:pP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Alternative Hypothesis (H</a:t>
            </a:r>
            <a:r>
              <a:rPr lang="en" b="1" baseline="-25000" dirty="0"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):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 The mean accuracy of debiased BERT is significantly different from the mean accuracy of the original BERT on the SST-2 task.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Significance level (α = 0.05)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p-value = 0.5671627142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p-value &gt; α , we fail to reject the null hypothesis. There is no statistically significant difference between the “before” and “after” values at the 0.05 significance level.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76"/>
          <p:cNvSpPr txBox="1"/>
          <p:nvPr/>
        </p:nvSpPr>
        <p:spPr>
          <a:xfrm>
            <a:off x="1933075" y="1950650"/>
            <a:ext cx="6709200" cy="8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Findings</a:t>
            </a:r>
            <a:endParaRPr sz="17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 discovering bias through traditional methods which are used in static embeddings. 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Thorough analysis of bias in different models using masking probability 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Found differences of vocabulary/tokenization process in these models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DistilBERT having bad convergence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49" name="Google Shape;2449;p76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2045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Conclusion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0" name="Google Shape;2450;p76"/>
          <p:cNvSpPr txBox="1"/>
          <p:nvPr/>
        </p:nvSpPr>
        <p:spPr>
          <a:xfrm>
            <a:off x="1929384" y="3677513"/>
            <a:ext cx="6709200" cy="8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Contributions</a:t>
            </a:r>
            <a:endParaRPr sz="17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Creation of an evaluation metric MALoR, applicable to various models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Successful debiasing method using CDA to create gender balanced datasets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Demonstration of effective debiasing on 3 experiments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Assurance of BERT’s Quality using Sentiment Analysis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51" name="Google Shape;2451;p76"/>
          <p:cNvSpPr/>
          <p:nvPr/>
        </p:nvSpPr>
        <p:spPr>
          <a:xfrm>
            <a:off x="713232" y="1610767"/>
            <a:ext cx="1221900" cy="981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2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52" name="Google Shape;2452;p76"/>
          <p:cNvSpPr/>
          <p:nvPr/>
        </p:nvSpPr>
        <p:spPr>
          <a:xfrm>
            <a:off x="711055" y="3380232"/>
            <a:ext cx="1221900" cy="981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2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p77"/>
          <p:cNvSpPr txBox="1"/>
          <p:nvPr/>
        </p:nvSpPr>
        <p:spPr>
          <a:xfrm>
            <a:off x="1933075" y="1950650"/>
            <a:ext cx="6709144" cy="84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endParaRPr sz="17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Limited focus on gendered pronouns and names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Time-consuming debiasing process 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Incomplete comparison of all models due to different vocabularies/tokenization process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Unable to calculate mean and std of MALoR Scores for BERT Large due to hardware and time constraint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58" name="Google Shape;2458;p77"/>
          <p:cNvSpPr/>
          <p:nvPr/>
        </p:nvSpPr>
        <p:spPr>
          <a:xfrm>
            <a:off x="711055" y="1581912"/>
            <a:ext cx="1221900" cy="981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2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59" name="Google Shape;2459;p77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2045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Conclusion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0" name="Google Shape;2460;p77"/>
          <p:cNvSpPr txBox="1"/>
          <p:nvPr/>
        </p:nvSpPr>
        <p:spPr>
          <a:xfrm>
            <a:off x="1929384" y="3677513"/>
            <a:ext cx="6709200" cy="8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Future Work</a:t>
            </a:r>
            <a:endParaRPr sz="17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Expand analysis to include other gender terms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Mitigate biases in models with different vocabularies/tokenization process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Calculate mean and std of MALoR Scores for BERT Large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Determine better convergence for DistilBERT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61" name="Google Shape;2461;p77"/>
          <p:cNvSpPr/>
          <p:nvPr/>
        </p:nvSpPr>
        <p:spPr>
          <a:xfrm>
            <a:off x="714816" y="3380232"/>
            <a:ext cx="1221900" cy="981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sz="2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p78"/>
          <p:cNvSpPr txBox="1">
            <a:spLocks noGrp="1"/>
          </p:cNvSpPr>
          <p:nvPr>
            <p:ph type="title"/>
          </p:nvPr>
        </p:nvSpPr>
        <p:spPr>
          <a:xfrm>
            <a:off x="711050" y="533975"/>
            <a:ext cx="7204500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References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7" name="Google Shape;2467;p78"/>
          <p:cNvSpPr txBox="1"/>
          <p:nvPr/>
        </p:nvSpPr>
        <p:spPr>
          <a:xfrm>
            <a:off x="514350" y="1542050"/>
            <a:ext cx="7841400" cy="27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T. Bolukbasi, K.-W. Chang, J. Zou, V. Saligrama, and A. Kalai, “Man is to computer programmer as woman is to homemaker? debiasing word embeddings,” NIPS, 2016. doi: 10.48550/arXiv.1607.06520. eprint: https://doi.org/ 10.48550/arXiv.1607.06520. [Online]. Available: https://doi.org/10.48550/ arXiv.1607.06520.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K. Kurita, N. Vyas, A. Pareek, A. W. Black, and Y. Tsvetkov, Measuring bias in contextualized word representations, 2019. arXiv: 1906.07337 [cs.CL].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M. Bartl, M. Nissim, and A. Gatt, “Unmasking contextual stereotypes: Measuring and mitigating bert’s gender bias,” CoRR, vol. abs/2010.14534, 2020. arXiv: 2010.14534. [Online]. Available: https://arxiv.org/abs/2010.14534.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der Equality Newsletter Infographics by Slidesgo">
  <a:themeElements>
    <a:clrScheme name="Simple Light">
      <a:dk1>
        <a:srgbClr val="000000"/>
      </a:dk1>
      <a:lt1>
        <a:srgbClr val="B8350E"/>
      </a:lt1>
      <a:dk2>
        <a:srgbClr val="5344BB"/>
      </a:dk2>
      <a:lt2>
        <a:srgbClr val="A48EFD"/>
      </a:lt2>
      <a:accent1>
        <a:srgbClr val="EE378A"/>
      </a:accent1>
      <a:accent2>
        <a:srgbClr val="FF9178"/>
      </a:accent2>
      <a:accent3>
        <a:srgbClr val="FDD3D9"/>
      </a:accent3>
      <a:accent4>
        <a:srgbClr val="C0A091"/>
      </a:accent4>
      <a:accent5>
        <a:srgbClr val="FFEAD3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nder Equality Newsletter by Slidesgo">
  <a:themeElements>
    <a:clrScheme name="Simple Light">
      <a:dk1>
        <a:srgbClr val="000000"/>
      </a:dk1>
      <a:lt1>
        <a:srgbClr val="B8350E"/>
      </a:lt1>
      <a:dk2>
        <a:srgbClr val="5344BB"/>
      </a:dk2>
      <a:lt2>
        <a:srgbClr val="A48EFD"/>
      </a:lt2>
      <a:accent1>
        <a:srgbClr val="EE378A"/>
      </a:accent1>
      <a:accent2>
        <a:srgbClr val="FF9178"/>
      </a:accent2>
      <a:accent3>
        <a:srgbClr val="FDD3D9"/>
      </a:accent3>
      <a:accent4>
        <a:srgbClr val="C0A091"/>
      </a:accent4>
      <a:accent5>
        <a:srgbClr val="FFEAD3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1691</Words>
  <Application>Microsoft Office PowerPoint</Application>
  <PresentationFormat>On-screen Show (16:9)</PresentationFormat>
  <Paragraphs>287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Libre Baskerville</vt:lpstr>
      <vt:lpstr>Anaheim</vt:lpstr>
      <vt:lpstr>Roboto Condensed Light</vt:lpstr>
      <vt:lpstr>Montserrat Medium</vt:lpstr>
      <vt:lpstr>Montserrat</vt:lpstr>
      <vt:lpstr>Montserrat SemiBold</vt:lpstr>
      <vt:lpstr>Montserrat ExtraBold</vt:lpstr>
      <vt:lpstr>Arial</vt:lpstr>
      <vt:lpstr>Bebas Neue</vt:lpstr>
      <vt:lpstr>Gender Equality Newsletter Infographics by Slidesgo</vt:lpstr>
      <vt:lpstr>Gender Equality Newsletter by Slidesgo</vt:lpstr>
      <vt:lpstr>Exploration &amp; Mitigation of Gender Bias in  Word Embeddings from Transformer-based Language Models</vt:lpstr>
      <vt:lpstr>Introduction</vt:lpstr>
      <vt:lpstr>Problem Statement</vt:lpstr>
      <vt:lpstr>Word Embeddings</vt:lpstr>
      <vt:lpstr>Research Objectives</vt:lpstr>
      <vt:lpstr>Related Work</vt:lpstr>
      <vt:lpstr>Work Flow</vt:lpstr>
      <vt:lpstr>Explored Models</vt:lpstr>
      <vt:lpstr>Masked Language Modeling (MLM)</vt:lpstr>
      <vt:lpstr>PowerPoint Presentation</vt:lpstr>
      <vt:lpstr>PowerPoint Presentation</vt:lpstr>
      <vt:lpstr>Masking Gender</vt:lpstr>
      <vt:lpstr>Masking Occupation</vt:lpstr>
      <vt:lpstr>Evaluation Metric - MALoR</vt:lpstr>
      <vt:lpstr>MALoR Scores of Original Models</vt:lpstr>
      <vt:lpstr>Dataset For Mitigation</vt:lpstr>
      <vt:lpstr>Preprocessing Data </vt:lpstr>
      <vt:lpstr>Continue Pretraining</vt:lpstr>
      <vt:lpstr>Learning Curves</vt:lpstr>
      <vt:lpstr>MALoR Scores of Debiased Models</vt:lpstr>
      <vt:lpstr>Masking Gender (Before)</vt:lpstr>
      <vt:lpstr>Masking Gender (After)</vt:lpstr>
      <vt:lpstr>Masking Occupation (Before)</vt:lpstr>
      <vt:lpstr>Masking Occupation (After)</vt:lpstr>
      <vt:lpstr>Quality Assurance</vt:lpstr>
      <vt:lpstr>Conclusion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Exploration &amp; Mitigation of Gender Bias in  Word Embeddings from Transformer-based Language Models</dc:title>
  <dc:creator>Ariyan Hossain</dc:creator>
  <cp:lastModifiedBy>Ariyan Hossain</cp:lastModifiedBy>
  <cp:revision>11</cp:revision>
  <dcterms:modified xsi:type="dcterms:W3CDTF">2023-09-20T18:37:47Z</dcterms:modified>
</cp:coreProperties>
</file>